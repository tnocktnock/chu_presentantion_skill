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6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7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8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9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10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11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Default Extension="jpeg" ContentType="image/jpeg"/>
  <Override PartName="/ppt/slides/original1.xml" ContentType="application/vnd.openxmlformats-officedocument.presentationml.slide+xml"/>
  <Override PartName="/ppt/slides/original2.xml" ContentType="application/vnd.openxmlformats-officedocument.presentationml.slide+xml"/>
  <Override PartName="/ppt/slides/original3.xml" ContentType="application/vnd.openxmlformats-officedocument.presentationml.slide+xml"/>
  <Override PartName="/ppt/slides/original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embedTrueTypeFonts="1" autoCompressPictures="0">
  <ns0:sldMasterIdLst>
    <ns0:sldMasterId id="2147483648" ns1:id="rId1"/>
    <ns0:sldMasterId id="2147483670" ns1:id="rId2"/>
    <ns0:sldMasterId id="2147483659" ns1:id="rId3"/>
    <ns0:sldMasterId id="2147483684" ns1:id="rId4"/>
    <ns0:sldMasterId id="2147483698" ns1:id="rId5"/>
    <ns0:sldMasterId id="2147483710" ns1:id="rId6"/>
    <ns0:sldMasterId id="2147483724" ns1:id="rId7"/>
    <ns0:sldMasterId id="2147483741" ns1:id="rId8"/>
    <ns0:sldMasterId id="2147483762" ns1:id="rId9"/>
    <ns0:sldMasterId id="2147483751" ns1:id="rId10"/>
    <ns0:sldMasterId id="2147483756" ns1:id="rId11"/>
    <ns0:sldMasterId id="2147483775" ns1:id="rId12"/>
  </ns0:sldMasterIdLst>
  <ns0:notesMasterIdLst>
    <ns0:notesMasterId ns1:id="rId95"/>
  </ns0:notesMasterIdLst>
  <ns0:sldIdLst>
    <ns0:sldId id="1001" ns1:id="rIdOriginalSlide1"/>
    <ns0:sldId id="1002" ns1:id="rIdOriginalSlide2"/>
    <ns0:sldId id="1003" ns1:id="rIdOriginalSlide3"/>
    <ns0:sldId id="1004" ns1:id="rIdOriginalSlide4"/>
  </ns0:sldIdLst>
  <ns0:sldSz cx="18288000" cy="10287000"/>
  <ns0:notesSz cx="10287000" cy="18288000"/>
  <ns0:embeddedFontLst>
    <ns0:embeddedFont>
      <ns0:font typeface="Golos Text" panose="020B0503020202020204" pitchFamily="34" charset="0"/>
      <ns0:regular ns1:id="rId96"/>
      <ns0:bold ns1:id="rId97"/>
    </ns0:embeddedFont>
    <ns0:embeddedFont>
      <ns0:font typeface="Golos Text DemiBold" panose="020B0503020202020204" pitchFamily="34" charset="0"/>
      <ns0:regular ns1:id="rId98"/>
      <ns0:bold ns1:id="rId99"/>
    </ns0:embeddedFont>
  </ns0:embeddedFontLst>
  <ns0:defaultTextStyle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0428"/>
    <a:srgbClr val="EA0B4C"/>
    <a:srgbClr val="E41060"/>
    <a:srgbClr val="F5042B"/>
    <a:srgbClr val="FFDEE5"/>
    <a:srgbClr val="FFE9E9"/>
    <a:srgbClr val="FF254A"/>
    <a:srgbClr val="ED09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74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1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1" Type="http://schemas.openxmlformats.org/officeDocument/2006/relationships/slideMaster" Target="slideMasters/slideMaster11.xml" /><Relationship Id="rId102" Type="http://schemas.openxmlformats.org/officeDocument/2006/relationships/theme" Target="theme/theme1.xml" /><Relationship Id="rId5" Type="http://schemas.openxmlformats.org/officeDocument/2006/relationships/slideMaster" Target="slideMasters/slideMaster5.xml" /><Relationship Id="rId95" Type="http://schemas.openxmlformats.org/officeDocument/2006/relationships/notesMaster" Target="notesMasters/notesMaster1.xml" /><Relationship Id="rId12" Type="http://schemas.openxmlformats.org/officeDocument/2006/relationships/slideMaster" Target="slideMasters/slideMaster12.xml" /><Relationship Id="rId103" Type="http://schemas.openxmlformats.org/officeDocument/2006/relationships/tableStyles" Target="tableStyles.xml" /><Relationship Id="rId96" Type="http://schemas.openxmlformats.org/officeDocument/2006/relationships/font" Target="fonts/font1.fntdata" /><Relationship Id="rId1" Type="http://schemas.openxmlformats.org/officeDocument/2006/relationships/slideMaster" Target="slideMasters/slideMaster1.xml" /><Relationship Id="rId6" Type="http://schemas.openxmlformats.org/officeDocument/2006/relationships/slideMaster" Target="slideMasters/slideMaster6.xml" /><Relationship Id="rId10" Type="http://schemas.openxmlformats.org/officeDocument/2006/relationships/slideMaster" Target="slideMasters/slideMaster10.xml" /><Relationship Id="rId99" Type="http://schemas.openxmlformats.org/officeDocument/2006/relationships/font" Target="fonts/font4.fntdata" /><Relationship Id="rId101" Type="http://schemas.openxmlformats.org/officeDocument/2006/relationships/viewProps" Target="viewProps.xml" /><Relationship Id="rId4" Type="http://schemas.openxmlformats.org/officeDocument/2006/relationships/slideMaster" Target="slideMasters/slideMaster4.xml" /><Relationship Id="rId9" Type="http://schemas.openxmlformats.org/officeDocument/2006/relationships/slideMaster" Target="slideMasters/slideMaster9.xml" /><Relationship Id="rId97" Type="http://schemas.openxmlformats.org/officeDocument/2006/relationships/font" Target="fonts/font2.fntdata" /><Relationship Id="rId7" Type="http://schemas.openxmlformats.org/officeDocument/2006/relationships/slideMaster" Target="slideMasters/slideMaster7.xml" /><Relationship Id="rId2" Type="http://schemas.openxmlformats.org/officeDocument/2006/relationships/slideMaster" Target="slideMasters/slideMaster2.xml" /><Relationship Id="rId100" Type="http://schemas.openxmlformats.org/officeDocument/2006/relationships/presProps" Target="presProps.xml" /><Relationship Id="rId8" Type="http://schemas.openxmlformats.org/officeDocument/2006/relationships/slideMaster" Target="slideMasters/slideMaster8.xml" /><Relationship Id="rId98" Type="http://schemas.openxmlformats.org/officeDocument/2006/relationships/font" Target="fonts/font3.fntdata" /><Relationship Id="rId3" Type="http://schemas.openxmlformats.org/officeDocument/2006/relationships/slideMaster" Target="slideMasters/slideMaster3.xml" /><Relationship Id="rIdOriginalSlide1" Type="http://schemas.openxmlformats.org/officeDocument/2006/relationships/slide" Target="slides/original1.xml" /><Relationship Id="rIdOriginalSlide2" Type="http://schemas.openxmlformats.org/officeDocument/2006/relationships/slide" Target="slides/original2.xml" /><Relationship Id="rIdOriginalSlide3" Type="http://schemas.openxmlformats.org/officeDocument/2006/relationships/slide" Target="slides/original3.xml" /><Relationship Id="rIdOriginalSlide4" Type="http://schemas.openxmlformats.org/officeDocument/2006/relationships/slide" Target="slides/original4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45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10" Type="http://schemas.openxmlformats.org/officeDocument/2006/relationships/image" Target="../media/image9.jp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9.svg"/><Relationship Id="rId7" Type="http://schemas.openxmlformats.org/officeDocument/2006/relationships/image" Target="../media/image4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8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2.svg"/><Relationship Id="rId9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10" Type="http://schemas.openxmlformats.org/officeDocument/2006/relationships/image" Target="../media/image9.jp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5.png"/><Relationship Id="rId3" Type="http://schemas.openxmlformats.org/officeDocument/2006/relationships/image" Target="../media/image27.png"/><Relationship Id="rId21" Type="http://schemas.openxmlformats.org/officeDocument/2006/relationships/image" Target="../media/image8.svg"/><Relationship Id="rId7" Type="http://schemas.openxmlformats.org/officeDocument/2006/relationships/image" Target="../media/image31.sv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20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19" Type="http://schemas.openxmlformats.org/officeDocument/2006/relationships/image" Target="../media/image6.sv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8.png"/><Relationship Id="rId18" Type="http://schemas.openxmlformats.org/officeDocument/2006/relationships/image" Target="../media/image7.png"/><Relationship Id="rId3" Type="http://schemas.openxmlformats.org/officeDocument/2006/relationships/image" Target="../media/image27.png"/><Relationship Id="rId7" Type="http://schemas.openxmlformats.org/officeDocument/2006/relationships/image" Target="../media/image31.svg"/><Relationship Id="rId12" Type="http://schemas.openxmlformats.org/officeDocument/2006/relationships/image" Target="../media/image37.png"/><Relationship Id="rId17" Type="http://schemas.openxmlformats.org/officeDocument/2006/relationships/image" Target="../media/image6.svg"/><Relationship Id="rId2" Type="http://schemas.openxmlformats.org/officeDocument/2006/relationships/image" Target="../media/image26.png"/><Relationship Id="rId16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40.png"/><Relationship Id="rId10" Type="http://schemas.openxmlformats.org/officeDocument/2006/relationships/image" Target="../media/image34.png"/><Relationship Id="rId19" Type="http://schemas.openxmlformats.org/officeDocument/2006/relationships/image" Target="../media/image8.sv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9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40.png"/><Relationship Id="rId3" Type="http://schemas.openxmlformats.org/officeDocument/2006/relationships/image" Target="../media/image27.png"/><Relationship Id="rId7" Type="http://schemas.openxmlformats.org/officeDocument/2006/relationships/image" Target="../media/image31.svg"/><Relationship Id="rId12" Type="http://schemas.openxmlformats.org/officeDocument/2006/relationships/image" Target="../media/image38.png"/><Relationship Id="rId17" Type="http://schemas.openxmlformats.org/officeDocument/2006/relationships/image" Target="../media/image8.svg"/><Relationship Id="rId2" Type="http://schemas.openxmlformats.org/officeDocument/2006/relationships/image" Target="../media/image26.png"/><Relationship Id="rId16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0.png"/><Relationship Id="rId11" Type="http://schemas.openxmlformats.org/officeDocument/2006/relationships/image" Target="../media/image37.png"/><Relationship Id="rId5" Type="http://schemas.openxmlformats.org/officeDocument/2006/relationships/image" Target="../media/image29.png"/><Relationship Id="rId15" Type="http://schemas.openxmlformats.org/officeDocument/2006/relationships/image" Target="../media/image6.svg"/><Relationship Id="rId10" Type="http://schemas.openxmlformats.org/officeDocument/2006/relationships/image" Target="../media/image35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5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8.svg"/><Relationship Id="rId2" Type="http://schemas.openxmlformats.org/officeDocument/2006/relationships/image" Target="../media/image42.jp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5.svg"/><Relationship Id="rId7" Type="http://schemas.openxmlformats.org/officeDocument/2006/relationships/image" Target="../media/image8.sv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47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8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5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4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5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54.svg"/><Relationship Id="rId7" Type="http://schemas.openxmlformats.org/officeDocument/2006/relationships/image" Target="../media/image7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7" Type="http://schemas.openxmlformats.org/officeDocument/2006/relationships/image" Target="../media/image8.sv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8.svg"/><Relationship Id="rId3" Type="http://schemas.openxmlformats.org/officeDocument/2006/relationships/image" Target="../media/image59.svg"/><Relationship Id="rId7" Type="http://schemas.openxmlformats.org/officeDocument/2006/relationships/image" Target="../media/image63.svg"/><Relationship Id="rId12" Type="http://schemas.openxmlformats.org/officeDocument/2006/relationships/image" Target="../media/image7.png"/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62.png"/><Relationship Id="rId11" Type="http://schemas.openxmlformats.org/officeDocument/2006/relationships/image" Target="../media/image6.svg"/><Relationship Id="rId5" Type="http://schemas.openxmlformats.org/officeDocument/2006/relationships/image" Target="../media/image61.svg"/><Relationship Id="rId10" Type="http://schemas.openxmlformats.org/officeDocument/2006/relationships/image" Target="../media/image5.png"/><Relationship Id="rId4" Type="http://schemas.openxmlformats.org/officeDocument/2006/relationships/image" Target="../media/image60.png"/><Relationship Id="rId9" Type="http://schemas.openxmlformats.org/officeDocument/2006/relationships/image" Target="../media/image65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9.svg"/><Relationship Id="rId7" Type="http://schemas.openxmlformats.org/officeDocument/2006/relationships/image" Target="../media/image6.svg"/><Relationship Id="rId2" Type="http://schemas.openxmlformats.org/officeDocument/2006/relationships/image" Target="../media/image68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5.png"/><Relationship Id="rId5" Type="http://schemas.openxmlformats.org/officeDocument/2006/relationships/image" Target="../media/image71.svg"/><Relationship Id="rId4" Type="http://schemas.openxmlformats.org/officeDocument/2006/relationships/image" Target="../media/image70.png"/><Relationship Id="rId9" Type="http://schemas.openxmlformats.org/officeDocument/2006/relationships/image" Target="../media/image8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7" Type="http://schemas.openxmlformats.org/officeDocument/2006/relationships/image" Target="../media/image8.sv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73.svg"/><Relationship Id="rId7" Type="http://schemas.openxmlformats.org/officeDocument/2006/relationships/image" Target="../media/image6.svg"/><Relationship Id="rId2" Type="http://schemas.openxmlformats.org/officeDocument/2006/relationships/image" Target="../media/image72.pn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5.png"/><Relationship Id="rId5" Type="http://schemas.openxmlformats.org/officeDocument/2006/relationships/image" Target="../media/image57.svg"/><Relationship Id="rId10" Type="http://schemas.openxmlformats.org/officeDocument/2006/relationships/image" Target="../media/image74.png"/><Relationship Id="rId4" Type="http://schemas.openxmlformats.org/officeDocument/2006/relationships/image" Target="../media/image56.png"/><Relationship Id="rId9" Type="http://schemas.openxmlformats.org/officeDocument/2006/relationships/image" Target="../media/image8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5.pn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56.png"/><Relationship Id="rId7" Type="http://schemas.openxmlformats.org/officeDocument/2006/relationships/image" Target="../media/image7.png"/><Relationship Id="rId2" Type="http://schemas.openxmlformats.org/officeDocument/2006/relationships/image" Target="../media/image76.png"/><Relationship Id="rId1" Type="http://schemas.openxmlformats.org/officeDocument/2006/relationships/slideMaster" Target="../slideMasters/slideMaster9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57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7.png"/><Relationship Id="rId1" Type="http://schemas.openxmlformats.org/officeDocument/2006/relationships/slideMaster" Target="../slideMasters/slideMaster9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5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Relationship Id="rId6" Type="http://schemas.openxmlformats.org/officeDocument/2006/relationships/image" Target="../media/image4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7" Type="http://schemas.openxmlformats.org/officeDocument/2006/relationships/image" Target="../media/image8.svg"/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10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8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80.png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8.svg"/><Relationship Id="rId3" Type="http://schemas.openxmlformats.org/officeDocument/2006/relationships/image" Target="../media/image82.svg"/><Relationship Id="rId7" Type="http://schemas.openxmlformats.org/officeDocument/2006/relationships/image" Target="../media/image86.svg"/><Relationship Id="rId12" Type="http://schemas.openxmlformats.org/officeDocument/2006/relationships/image" Target="../media/image7.png"/><Relationship Id="rId2" Type="http://schemas.openxmlformats.org/officeDocument/2006/relationships/image" Target="../media/image81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85.png"/><Relationship Id="rId11" Type="http://schemas.openxmlformats.org/officeDocument/2006/relationships/image" Target="../media/image6.svg"/><Relationship Id="rId5" Type="http://schemas.openxmlformats.org/officeDocument/2006/relationships/image" Target="../media/image84.svg"/><Relationship Id="rId10" Type="http://schemas.openxmlformats.org/officeDocument/2006/relationships/image" Target="../media/image5.png"/><Relationship Id="rId4" Type="http://schemas.openxmlformats.org/officeDocument/2006/relationships/image" Target="../media/image83.png"/><Relationship Id="rId9" Type="http://schemas.openxmlformats.org/officeDocument/2006/relationships/image" Target="../media/image88.sv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7" Type="http://schemas.openxmlformats.org/officeDocument/2006/relationships/image" Target="../media/image17.sv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13" Type="http://schemas.openxmlformats.org/officeDocument/2006/relationships/image" Target="../media/image5.png"/><Relationship Id="rId3" Type="http://schemas.openxmlformats.org/officeDocument/2006/relationships/image" Target="../media/image56.png"/><Relationship Id="rId7" Type="http://schemas.openxmlformats.org/officeDocument/2006/relationships/image" Target="../media/image68.png"/><Relationship Id="rId12" Type="http://schemas.openxmlformats.org/officeDocument/2006/relationships/image" Target="../media/image86.svg"/><Relationship Id="rId2" Type="http://schemas.openxmlformats.org/officeDocument/2006/relationships/image" Target="../media/image89.jpg"/><Relationship Id="rId16" Type="http://schemas.openxmlformats.org/officeDocument/2006/relationships/image" Target="../media/image8.sv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88.svg"/><Relationship Id="rId11" Type="http://schemas.openxmlformats.org/officeDocument/2006/relationships/image" Target="../media/image85.png"/><Relationship Id="rId5" Type="http://schemas.openxmlformats.org/officeDocument/2006/relationships/image" Target="../media/image87.png"/><Relationship Id="rId15" Type="http://schemas.openxmlformats.org/officeDocument/2006/relationships/image" Target="../media/image7.png"/><Relationship Id="rId10" Type="http://schemas.openxmlformats.org/officeDocument/2006/relationships/image" Target="../media/image91.svg"/><Relationship Id="rId4" Type="http://schemas.openxmlformats.org/officeDocument/2006/relationships/image" Target="../media/image57.svg"/><Relationship Id="rId9" Type="http://schemas.openxmlformats.org/officeDocument/2006/relationships/image" Target="../media/image90.png"/><Relationship Id="rId14" Type="http://schemas.openxmlformats.org/officeDocument/2006/relationships/image" Target="../media/image6.sv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7" Type="http://schemas.openxmlformats.org/officeDocument/2006/relationships/image" Target="../media/image8.sv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7" Type="http://schemas.openxmlformats.org/officeDocument/2006/relationships/image" Target="../media/image8.sv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93.svg"/><Relationship Id="rId7" Type="http://schemas.openxmlformats.org/officeDocument/2006/relationships/image" Target="../media/image17.svg"/><Relationship Id="rId2" Type="http://schemas.openxmlformats.org/officeDocument/2006/relationships/image" Target="../media/image92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6.svg"/><Relationship Id="rId3" Type="http://schemas.openxmlformats.org/officeDocument/2006/relationships/image" Target="../media/image95.svg"/><Relationship Id="rId7" Type="http://schemas.openxmlformats.org/officeDocument/2006/relationships/image" Target="../media/image91.svg"/><Relationship Id="rId12" Type="http://schemas.openxmlformats.org/officeDocument/2006/relationships/image" Target="../media/image5.png"/><Relationship Id="rId2" Type="http://schemas.openxmlformats.org/officeDocument/2006/relationships/image" Target="../media/image94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90.png"/><Relationship Id="rId11" Type="http://schemas.openxmlformats.org/officeDocument/2006/relationships/image" Target="../media/image86.svg"/><Relationship Id="rId5" Type="http://schemas.openxmlformats.org/officeDocument/2006/relationships/image" Target="../media/image97.svg"/><Relationship Id="rId15" Type="http://schemas.openxmlformats.org/officeDocument/2006/relationships/image" Target="../media/image8.svg"/><Relationship Id="rId10" Type="http://schemas.openxmlformats.org/officeDocument/2006/relationships/image" Target="../media/image85.png"/><Relationship Id="rId4" Type="http://schemas.openxmlformats.org/officeDocument/2006/relationships/image" Target="../media/image96.png"/><Relationship Id="rId9" Type="http://schemas.openxmlformats.org/officeDocument/2006/relationships/image" Target="../media/image69.svg"/><Relationship Id="rId14" Type="http://schemas.openxmlformats.org/officeDocument/2006/relationships/image" Target="../media/image7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7" Type="http://schemas.openxmlformats.org/officeDocument/2006/relationships/image" Target="../media/image8.svg"/><Relationship Id="rId2" Type="http://schemas.openxmlformats.org/officeDocument/2006/relationships/image" Target="../media/image98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1.svg"/><Relationship Id="rId7" Type="http://schemas.openxmlformats.org/officeDocument/2006/relationships/image" Target="../media/image6.svg"/><Relationship Id="rId2" Type="http://schemas.openxmlformats.org/officeDocument/2006/relationships/image" Target="../media/image100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5.png"/><Relationship Id="rId5" Type="http://schemas.openxmlformats.org/officeDocument/2006/relationships/image" Target="../media/image69.svg"/><Relationship Id="rId4" Type="http://schemas.openxmlformats.org/officeDocument/2006/relationships/image" Target="../media/image68.png"/><Relationship Id="rId9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ый с фото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Frame 2087329409">
            <a:extLst>
              <a:ext uri="{FF2B5EF4-FFF2-40B4-BE49-F238E27FC236}">
                <a16:creationId xmlns:a16="http://schemas.microsoft.com/office/drawing/2014/main" id="{2A9BF3D5-A545-2F55-E03C-CEBB47CEC1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37260" y="8829675"/>
            <a:ext cx="2200275" cy="504825"/>
          </a:xfrm>
          <a:prstGeom prst="rect">
            <a:avLst/>
          </a:prstGeom>
        </p:spPr>
      </p:pic>
      <p:pic>
        <p:nvPicPr>
          <p:cNvPr id="7" name="Frame 2087329418">
            <a:extLst>
              <a:ext uri="{FF2B5EF4-FFF2-40B4-BE49-F238E27FC236}">
                <a16:creationId xmlns:a16="http://schemas.microsoft.com/office/drawing/2014/main" id="{7A8061C8-008D-9515-365F-5995E5B5E04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13735" y="8829675"/>
            <a:ext cx="1143000" cy="504825"/>
          </a:xfrm>
          <a:prstGeom prst="rect">
            <a:avLst/>
          </a:prstGeom>
        </p:spPr>
      </p:pic>
      <p:sp>
        <p:nvSpPr>
          <p:cNvPr id="8" name="Заголовок 12">
            <a:extLst>
              <a:ext uri="{FF2B5EF4-FFF2-40B4-BE49-F238E27FC236}">
                <a16:creationId xmlns:a16="http://schemas.microsoft.com/office/drawing/2014/main" id="{63F47275-F98C-EE3E-D866-939829310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5384119"/>
            <a:ext cx="8206740" cy="1595437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0" name="Текст 18">
            <a:extLst>
              <a:ext uri="{FF2B5EF4-FFF2-40B4-BE49-F238E27FC236}">
                <a16:creationId xmlns:a16="http://schemas.microsoft.com/office/drawing/2014/main" id="{FD2CFEA0-8061-863B-2857-1FB9F17209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7260" y="7208156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sp>
        <p:nvSpPr>
          <p:cNvPr id="11" name="Нижний колонтитул 19">
            <a:extLst>
              <a:ext uri="{FF2B5EF4-FFF2-40B4-BE49-F238E27FC236}">
                <a16:creationId xmlns:a16="http://schemas.microsoft.com/office/drawing/2014/main" id="{C3DC19F8-B389-968A-7739-5D41697D080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937260" y="8829675"/>
            <a:ext cx="218269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12" name="Текст 22">
            <a:extLst>
              <a:ext uri="{FF2B5EF4-FFF2-40B4-BE49-F238E27FC236}">
                <a16:creationId xmlns:a16="http://schemas.microsoft.com/office/drawing/2014/main" id="{BF217EF4-2C7F-045B-A8FB-3B69952266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13100" y="8829675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2026</a:t>
            </a: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C8ED52B3-B851-8434-1F88-FEB0F60818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3700" y="952500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1EE82107-1B5E-335D-DCC6-BCDA119D56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25" y="952500"/>
            <a:ext cx="1857375" cy="714375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9D08BC58-3F3D-2704-AC96-227428615B8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25189" y="952500"/>
            <a:ext cx="2293191" cy="714375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3" name="Рисунок 16">
            <a:extLst>
              <a:ext uri="{FF2B5EF4-FFF2-40B4-BE49-F238E27FC236}">
                <a16:creationId xmlns:a16="http://schemas.microsoft.com/office/drawing/2014/main" id="{4C046D24-6414-268F-0DCC-348187C282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329937" y="0"/>
            <a:ext cx="8945598" cy="10287000"/>
          </a:xfrm>
          <a:custGeom>
            <a:avLst/>
            <a:gdLst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102870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4130"/>
              <a:gd name="connsiteY0" fmla="*/ 0 h 10287000"/>
              <a:gd name="connsiteX1" fmla="*/ 8943975 w 8944130"/>
              <a:gd name="connsiteY1" fmla="*/ 0 h 10287000"/>
              <a:gd name="connsiteX2" fmla="*/ 8943975 w 8944130"/>
              <a:gd name="connsiteY2" fmla="*/ 10287000 h 10287000"/>
              <a:gd name="connsiteX3" fmla="*/ 0 w 8944130"/>
              <a:gd name="connsiteY3" fmla="*/ 8229600 h 10287000"/>
              <a:gd name="connsiteX4" fmla="*/ 0 w 8944130"/>
              <a:gd name="connsiteY4" fmla="*/ 0 h 10287000"/>
              <a:gd name="connsiteX0" fmla="*/ 0 w 8944130"/>
              <a:gd name="connsiteY0" fmla="*/ 0 h 10287000"/>
              <a:gd name="connsiteX1" fmla="*/ 8943975 w 8944130"/>
              <a:gd name="connsiteY1" fmla="*/ 0 h 10287000"/>
              <a:gd name="connsiteX2" fmla="*/ 8943975 w 8944130"/>
              <a:gd name="connsiteY2" fmla="*/ 10287000 h 10287000"/>
              <a:gd name="connsiteX3" fmla="*/ 0 w 8944130"/>
              <a:gd name="connsiteY3" fmla="*/ 8546123 h 10287000"/>
              <a:gd name="connsiteX4" fmla="*/ 0 w 8944130"/>
              <a:gd name="connsiteY4" fmla="*/ 0 h 10287000"/>
              <a:gd name="connsiteX0" fmla="*/ 51125 w 8995257"/>
              <a:gd name="connsiteY0" fmla="*/ 0 h 10287000"/>
              <a:gd name="connsiteX1" fmla="*/ 8995100 w 8995257"/>
              <a:gd name="connsiteY1" fmla="*/ 0 h 10287000"/>
              <a:gd name="connsiteX2" fmla="*/ 8995100 w 8995257"/>
              <a:gd name="connsiteY2" fmla="*/ 10287000 h 10287000"/>
              <a:gd name="connsiteX3" fmla="*/ 51125 w 8995257"/>
              <a:gd name="connsiteY3" fmla="*/ 8546123 h 10287000"/>
              <a:gd name="connsiteX4" fmla="*/ 51125 w 8995257"/>
              <a:gd name="connsiteY4" fmla="*/ 0 h 10287000"/>
              <a:gd name="connsiteX0" fmla="*/ 4234 w 8948364"/>
              <a:gd name="connsiteY0" fmla="*/ 0 h 10287000"/>
              <a:gd name="connsiteX1" fmla="*/ 8948209 w 8948364"/>
              <a:gd name="connsiteY1" fmla="*/ 0 h 10287000"/>
              <a:gd name="connsiteX2" fmla="*/ 8948209 w 8948364"/>
              <a:gd name="connsiteY2" fmla="*/ 10287000 h 10287000"/>
              <a:gd name="connsiteX3" fmla="*/ 4234 w 8948364"/>
              <a:gd name="connsiteY3" fmla="*/ 8546123 h 10287000"/>
              <a:gd name="connsiteX4" fmla="*/ 4234 w 8948364"/>
              <a:gd name="connsiteY4" fmla="*/ 0 h 10287000"/>
              <a:gd name="connsiteX0" fmla="*/ 0 w 8944130"/>
              <a:gd name="connsiteY0" fmla="*/ 0 h 10287000"/>
              <a:gd name="connsiteX1" fmla="*/ 8943975 w 8944130"/>
              <a:gd name="connsiteY1" fmla="*/ 0 h 10287000"/>
              <a:gd name="connsiteX2" fmla="*/ 8943975 w 8944130"/>
              <a:gd name="connsiteY2" fmla="*/ 10287000 h 10287000"/>
              <a:gd name="connsiteX3" fmla="*/ 17585 w 8944130"/>
              <a:gd name="connsiteY3" fmla="*/ 8159261 h 10287000"/>
              <a:gd name="connsiteX4" fmla="*/ 0 w 8944130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8159261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8159261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7139353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7139353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7139353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35169 w 8943975"/>
              <a:gd name="connsiteY3" fmla="*/ 6295291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35169 w 8943975"/>
              <a:gd name="connsiteY3" fmla="*/ 6295291 h 10287000"/>
              <a:gd name="connsiteX4" fmla="*/ 0 w 8943975"/>
              <a:gd name="connsiteY4" fmla="*/ 0 h 10287000"/>
              <a:gd name="connsiteX0" fmla="*/ 850 w 8944825"/>
              <a:gd name="connsiteY0" fmla="*/ 0 h 10287000"/>
              <a:gd name="connsiteX1" fmla="*/ 8944825 w 8944825"/>
              <a:gd name="connsiteY1" fmla="*/ 0 h 10287000"/>
              <a:gd name="connsiteX2" fmla="*/ 8944825 w 8944825"/>
              <a:gd name="connsiteY2" fmla="*/ 10287000 h 10287000"/>
              <a:gd name="connsiteX3" fmla="*/ 36019 w 8944825"/>
              <a:gd name="connsiteY3" fmla="*/ 6295291 h 10287000"/>
              <a:gd name="connsiteX4" fmla="*/ 850 w 8944825"/>
              <a:gd name="connsiteY4" fmla="*/ 0 h 10287000"/>
              <a:gd name="connsiteX0" fmla="*/ 8146 w 8952121"/>
              <a:gd name="connsiteY0" fmla="*/ 0 h 10287000"/>
              <a:gd name="connsiteX1" fmla="*/ 8952121 w 8952121"/>
              <a:gd name="connsiteY1" fmla="*/ 0 h 10287000"/>
              <a:gd name="connsiteX2" fmla="*/ 8952121 w 8952121"/>
              <a:gd name="connsiteY2" fmla="*/ 10287000 h 10287000"/>
              <a:gd name="connsiteX3" fmla="*/ 25730 w 8952121"/>
              <a:gd name="connsiteY3" fmla="*/ 7139352 h 10287000"/>
              <a:gd name="connsiteX4" fmla="*/ 8146 w 8952121"/>
              <a:gd name="connsiteY4" fmla="*/ 0 h 10287000"/>
              <a:gd name="connsiteX0" fmla="*/ 8146 w 8952121"/>
              <a:gd name="connsiteY0" fmla="*/ 0 h 10287000"/>
              <a:gd name="connsiteX1" fmla="*/ 8952121 w 8952121"/>
              <a:gd name="connsiteY1" fmla="*/ 0 h 10287000"/>
              <a:gd name="connsiteX2" fmla="*/ 8952121 w 8952121"/>
              <a:gd name="connsiteY2" fmla="*/ 10287000 h 10287000"/>
              <a:gd name="connsiteX3" fmla="*/ 25730 w 8952121"/>
              <a:gd name="connsiteY3" fmla="*/ 7139352 h 10287000"/>
              <a:gd name="connsiteX4" fmla="*/ 8146 w 8952121"/>
              <a:gd name="connsiteY4" fmla="*/ 0 h 10287000"/>
              <a:gd name="connsiteX0" fmla="*/ 8146 w 8952121"/>
              <a:gd name="connsiteY0" fmla="*/ 0 h 10287000"/>
              <a:gd name="connsiteX1" fmla="*/ 8952121 w 8952121"/>
              <a:gd name="connsiteY1" fmla="*/ 0 h 10287000"/>
              <a:gd name="connsiteX2" fmla="*/ 8952121 w 8952121"/>
              <a:gd name="connsiteY2" fmla="*/ 10287000 h 10287000"/>
              <a:gd name="connsiteX3" fmla="*/ 25730 w 8952121"/>
              <a:gd name="connsiteY3" fmla="*/ 6488721 h 10287000"/>
              <a:gd name="connsiteX4" fmla="*/ 8146 w 8952121"/>
              <a:gd name="connsiteY4" fmla="*/ 0 h 10287000"/>
              <a:gd name="connsiteX0" fmla="*/ 1623 w 8945598"/>
              <a:gd name="connsiteY0" fmla="*/ 0 h 10287000"/>
              <a:gd name="connsiteX1" fmla="*/ 8945598 w 8945598"/>
              <a:gd name="connsiteY1" fmla="*/ 0 h 10287000"/>
              <a:gd name="connsiteX2" fmla="*/ 8945598 w 8945598"/>
              <a:gd name="connsiteY2" fmla="*/ 10287000 h 10287000"/>
              <a:gd name="connsiteX3" fmla="*/ 19207 w 8945598"/>
              <a:gd name="connsiteY3" fmla="*/ 6488721 h 10287000"/>
              <a:gd name="connsiteX4" fmla="*/ 1623 w 8945598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45598" h="10287000">
                <a:moveTo>
                  <a:pt x="1623" y="0"/>
                </a:moveTo>
                <a:lnTo>
                  <a:pt x="8945598" y="0"/>
                </a:lnTo>
                <a:lnTo>
                  <a:pt x="8945598" y="10287000"/>
                </a:lnTo>
                <a:cubicBezTo>
                  <a:pt x="7634812" y="8581292"/>
                  <a:pt x="46317" y="11148646"/>
                  <a:pt x="19207" y="6488721"/>
                </a:cubicBezTo>
                <a:cubicBezTo>
                  <a:pt x="-7903" y="1828796"/>
                  <a:pt x="1623" y="2848708"/>
                  <a:pt x="1623" y="0"/>
                </a:cubicBezTo>
                <a:close/>
              </a:path>
            </a:pathLst>
          </a:custGeom>
          <a:blipFill>
            <a:blip r:embed="rId10"/>
            <a:stretch>
              <a:fillRect l="-29344" r="-75092"/>
            </a:stretch>
          </a:blipFill>
          <a:scene3d>
            <a:camera prst="orthographicFront"/>
            <a:lightRig rig="threePt" dir="t"/>
          </a:scene3d>
          <a:sp3d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расный с фото"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5384119"/>
            <a:ext cx="8206740" cy="1595437"/>
          </a:xfrm>
        </p:spPr>
        <p:txBody>
          <a:bodyPr anchor="t"/>
          <a:lstStyle>
            <a:lvl1pPr algn="l">
              <a:defRPr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7260" y="7208156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pic>
        <p:nvPicPr>
          <p:cNvPr id="3" name="Frame 2087329409" descr="preencoded.png">
            <a:extLst>
              <a:ext uri="{FF2B5EF4-FFF2-40B4-BE49-F238E27FC236}">
                <a16:creationId xmlns:a16="http://schemas.microsoft.com/office/drawing/2014/main" id="{A20D62C3-29B7-7363-D9EE-E312859A6B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7263" y="8829675"/>
            <a:ext cx="2200275" cy="504825"/>
          </a:xfrm>
          <a:prstGeom prst="rect">
            <a:avLst/>
          </a:prstGeom>
        </p:spPr>
      </p:pic>
      <p:pic>
        <p:nvPicPr>
          <p:cNvPr id="7" name="Frame 2087329418" descr="preencoded.png">
            <a:extLst>
              <a:ext uri="{FF2B5EF4-FFF2-40B4-BE49-F238E27FC236}">
                <a16:creationId xmlns:a16="http://schemas.microsoft.com/office/drawing/2014/main" id="{321D929E-FCA8-E971-93B8-17DC430BCA7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3738" y="8829675"/>
            <a:ext cx="1143000" cy="504825"/>
          </a:xfrm>
          <a:prstGeom prst="rect">
            <a:avLst/>
          </a:prstGeom>
        </p:spPr>
      </p:pic>
      <p:sp>
        <p:nvSpPr>
          <p:cNvPr id="12" name="Нижний колонтитул 19">
            <a:extLst>
              <a:ext uri="{FF2B5EF4-FFF2-40B4-BE49-F238E27FC236}">
                <a16:creationId xmlns:a16="http://schemas.microsoft.com/office/drawing/2014/main" id="{E643BBAA-013D-E8B2-3484-E030E2236CF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937260" y="8829675"/>
            <a:ext cx="218269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14" name="Текст 22">
            <a:extLst>
              <a:ext uri="{FF2B5EF4-FFF2-40B4-BE49-F238E27FC236}">
                <a16:creationId xmlns:a16="http://schemas.microsoft.com/office/drawing/2014/main" id="{5641CA93-A7FB-5555-502B-42D8CCF6EE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13100" y="8829675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2026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D46FE1F7-CC4E-480F-4852-86F0215B10F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3700" y="952500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6C7C21A9-6830-8A13-D643-B74BEF4289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25" y="952500"/>
            <a:ext cx="1857375" cy="714375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AD9F876B-E398-B32F-3142-3C4AE3446F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25189" y="952500"/>
            <a:ext cx="2293191" cy="714375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Рисунок 16">
            <a:extLst>
              <a:ext uri="{FF2B5EF4-FFF2-40B4-BE49-F238E27FC236}">
                <a16:creationId xmlns:a16="http://schemas.microsoft.com/office/drawing/2014/main" id="{A72E00CC-DEA5-D757-0CB8-16A5F32A064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329937" y="0"/>
            <a:ext cx="8945598" cy="10287000"/>
          </a:xfrm>
          <a:custGeom>
            <a:avLst/>
            <a:gdLst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102870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4130"/>
              <a:gd name="connsiteY0" fmla="*/ 0 h 10287000"/>
              <a:gd name="connsiteX1" fmla="*/ 8943975 w 8944130"/>
              <a:gd name="connsiteY1" fmla="*/ 0 h 10287000"/>
              <a:gd name="connsiteX2" fmla="*/ 8943975 w 8944130"/>
              <a:gd name="connsiteY2" fmla="*/ 10287000 h 10287000"/>
              <a:gd name="connsiteX3" fmla="*/ 0 w 8944130"/>
              <a:gd name="connsiteY3" fmla="*/ 8229600 h 10287000"/>
              <a:gd name="connsiteX4" fmla="*/ 0 w 8944130"/>
              <a:gd name="connsiteY4" fmla="*/ 0 h 10287000"/>
              <a:gd name="connsiteX0" fmla="*/ 0 w 8944130"/>
              <a:gd name="connsiteY0" fmla="*/ 0 h 10287000"/>
              <a:gd name="connsiteX1" fmla="*/ 8943975 w 8944130"/>
              <a:gd name="connsiteY1" fmla="*/ 0 h 10287000"/>
              <a:gd name="connsiteX2" fmla="*/ 8943975 w 8944130"/>
              <a:gd name="connsiteY2" fmla="*/ 10287000 h 10287000"/>
              <a:gd name="connsiteX3" fmla="*/ 0 w 8944130"/>
              <a:gd name="connsiteY3" fmla="*/ 8546123 h 10287000"/>
              <a:gd name="connsiteX4" fmla="*/ 0 w 8944130"/>
              <a:gd name="connsiteY4" fmla="*/ 0 h 10287000"/>
              <a:gd name="connsiteX0" fmla="*/ 51125 w 8995257"/>
              <a:gd name="connsiteY0" fmla="*/ 0 h 10287000"/>
              <a:gd name="connsiteX1" fmla="*/ 8995100 w 8995257"/>
              <a:gd name="connsiteY1" fmla="*/ 0 h 10287000"/>
              <a:gd name="connsiteX2" fmla="*/ 8995100 w 8995257"/>
              <a:gd name="connsiteY2" fmla="*/ 10287000 h 10287000"/>
              <a:gd name="connsiteX3" fmla="*/ 51125 w 8995257"/>
              <a:gd name="connsiteY3" fmla="*/ 8546123 h 10287000"/>
              <a:gd name="connsiteX4" fmla="*/ 51125 w 8995257"/>
              <a:gd name="connsiteY4" fmla="*/ 0 h 10287000"/>
              <a:gd name="connsiteX0" fmla="*/ 4234 w 8948364"/>
              <a:gd name="connsiteY0" fmla="*/ 0 h 10287000"/>
              <a:gd name="connsiteX1" fmla="*/ 8948209 w 8948364"/>
              <a:gd name="connsiteY1" fmla="*/ 0 h 10287000"/>
              <a:gd name="connsiteX2" fmla="*/ 8948209 w 8948364"/>
              <a:gd name="connsiteY2" fmla="*/ 10287000 h 10287000"/>
              <a:gd name="connsiteX3" fmla="*/ 4234 w 8948364"/>
              <a:gd name="connsiteY3" fmla="*/ 8546123 h 10287000"/>
              <a:gd name="connsiteX4" fmla="*/ 4234 w 8948364"/>
              <a:gd name="connsiteY4" fmla="*/ 0 h 10287000"/>
              <a:gd name="connsiteX0" fmla="*/ 0 w 8944130"/>
              <a:gd name="connsiteY0" fmla="*/ 0 h 10287000"/>
              <a:gd name="connsiteX1" fmla="*/ 8943975 w 8944130"/>
              <a:gd name="connsiteY1" fmla="*/ 0 h 10287000"/>
              <a:gd name="connsiteX2" fmla="*/ 8943975 w 8944130"/>
              <a:gd name="connsiteY2" fmla="*/ 10287000 h 10287000"/>
              <a:gd name="connsiteX3" fmla="*/ 17585 w 8944130"/>
              <a:gd name="connsiteY3" fmla="*/ 8159261 h 10287000"/>
              <a:gd name="connsiteX4" fmla="*/ 0 w 8944130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8159261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8159261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7139353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7139353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7139353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35169 w 8943975"/>
              <a:gd name="connsiteY3" fmla="*/ 6295291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35169 w 8943975"/>
              <a:gd name="connsiteY3" fmla="*/ 6295291 h 10287000"/>
              <a:gd name="connsiteX4" fmla="*/ 0 w 8943975"/>
              <a:gd name="connsiteY4" fmla="*/ 0 h 10287000"/>
              <a:gd name="connsiteX0" fmla="*/ 850 w 8944825"/>
              <a:gd name="connsiteY0" fmla="*/ 0 h 10287000"/>
              <a:gd name="connsiteX1" fmla="*/ 8944825 w 8944825"/>
              <a:gd name="connsiteY1" fmla="*/ 0 h 10287000"/>
              <a:gd name="connsiteX2" fmla="*/ 8944825 w 8944825"/>
              <a:gd name="connsiteY2" fmla="*/ 10287000 h 10287000"/>
              <a:gd name="connsiteX3" fmla="*/ 36019 w 8944825"/>
              <a:gd name="connsiteY3" fmla="*/ 6295291 h 10287000"/>
              <a:gd name="connsiteX4" fmla="*/ 850 w 8944825"/>
              <a:gd name="connsiteY4" fmla="*/ 0 h 10287000"/>
              <a:gd name="connsiteX0" fmla="*/ 8146 w 8952121"/>
              <a:gd name="connsiteY0" fmla="*/ 0 h 10287000"/>
              <a:gd name="connsiteX1" fmla="*/ 8952121 w 8952121"/>
              <a:gd name="connsiteY1" fmla="*/ 0 h 10287000"/>
              <a:gd name="connsiteX2" fmla="*/ 8952121 w 8952121"/>
              <a:gd name="connsiteY2" fmla="*/ 10287000 h 10287000"/>
              <a:gd name="connsiteX3" fmla="*/ 25730 w 8952121"/>
              <a:gd name="connsiteY3" fmla="*/ 7139352 h 10287000"/>
              <a:gd name="connsiteX4" fmla="*/ 8146 w 8952121"/>
              <a:gd name="connsiteY4" fmla="*/ 0 h 10287000"/>
              <a:gd name="connsiteX0" fmla="*/ 8146 w 8952121"/>
              <a:gd name="connsiteY0" fmla="*/ 0 h 10287000"/>
              <a:gd name="connsiteX1" fmla="*/ 8952121 w 8952121"/>
              <a:gd name="connsiteY1" fmla="*/ 0 h 10287000"/>
              <a:gd name="connsiteX2" fmla="*/ 8952121 w 8952121"/>
              <a:gd name="connsiteY2" fmla="*/ 10287000 h 10287000"/>
              <a:gd name="connsiteX3" fmla="*/ 25730 w 8952121"/>
              <a:gd name="connsiteY3" fmla="*/ 7139352 h 10287000"/>
              <a:gd name="connsiteX4" fmla="*/ 8146 w 8952121"/>
              <a:gd name="connsiteY4" fmla="*/ 0 h 10287000"/>
              <a:gd name="connsiteX0" fmla="*/ 8146 w 8952121"/>
              <a:gd name="connsiteY0" fmla="*/ 0 h 10287000"/>
              <a:gd name="connsiteX1" fmla="*/ 8952121 w 8952121"/>
              <a:gd name="connsiteY1" fmla="*/ 0 h 10287000"/>
              <a:gd name="connsiteX2" fmla="*/ 8952121 w 8952121"/>
              <a:gd name="connsiteY2" fmla="*/ 10287000 h 10287000"/>
              <a:gd name="connsiteX3" fmla="*/ 25730 w 8952121"/>
              <a:gd name="connsiteY3" fmla="*/ 6488721 h 10287000"/>
              <a:gd name="connsiteX4" fmla="*/ 8146 w 8952121"/>
              <a:gd name="connsiteY4" fmla="*/ 0 h 10287000"/>
              <a:gd name="connsiteX0" fmla="*/ 1623 w 8945598"/>
              <a:gd name="connsiteY0" fmla="*/ 0 h 10287000"/>
              <a:gd name="connsiteX1" fmla="*/ 8945598 w 8945598"/>
              <a:gd name="connsiteY1" fmla="*/ 0 h 10287000"/>
              <a:gd name="connsiteX2" fmla="*/ 8945598 w 8945598"/>
              <a:gd name="connsiteY2" fmla="*/ 10287000 h 10287000"/>
              <a:gd name="connsiteX3" fmla="*/ 19207 w 8945598"/>
              <a:gd name="connsiteY3" fmla="*/ 6488721 h 10287000"/>
              <a:gd name="connsiteX4" fmla="*/ 1623 w 8945598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45598" h="10287000">
                <a:moveTo>
                  <a:pt x="1623" y="0"/>
                </a:moveTo>
                <a:lnTo>
                  <a:pt x="8945598" y="0"/>
                </a:lnTo>
                <a:lnTo>
                  <a:pt x="8945598" y="10287000"/>
                </a:lnTo>
                <a:cubicBezTo>
                  <a:pt x="7634812" y="8581292"/>
                  <a:pt x="46317" y="11148646"/>
                  <a:pt x="19207" y="6488721"/>
                </a:cubicBezTo>
                <a:cubicBezTo>
                  <a:pt x="-7903" y="1828796"/>
                  <a:pt x="1623" y="2848708"/>
                  <a:pt x="1623" y="0"/>
                </a:cubicBezTo>
                <a:close/>
              </a:path>
            </a:pathLst>
          </a:custGeom>
          <a:blipFill>
            <a:blip r:embed="rId10"/>
            <a:stretch>
              <a:fillRect l="-29344" r="-75092"/>
            </a:stretch>
          </a:blipFill>
          <a:scene3d>
            <a:camera prst="orthographicFront"/>
            <a:lightRig rig="threePt" dir="t"/>
          </a:scene3d>
          <a:sp3d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1396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ый с мокапами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1912D4C-FB49-97F9-75A2-C7CDFB2C766E}"/>
              </a:ext>
            </a:extLst>
          </p:cNvPr>
          <p:cNvSpPr/>
          <p:nvPr userDrawn="1"/>
        </p:nvSpPr>
        <p:spPr>
          <a:xfrm>
            <a:off x="9315110" y="0"/>
            <a:ext cx="8972890" cy="10302498"/>
          </a:xfrm>
          <a:prstGeom prst="rect">
            <a:avLst/>
          </a:prstGeom>
          <a:solidFill>
            <a:srgbClr val="F504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SmartArt 2">
            <a:extLst>
              <a:ext uri="{FF2B5EF4-FFF2-40B4-BE49-F238E27FC236}">
                <a16:creationId xmlns:a16="http://schemas.microsoft.com/office/drawing/2014/main" id="{C733A815-935C-25B8-6AE6-958044F0E411}"/>
              </a:ext>
            </a:extLst>
          </p:cNvPr>
          <p:cNvSpPr>
            <a:spLocks noGrp="1"/>
          </p:cNvSpPr>
          <p:nvPr>
            <p:ph type="dgm" sz="quarter" idx="73" hasCustomPrompt="1"/>
          </p:nvPr>
        </p:nvSpPr>
        <p:spPr>
          <a:xfrm>
            <a:off x="9706883" y="478294"/>
            <a:ext cx="3703200" cy="779947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18" name="Рисунок 19">
            <a:extLst>
              <a:ext uri="{FF2B5EF4-FFF2-40B4-BE49-F238E27FC236}">
                <a16:creationId xmlns:a16="http://schemas.microsoft.com/office/drawing/2014/main" id="{71FB411C-F7FA-78FC-4D83-D777EE39FC2F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9818742" y="583804"/>
            <a:ext cx="3484038" cy="7573582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91302559-B937-824C-F54F-7A535664C9AD}"/>
              </a:ext>
            </a:extLst>
          </p:cNvPr>
          <p:cNvSpPr/>
          <p:nvPr userDrawn="1"/>
        </p:nvSpPr>
        <p:spPr>
          <a:xfrm>
            <a:off x="10954321" y="8111667"/>
            <a:ext cx="1229241" cy="45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D9456C9-702E-7CAD-928F-672423E1DB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7530" y="7253206"/>
            <a:ext cx="8990470" cy="3049292"/>
          </a:xfrm>
          <a:prstGeom prst="rect">
            <a:avLst/>
          </a:prstGeom>
        </p:spPr>
      </p:pic>
      <p:pic>
        <p:nvPicPr>
          <p:cNvPr id="5" name="Frame 2087329409">
            <a:extLst>
              <a:ext uri="{FF2B5EF4-FFF2-40B4-BE49-F238E27FC236}">
                <a16:creationId xmlns:a16="http://schemas.microsoft.com/office/drawing/2014/main" id="{13F8C6DF-F5C6-D384-BAF2-A4F03CD2D7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37260" y="8829675"/>
            <a:ext cx="2200275" cy="504825"/>
          </a:xfrm>
          <a:prstGeom prst="rect">
            <a:avLst/>
          </a:prstGeom>
        </p:spPr>
      </p:pic>
      <p:pic>
        <p:nvPicPr>
          <p:cNvPr id="6" name="Frame 2087329418">
            <a:extLst>
              <a:ext uri="{FF2B5EF4-FFF2-40B4-BE49-F238E27FC236}">
                <a16:creationId xmlns:a16="http://schemas.microsoft.com/office/drawing/2014/main" id="{519249DD-9392-14AB-C61E-61760B6596C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213735" y="8829675"/>
            <a:ext cx="1143000" cy="504825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5384119"/>
            <a:ext cx="8206740" cy="1595437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7260" y="7208156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0156C3FD-8BC5-B9E7-A3F8-9697B6811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937260" y="8829675"/>
            <a:ext cx="218269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0EDD9B6-A37B-A59C-ABA6-948705394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13100" y="8829675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2026</a:t>
            </a:r>
          </a:p>
        </p:txBody>
      </p:sp>
      <p:sp>
        <p:nvSpPr>
          <p:cNvPr id="8" name="Рисунок SmartArt 7">
            <a:extLst>
              <a:ext uri="{FF2B5EF4-FFF2-40B4-BE49-F238E27FC236}">
                <a16:creationId xmlns:a16="http://schemas.microsoft.com/office/drawing/2014/main" id="{75EAB4F1-94AF-78DA-3878-37CD682F7300}"/>
              </a:ext>
            </a:extLst>
          </p:cNvPr>
          <p:cNvSpPr>
            <a:spLocks noGrp="1"/>
          </p:cNvSpPr>
          <p:nvPr>
            <p:ph type="dgm" sz="quarter" idx="74" hasCustomPrompt="1"/>
          </p:nvPr>
        </p:nvSpPr>
        <p:spPr>
          <a:xfrm>
            <a:off x="11032916" y="704846"/>
            <a:ext cx="1027113" cy="295275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SmartArt 2">
            <a:extLst>
              <a:ext uri="{FF2B5EF4-FFF2-40B4-BE49-F238E27FC236}">
                <a16:creationId xmlns:a16="http://schemas.microsoft.com/office/drawing/2014/main" id="{F6D76DFD-CB0E-5650-2323-7201EF56B692}"/>
              </a:ext>
            </a:extLst>
          </p:cNvPr>
          <p:cNvSpPr>
            <a:spLocks noGrp="1"/>
          </p:cNvSpPr>
          <p:nvPr>
            <p:ph type="dgm" sz="quarter" idx="75" hasCustomPrompt="1"/>
          </p:nvPr>
        </p:nvSpPr>
        <p:spPr>
          <a:xfrm>
            <a:off x="13810532" y="1169666"/>
            <a:ext cx="3703200" cy="779947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11" name="Рисунок 19">
            <a:extLst>
              <a:ext uri="{FF2B5EF4-FFF2-40B4-BE49-F238E27FC236}">
                <a16:creationId xmlns:a16="http://schemas.microsoft.com/office/drawing/2014/main" id="{FCADD19C-4FB6-5D43-9EB8-E28D0A1FEAA3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3922391" y="1275176"/>
            <a:ext cx="3484038" cy="7573583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918EEACB-3FCA-0FC3-725A-6DC358845677}"/>
              </a:ext>
            </a:extLst>
          </p:cNvPr>
          <p:cNvSpPr/>
          <p:nvPr userDrawn="1"/>
        </p:nvSpPr>
        <p:spPr>
          <a:xfrm>
            <a:off x="15057970" y="8803039"/>
            <a:ext cx="1229241" cy="45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Рисунок SmartArt 7">
            <a:extLst>
              <a:ext uri="{FF2B5EF4-FFF2-40B4-BE49-F238E27FC236}">
                <a16:creationId xmlns:a16="http://schemas.microsoft.com/office/drawing/2014/main" id="{EFCC6D99-8498-7457-1302-6AEE8E388267}"/>
              </a:ext>
            </a:extLst>
          </p:cNvPr>
          <p:cNvSpPr>
            <a:spLocks noGrp="1"/>
          </p:cNvSpPr>
          <p:nvPr>
            <p:ph type="dgm" sz="quarter" idx="77" hasCustomPrompt="1"/>
          </p:nvPr>
        </p:nvSpPr>
        <p:spPr>
          <a:xfrm>
            <a:off x="15136565" y="1396218"/>
            <a:ext cx="1027113" cy="295275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1" name="Рисунок 3">
            <a:extLst>
              <a:ext uri="{FF2B5EF4-FFF2-40B4-BE49-F238E27FC236}">
                <a16:creationId xmlns:a16="http://schemas.microsoft.com/office/drawing/2014/main" id="{738C3F70-7B00-E168-389E-7E2644B8CE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3700" y="952500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2" name="Текст 16">
            <a:extLst>
              <a:ext uri="{FF2B5EF4-FFF2-40B4-BE49-F238E27FC236}">
                <a16:creationId xmlns:a16="http://schemas.microsoft.com/office/drawing/2014/main" id="{97D0003D-4D61-9DA0-290D-6C38035AA8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25" y="952500"/>
            <a:ext cx="1857375" cy="714375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5" name="Текст 16">
            <a:extLst>
              <a:ext uri="{FF2B5EF4-FFF2-40B4-BE49-F238E27FC236}">
                <a16:creationId xmlns:a16="http://schemas.microsoft.com/office/drawing/2014/main" id="{23D00BC4-25F7-27AA-4BF4-F333C44FDB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25189" y="952500"/>
            <a:ext cx="2293191" cy="714375"/>
          </a:xfr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6393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ый с ноутбуком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Frame 2087329409">
            <a:extLst>
              <a:ext uri="{FF2B5EF4-FFF2-40B4-BE49-F238E27FC236}">
                <a16:creationId xmlns:a16="http://schemas.microsoft.com/office/drawing/2014/main" id="{13F8C6DF-F5C6-D384-BAF2-A4F03CD2D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37260" y="8829675"/>
            <a:ext cx="2200275" cy="504825"/>
          </a:xfrm>
          <a:prstGeom prst="rect">
            <a:avLst/>
          </a:prstGeom>
        </p:spPr>
      </p:pic>
      <p:pic>
        <p:nvPicPr>
          <p:cNvPr id="6" name="Frame 2087329418">
            <a:extLst>
              <a:ext uri="{FF2B5EF4-FFF2-40B4-BE49-F238E27FC236}">
                <a16:creationId xmlns:a16="http://schemas.microsoft.com/office/drawing/2014/main" id="{519249DD-9392-14AB-C61E-61760B6596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13735" y="8829675"/>
            <a:ext cx="1143000" cy="504825"/>
          </a:xfrm>
          <a:prstGeom prst="rect">
            <a:avLst/>
          </a:prstGeom>
        </p:spPr>
      </p:pic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0156C3FD-8BC5-B9E7-A3F8-9697B6811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937260" y="8829675"/>
            <a:ext cx="218269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0EDD9B6-A37B-A59C-ABA6-948705394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13100" y="8829675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2026</a:t>
            </a:r>
          </a:p>
        </p:txBody>
      </p:sp>
      <p:pic>
        <p:nvPicPr>
          <p:cNvPr id="8" name="Intersect" descr="preencoded.png">
            <a:extLst>
              <a:ext uri="{FF2B5EF4-FFF2-40B4-BE49-F238E27FC236}">
                <a16:creationId xmlns:a16="http://schemas.microsoft.com/office/drawing/2014/main" id="{61E7F8D8-AF0D-0B63-B100-F30EC1276DA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9344025" y="0"/>
            <a:ext cx="8943975" cy="10287000"/>
          </a:xfrm>
          <a:prstGeom prst="rect">
            <a:avLst/>
          </a:prstGeom>
        </p:spPr>
      </p:pic>
      <p:pic>
        <p:nvPicPr>
          <p:cNvPr id="2" name="Device - Macbook Pro" descr="preencoded.png">
            <a:extLst>
              <a:ext uri="{FF2B5EF4-FFF2-40B4-BE49-F238E27FC236}">
                <a16:creationId xmlns:a16="http://schemas.microsoft.com/office/drawing/2014/main" id="{0A606B9E-0E79-F0E1-DDB1-AC6E37F9200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7991475" y="1666875"/>
            <a:ext cx="10296525" cy="7772177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5384119"/>
            <a:ext cx="8206740" cy="1595437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7260" y="7208156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2470CB32-DA42-EFC1-FF90-73BD7B7DBE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440863" y="2051222"/>
            <a:ext cx="9563100" cy="5906529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29C46570-850C-3748-5FD7-13C2EA0D1F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3700" y="952500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1CBA4968-2A83-9C28-76F5-61199A896A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25" y="952500"/>
            <a:ext cx="1857375" cy="714375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93B6B17E-898C-C8AB-1821-ECA651623A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25189" y="952500"/>
            <a:ext cx="2293191" cy="714375"/>
          </a:xfr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6101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ый с лого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2087325700" descr="preencoded.png">
            <a:extLst>
              <a:ext uri="{FF2B5EF4-FFF2-40B4-BE49-F238E27FC236}">
                <a16:creationId xmlns:a16="http://schemas.microsoft.com/office/drawing/2014/main" id="{17252BA8-E917-1071-9798-1EE8EE7864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695533" y="0"/>
            <a:ext cx="7592467" cy="8667569"/>
          </a:xfrm>
          <a:prstGeom prst="rect">
            <a:avLst/>
          </a:prstGeom>
        </p:spPr>
      </p:pic>
      <p:pic>
        <p:nvPicPr>
          <p:cNvPr id="5" name="Frame 2087329409">
            <a:extLst>
              <a:ext uri="{FF2B5EF4-FFF2-40B4-BE49-F238E27FC236}">
                <a16:creationId xmlns:a16="http://schemas.microsoft.com/office/drawing/2014/main" id="{13F8C6DF-F5C6-D384-BAF2-A4F03CD2D7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3961327" y="8755533"/>
            <a:ext cx="2200275" cy="504825"/>
          </a:xfrm>
          <a:prstGeom prst="rect">
            <a:avLst/>
          </a:prstGeom>
        </p:spPr>
      </p:pic>
      <p:pic>
        <p:nvPicPr>
          <p:cNvPr id="6" name="Frame 2087329418">
            <a:extLst>
              <a:ext uri="{FF2B5EF4-FFF2-40B4-BE49-F238E27FC236}">
                <a16:creationId xmlns:a16="http://schemas.microsoft.com/office/drawing/2014/main" id="{519249DD-9392-14AB-C61E-61760B6596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6237802" y="8755533"/>
            <a:ext cx="1143000" cy="504825"/>
          </a:xfrm>
          <a:prstGeom prst="rect">
            <a:avLst/>
          </a:prstGeom>
        </p:spPr>
      </p:pic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0156C3FD-8BC5-B9E7-A3F8-9697B6811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961327" y="8755533"/>
            <a:ext cx="218269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0EDD9B6-A37B-A59C-ABA6-948705394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237167" y="8755533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2026</a:t>
            </a:r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5143500"/>
            <a:ext cx="10295032" cy="2973224"/>
          </a:xfrm>
        </p:spPr>
        <p:txBody>
          <a:bodyPr anchor="t">
            <a:noAutofit/>
          </a:bodyPr>
          <a:lstStyle>
            <a:lvl1pPr algn="l">
              <a:defRPr sz="12000"/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7260" y="8357343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sp>
        <p:nvSpPr>
          <p:cNvPr id="11" name="Рисунок 3">
            <a:extLst>
              <a:ext uri="{FF2B5EF4-FFF2-40B4-BE49-F238E27FC236}">
                <a16:creationId xmlns:a16="http://schemas.microsoft.com/office/drawing/2014/main" id="{6626040C-EF95-5DB8-2B77-81A40D12E34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3700" y="952500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BD426D95-93A7-5982-35A7-F80F0156E5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25" y="952500"/>
            <a:ext cx="1857375" cy="714375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4" name="Текст 16">
            <a:extLst>
              <a:ext uri="{FF2B5EF4-FFF2-40B4-BE49-F238E27FC236}">
                <a16:creationId xmlns:a16="http://schemas.microsoft.com/office/drawing/2014/main" id="{280E771A-0503-6E9B-0E8F-261E80F4A6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25189" y="952500"/>
            <a:ext cx="2293191" cy="714375"/>
          </a:xfr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7285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ый с лого мин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EFD62D56-DB63-ACC9-8ECF-2BE60FAD3F01}"/>
              </a:ext>
            </a:extLst>
          </p:cNvPr>
          <p:cNvSpPr/>
          <p:nvPr userDrawn="1"/>
        </p:nvSpPr>
        <p:spPr>
          <a:xfrm>
            <a:off x="762000" y="762000"/>
            <a:ext cx="16764000" cy="8763000"/>
          </a:xfrm>
          <a:prstGeom prst="roundRect">
            <a:avLst>
              <a:gd name="adj" fmla="val 77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5" name="Group 2087325700" descr="preencoded.png">
            <a:extLst>
              <a:ext uri="{FF2B5EF4-FFF2-40B4-BE49-F238E27FC236}">
                <a16:creationId xmlns:a16="http://schemas.microsoft.com/office/drawing/2014/main" id="{14D8B1E8-F2C0-98C9-B793-9DACD219F8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527059" y="762000"/>
            <a:ext cx="8001671" cy="9134717"/>
          </a:xfrm>
          <a:prstGeom prst="rect">
            <a:avLst/>
          </a:prstGeom>
        </p:spPr>
      </p:pic>
      <p:pic>
        <p:nvPicPr>
          <p:cNvPr id="5" name="Frame 2087329409">
            <a:extLst>
              <a:ext uri="{FF2B5EF4-FFF2-40B4-BE49-F238E27FC236}">
                <a16:creationId xmlns:a16="http://schemas.microsoft.com/office/drawing/2014/main" id="{13F8C6DF-F5C6-D384-BAF2-A4F03CD2D7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616887" y="8071790"/>
            <a:ext cx="2200275" cy="504825"/>
          </a:xfrm>
          <a:prstGeom prst="rect">
            <a:avLst/>
          </a:prstGeom>
        </p:spPr>
      </p:pic>
      <p:pic>
        <p:nvPicPr>
          <p:cNvPr id="6" name="Frame 2087329418">
            <a:extLst>
              <a:ext uri="{FF2B5EF4-FFF2-40B4-BE49-F238E27FC236}">
                <a16:creationId xmlns:a16="http://schemas.microsoft.com/office/drawing/2014/main" id="{519249DD-9392-14AB-C61E-61760B6596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942790" y="8071790"/>
            <a:ext cx="1143000" cy="504825"/>
          </a:xfrm>
          <a:prstGeom prst="rect">
            <a:avLst/>
          </a:prstGeom>
        </p:spPr>
      </p:pic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0156C3FD-8BC5-B9E7-A3F8-9697B6811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16887" y="8071790"/>
            <a:ext cx="220027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0EDD9B6-A37B-A59C-ABA6-948705394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2155" y="8071790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2026</a:t>
            </a:r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4530" y="4815706"/>
            <a:ext cx="8206740" cy="1595437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4530" y="6639743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5197F24-529B-C157-EF73-1D89335F695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9" name="Рисунок 3">
            <a:extLst>
              <a:ext uri="{FF2B5EF4-FFF2-40B4-BE49-F238E27FC236}">
                <a16:creationId xmlns:a16="http://schemas.microsoft.com/office/drawing/2014/main" id="{A064737F-34A3-D217-9E32-958F69E1975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23962" y="1717291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6AB93410-A300-1BC2-450B-481870A6BA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16887" y="1717291"/>
            <a:ext cx="1857375" cy="714375"/>
          </a:xfr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A2FA561F-82AC-C509-C1D0-1F9A750D9E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05451" y="1717291"/>
            <a:ext cx="2293191" cy="714375"/>
          </a:xfr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097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ый с фото мин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EFD62D56-DB63-ACC9-8ECF-2BE60FAD3F01}"/>
              </a:ext>
            </a:extLst>
          </p:cNvPr>
          <p:cNvSpPr/>
          <p:nvPr userDrawn="1"/>
        </p:nvSpPr>
        <p:spPr>
          <a:xfrm>
            <a:off x="762000" y="762000"/>
            <a:ext cx="16764000" cy="8763000"/>
          </a:xfrm>
          <a:prstGeom prst="roundRect">
            <a:avLst>
              <a:gd name="adj" fmla="val 77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" name="Frame 2087329409">
            <a:extLst>
              <a:ext uri="{FF2B5EF4-FFF2-40B4-BE49-F238E27FC236}">
                <a16:creationId xmlns:a16="http://schemas.microsoft.com/office/drawing/2014/main" id="{13F8C6DF-F5C6-D384-BAF2-A4F03CD2D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16887" y="8071790"/>
            <a:ext cx="2200275" cy="504825"/>
          </a:xfrm>
          <a:prstGeom prst="rect">
            <a:avLst/>
          </a:prstGeom>
        </p:spPr>
      </p:pic>
      <p:pic>
        <p:nvPicPr>
          <p:cNvPr id="6" name="Frame 2087329418">
            <a:extLst>
              <a:ext uri="{FF2B5EF4-FFF2-40B4-BE49-F238E27FC236}">
                <a16:creationId xmlns:a16="http://schemas.microsoft.com/office/drawing/2014/main" id="{519249DD-9392-14AB-C61E-61760B6596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942790" y="8071790"/>
            <a:ext cx="1143000" cy="504825"/>
          </a:xfrm>
          <a:prstGeom prst="rect">
            <a:avLst/>
          </a:prstGeom>
        </p:spPr>
      </p:pic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0156C3FD-8BC5-B9E7-A3F8-9697B6811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16887" y="8071790"/>
            <a:ext cx="220027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0EDD9B6-A37B-A59C-ABA6-948705394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2155" y="8071790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2026</a:t>
            </a:r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4530" y="4815706"/>
            <a:ext cx="8206740" cy="1595437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4530" y="6639743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sp>
        <p:nvSpPr>
          <p:cNvPr id="10" name="Рисунок 3">
            <a:extLst>
              <a:ext uri="{FF2B5EF4-FFF2-40B4-BE49-F238E27FC236}">
                <a16:creationId xmlns:a16="http://schemas.microsoft.com/office/drawing/2014/main" id="{CE7EF513-2302-CAE6-6512-349245DAF97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23962" y="1717291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DC4B12B6-929F-CF1E-266C-37F67A74FE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16887" y="1717291"/>
            <a:ext cx="1857375" cy="714375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40D96478-811C-9DAA-57FA-8D9414A16E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05451" y="1717291"/>
            <a:ext cx="2293191" cy="714375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Рисунок 2">
            <a:extLst>
              <a:ext uri="{FF2B5EF4-FFF2-40B4-BE49-F238E27FC236}">
                <a16:creationId xmlns:a16="http://schemas.microsoft.com/office/drawing/2014/main" id="{178221EC-589C-31F9-AFF2-32E3C52260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195222" y="762000"/>
            <a:ext cx="6330778" cy="8763000"/>
          </a:xfrm>
          <a:prstGeom prst="round2SameRect">
            <a:avLst>
              <a:gd name="adj1" fmla="val 10036"/>
              <a:gd name="adj2" fmla="val 10569"/>
            </a:avLst>
          </a:prstGeom>
          <a:blipFill>
            <a:blip r:embed="rId10"/>
            <a:srcRect/>
            <a:stretch>
              <a:fillRect l="-49816" r="-9626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1196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расный с фото мин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EFD62D56-DB63-ACC9-8ECF-2BE60FAD3F01}"/>
              </a:ext>
            </a:extLst>
          </p:cNvPr>
          <p:cNvSpPr/>
          <p:nvPr userDrawn="1"/>
        </p:nvSpPr>
        <p:spPr>
          <a:xfrm>
            <a:off x="762000" y="762000"/>
            <a:ext cx="16764000" cy="8763000"/>
          </a:xfrm>
          <a:prstGeom prst="roundRect">
            <a:avLst>
              <a:gd name="adj" fmla="val 7783"/>
            </a:avLst>
          </a:prstGeom>
          <a:solidFill>
            <a:srgbClr val="FF25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Frame 2087329409" descr="preencoded.png">
            <a:extLst>
              <a:ext uri="{FF2B5EF4-FFF2-40B4-BE49-F238E27FC236}">
                <a16:creationId xmlns:a16="http://schemas.microsoft.com/office/drawing/2014/main" id="{DEC80248-E24C-BA0A-74ED-DEE87C35ED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12174" y="8088261"/>
            <a:ext cx="2200275" cy="504825"/>
          </a:xfrm>
          <a:prstGeom prst="rect">
            <a:avLst/>
          </a:prstGeom>
        </p:spPr>
      </p:pic>
      <p:pic>
        <p:nvPicPr>
          <p:cNvPr id="10" name="Frame 2087329418" descr="preencoded.png">
            <a:extLst>
              <a:ext uri="{FF2B5EF4-FFF2-40B4-BE49-F238E27FC236}">
                <a16:creationId xmlns:a16="http://schemas.microsoft.com/office/drawing/2014/main" id="{D2D8E6D6-5DE6-E8D6-25C5-5227BCF340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950434" y="8088261"/>
            <a:ext cx="1143000" cy="504825"/>
          </a:xfrm>
          <a:prstGeom prst="rect">
            <a:avLst/>
          </a:prstGeom>
        </p:spPr>
      </p:pic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0156C3FD-8BC5-B9E7-A3F8-9697B6811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716899" y="8119450"/>
            <a:ext cx="2000250" cy="458932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0EDD9B6-A37B-A59C-ABA6-948705394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94110" y="8119450"/>
            <a:ext cx="1039091" cy="45893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2026</a:t>
            </a:r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4530" y="4815706"/>
            <a:ext cx="8206740" cy="1595437"/>
          </a:xfrm>
        </p:spPr>
        <p:txBody>
          <a:bodyPr anchor="t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4530" y="6639743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CC9205CA-DADA-36B1-EA38-3A16BCD10D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23962" y="1717291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F937EBD6-A41B-ACA0-BB36-FD9521657C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16887" y="1717291"/>
            <a:ext cx="1857375" cy="714375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4DAF236C-0099-600C-BA8E-8C786203D5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05451" y="1717291"/>
            <a:ext cx="2293191" cy="714375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E29C2C9-86FF-F1CF-8345-37AE1B4773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195222" y="762000"/>
            <a:ext cx="6330778" cy="8763000"/>
          </a:xfrm>
          <a:prstGeom prst="round2SameRect">
            <a:avLst>
              <a:gd name="adj1" fmla="val 10036"/>
              <a:gd name="adj2" fmla="val 10569"/>
            </a:avLst>
          </a:prstGeom>
          <a:blipFill>
            <a:blip r:embed="rId10"/>
            <a:srcRect/>
            <a:stretch>
              <a:fillRect l="-49816" r="-9626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9909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этапа в ря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82A0FC28-554E-C181-B6D8-690EE1D8235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52500" y="2476500"/>
            <a:ext cx="3924300" cy="65151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238" y="3441945"/>
            <a:ext cx="3268662" cy="874712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или 2 строки</a:t>
            </a:r>
          </a:p>
        </p:txBody>
      </p:sp>
      <p:sp>
        <p:nvSpPr>
          <p:cNvPr id="42" name="Текст 41">
            <a:extLst>
              <a:ext uri="{FF2B5EF4-FFF2-40B4-BE49-F238E27FC236}">
                <a16:creationId xmlns:a16="http://schemas.microsoft.com/office/drawing/2014/main" id="{CA8EB38A-CC67-9B77-4CD3-CFC0B0FFB9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5237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81D20301-043D-7A96-6727-972B3B874D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8" y="4310032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5" name="Рисунок 7">
            <a:extLst>
              <a:ext uri="{FF2B5EF4-FFF2-40B4-BE49-F238E27FC236}">
                <a16:creationId xmlns:a16="http://schemas.microsoft.com/office/drawing/2014/main" id="{E51B7E66-3FC7-30F1-6535-762D81AD7FC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095875" y="2476500"/>
            <a:ext cx="3924300" cy="65151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703F19F-187B-1863-7EF3-5532AF2F1B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08613" y="3441945"/>
            <a:ext cx="3268662" cy="874712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или 2 строки</a:t>
            </a:r>
          </a:p>
        </p:txBody>
      </p:sp>
      <p:sp>
        <p:nvSpPr>
          <p:cNvPr id="17" name="Текст 41">
            <a:extLst>
              <a:ext uri="{FF2B5EF4-FFF2-40B4-BE49-F238E27FC236}">
                <a16:creationId xmlns:a16="http://schemas.microsoft.com/office/drawing/2014/main" id="{3C552793-89C5-91EF-B60C-32C21F4BE29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8612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3CE2A76-08B8-FF2E-F1D8-1F224A63D98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8613" y="4310032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9" name="Рисунок 7">
            <a:extLst>
              <a:ext uri="{FF2B5EF4-FFF2-40B4-BE49-F238E27FC236}">
                <a16:creationId xmlns:a16="http://schemas.microsoft.com/office/drawing/2014/main" id="{BDDD2059-7226-D2BD-54E0-18E0BB7D28C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283700" y="2476500"/>
            <a:ext cx="3924300" cy="65151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ABFF9C8F-4B65-20FA-C508-33AE1F23AD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596438" y="3441945"/>
            <a:ext cx="3268662" cy="874712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или 2 строки</a:t>
            </a:r>
          </a:p>
        </p:txBody>
      </p:sp>
      <p:sp>
        <p:nvSpPr>
          <p:cNvPr id="21" name="Текст 41">
            <a:extLst>
              <a:ext uri="{FF2B5EF4-FFF2-40B4-BE49-F238E27FC236}">
                <a16:creationId xmlns:a16="http://schemas.microsoft.com/office/drawing/2014/main" id="{0F2A5F2F-0F8A-B496-3B9D-154577443B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96437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95CE011B-FC10-ABAC-B2F5-7FC0F0EF7C1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596438" y="4310032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23" name="Рисунок 7">
            <a:extLst>
              <a:ext uri="{FF2B5EF4-FFF2-40B4-BE49-F238E27FC236}">
                <a16:creationId xmlns:a16="http://schemas.microsoft.com/office/drawing/2014/main" id="{1ABDDE68-6258-DDCB-028F-0E208115B9F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3427075" y="2476500"/>
            <a:ext cx="3924300" cy="65151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C2701936-EEE7-4A74-3B17-5F34A511867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739813" y="3441945"/>
            <a:ext cx="3268662" cy="874712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или 2 строки</a:t>
            </a:r>
          </a:p>
        </p:txBody>
      </p:sp>
      <p:sp>
        <p:nvSpPr>
          <p:cNvPr id="25" name="Текст 41">
            <a:extLst>
              <a:ext uri="{FF2B5EF4-FFF2-40B4-BE49-F238E27FC236}">
                <a16:creationId xmlns:a16="http://schemas.microsoft.com/office/drawing/2014/main" id="{77460E1E-7D30-A1F0-E715-2BE18DF5D80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739812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710F118A-A9C7-FBCB-475D-F2E68F80F73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739813" y="4310032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AB3A2906-96D7-3032-C81F-96288266A17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5C4C34EF-2C9E-0BFD-D2B1-340C09990C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B92FB17D-E193-4B82-E25F-F8D3D919E5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6849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этапа в 2 столб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" name="Рисунок 7">
            <a:extLst>
              <a:ext uri="{FF2B5EF4-FFF2-40B4-BE49-F238E27FC236}">
                <a16:creationId xmlns:a16="http://schemas.microsoft.com/office/drawing/2014/main" id="{DD57CA30-12AE-4724-4AEC-8C72599BDB7E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52499" y="2476500"/>
            <a:ext cx="8077199" cy="314325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C1EA785B-7BF1-35BE-A3B8-6A1FDCE780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238" y="3441945"/>
            <a:ext cx="7422876" cy="493330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строку</a:t>
            </a:r>
          </a:p>
        </p:txBody>
      </p:sp>
      <p:sp>
        <p:nvSpPr>
          <p:cNvPr id="9" name="Текст 41">
            <a:extLst>
              <a:ext uri="{FF2B5EF4-FFF2-40B4-BE49-F238E27FC236}">
                <a16:creationId xmlns:a16="http://schemas.microsoft.com/office/drawing/2014/main" id="{68C8B1C9-94A4-06F0-2692-F35CF0BB3A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5237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6C0FC9EB-E686-489A-89CF-AE6EC6594C4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7" y="4030497"/>
            <a:ext cx="7422876" cy="13570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3" name="Рисунок 7">
            <a:extLst>
              <a:ext uri="{FF2B5EF4-FFF2-40B4-BE49-F238E27FC236}">
                <a16:creationId xmlns:a16="http://schemas.microsoft.com/office/drawing/2014/main" id="{4B7A92C8-076E-C35D-9A96-FAE7511506A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252438" y="2476500"/>
            <a:ext cx="8077199" cy="314325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1CDE9DAA-2970-E8C9-7069-1C5C6323A2C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65177" y="3441945"/>
            <a:ext cx="7422876" cy="493330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строку</a:t>
            </a:r>
          </a:p>
        </p:txBody>
      </p:sp>
      <p:sp>
        <p:nvSpPr>
          <p:cNvPr id="21" name="Текст 41">
            <a:extLst>
              <a:ext uri="{FF2B5EF4-FFF2-40B4-BE49-F238E27FC236}">
                <a16:creationId xmlns:a16="http://schemas.microsoft.com/office/drawing/2014/main" id="{548FAD3B-8B81-734E-4404-4FCEBA08E7C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65176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E48F2E52-0B45-F1DA-9053-25F1F197797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65176" y="4030497"/>
            <a:ext cx="7422876" cy="13570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29" name="Рисунок 7">
            <a:extLst>
              <a:ext uri="{FF2B5EF4-FFF2-40B4-BE49-F238E27FC236}">
                <a16:creationId xmlns:a16="http://schemas.microsoft.com/office/drawing/2014/main" id="{69614646-25A9-41DA-BE0E-9B7B3C0162B3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52499" y="5835162"/>
            <a:ext cx="8077199" cy="314325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CC626588-86FE-F8B3-F8E7-F1EBBED4C26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65238" y="6800607"/>
            <a:ext cx="7422876" cy="493330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строку</a:t>
            </a:r>
          </a:p>
        </p:txBody>
      </p:sp>
      <p:sp>
        <p:nvSpPr>
          <p:cNvPr id="31" name="Текст 41">
            <a:extLst>
              <a:ext uri="{FF2B5EF4-FFF2-40B4-BE49-F238E27FC236}">
                <a16:creationId xmlns:a16="http://schemas.microsoft.com/office/drawing/2014/main" id="{85366229-1D86-8CC8-ED45-0F664903916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65237" y="6118143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7DF7334C-BB12-2D53-00BD-BEB1681E9AE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65237" y="7389159"/>
            <a:ext cx="7422876" cy="13570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34" name="Рисунок 7">
            <a:extLst>
              <a:ext uri="{FF2B5EF4-FFF2-40B4-BE49-F238E27FC236}">
                <a16:creationId xmlns:a16="http://schemas.microsoft.com/office/drawing/2014/main" id="{CA1A5C96-4280-145A-D6A8-0632748D08A5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252438" y="5835162"/>
            <a:ext cx="8077199" cy="314325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15E05DAB-E184-307F-9907-A288F6457A3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565177" y="6800607"/>
            <a:ext cx="7422876" cy="493330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строку</a:t>
            </a:r>
          </a:p>
        </p:txBody>
      </p:sp>
      <p:sp>
        <p:nvSpPr>
          <p:cNvPr id="36" name="Текст 41">
            <a:extLst>
              <a:ext uri="{FF2B5EF4-FFF2-40B4-BE49-F238E27FC236}">
                <a16:creationId xmlns:a16="http://schemas.microsoft.com/office/drawing/2014/main" id="{8D1D4206-835C-D556-158B-AA515F7D49D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565176" y="6118143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3EB55CB7-3AE4-BED8-F8AF-C80D7EB425F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565176" y="7389159"/>
            <a:ext cx="7422876" cy="13570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A73F8263-B661-50BE-0537-E9F5D50F976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Текст 16">
            <a:extLst>
              <a:ext uri="{FF2B5EF4-FFF2-40B4-BE49-F238E27FC236}">
                <a16:creationId xmlns:a16="http://schemas.microsoft.com/office/drawing/2014/main" id="{57D99188-62F8-DEDA-A5DF-8CD2DE27C4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84A1E384-0FDB-401B-4E23-88A4F17E66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62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 ряд с большой цифройё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2499" y="2383155"/>
            <a:ext cx="12339431" cy="757610"/>
          </a:xfrm>
        </p:spPr>
        <p:txBody>
          <a:bodyPr>
            <a:noAutofit/>
          </a:bodyPr>
          <a:lstStyle>
            <a:lvl1pPr>
              <a:defRPr sz="20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 Разместите свой текст здесь. Текст может быть в несколько строк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8569A155-D24B-4FB4-6A61-88584A3FD0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499" y="6281530"/>
            <a:ext cx="2705101" cy="1622314"/>
          </a:xfrm>
        </p:spPr>
        <p:txBody>
          <a:bodyPr>
            <a:noAutofit/>
          </a:bodyPr>
          <a:lstStyle>
            <a:lvl1pPr>
              <a:defRPr sz="1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222BD6E8-E0C0-A6B1-4C02-18FDE00709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78046" y="6281530"/>
            <a:ext cx="2705101" cy="1622314"/>
          </a:xfrm>
        </p:spPr>
        <p:txBody>
          <a:bodyPr>
            <a:noAutofit/>
          </a:bodyPr>
          <a:lstStyle>
            <a:lvl1pPr>
              <a:defRPr sz="1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DF279CBA-B878-F0E2-2CC8-34D9487C8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03594" y="6281530"/>
            <a:ext cx="2705101" cy="1622314"/>
          </a:xfrm>
        </p:spPr>
        <p:txBody>
          <a:bodyPr>
            <a:noAutofit/>
          </a:bodyPr>
          <a:lstStyle>
            <a:lvl1pPr>
              <a:defRPr sz="1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628B96BA-AE54-3E60-10FA-0F6EDC2585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498" y="3771900"/>
            <a:ext cx="5129420" cy="24119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12D29CE3-F0A7-813C-D217-392A85DC2D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74822" y="3771900"/>
            <a:ext cx="5129420" cy="24119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DB6F3D74-A45D-02C8-A241-E2D2A57365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197147" y="3771900"/>
            <a:ext cx="5129420" cy="24119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1" name="Рисунок 3">
            <a:extLst>
              <a:ext uri="{FF2B5EF4-FFF2-40B4-BE49-F238E27FC236}">
                <a16:creationId xmlns:a16="http://schemas.microsoft.com/office/drawing/2014/main" id="{37C9E934-6669-4755-F38E-767F862432D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8E3C62D7-BFEF-E330-4109-C3C04C5B8D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3" name="Текст 16">
            <a:extLst>
              <a:ext uri="{FF2B5EF4-FFF2-40B4-BE49-F238E27FC236}">
                <a16:creationId xmlns:a16="http://schemas.microsoft.com/office/drawing/2014/main" id="{C8CDBF05-CA55-A2EB-3579-ADA5F007E2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1824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 ря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2500" y="3085396"/>
            <a:ext cx="5130248" cy="479315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8569A155-D24B-4FB4-6A61-88584A3FD0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499" y="7033922"/>
            <a:ext cx="2705101" cy="1105479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C1D944D-8EEF-2F76-C167-1995A375C2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8876" y="3085396"/>
            <a:ext cx="5130248" cy="479315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6D6F4F3-7C62-7DBA-2CD0-4379512001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8875" y="7033922"/>
            <a:ext cx="2705101" cy="1105479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1D0EDE87-C9DB-BA3B-6600-4AE9A8F53D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11050" y="3085396"/>
            <a:ext cx="5130248" cy="479315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5184422C-B8C3-7996-53A0-C40D1EF503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211049" y="7033922"/>
            <a:ext cx="2705101" cy="1105479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3FDBE4C7-0594-01F0-2F91-C92BB61F22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498" y="3684028"/>
            <a:ext cx="5129420" cy="24119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29ED4B03-614C-9173-C53D-8AFCA8E2F1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74822" y="3684028"/>
            <a:ext cx="5129420" cy="24119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361282DC-1AB9-BB00-BAB1-32333EF019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197147" y="3684028"/>
            <a:ext cx="5129420" cy="24119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1" name="Рисунок 3">
            <a:extLst>
              <a:ext uri="{FF2B5EF4-FFF2-40B4-BE49-F238E27FC236}">
                <a16:creationId xmlns:a16="http://schemas.microsoft.com/office/drawing/2014/main" id="{3736165E-CC42-4183-9AF6-0F65FB8E07C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FABC5E79-8333-6625-5EF2-716BDB7B922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3" name="Текст 16">
            <a:extLst>
              <a:ext uri="{FF2B5EF4-FFF2-40B4-BE49-F238E27FC236}">
                <a16:creationId xmlns:a16="http://schemas.microsoft.com/office/drawing/2014/main" id="{AA70F740-6409-8C0F-CC02-0FBE311D752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0894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этапа с большими цифрами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BFB63D52-4E68-6147-F565-5E2CAD58E33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287608" y="2476500"/>
            <a:ext cx="8077200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Рисунок 11">
            <a:extLst>
              <a:ext uri="{FF2B5EF4-FFF2-40B4-BE49-F238E27FC236}">
                <a16:creationId xmlns:a16="http://schemas.microsoft.com/office/drawing/2014/main" id="{7455B82E-4F9F-C9D3-03FE-CDB1FC5582F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952500" y="5870331"/>
            <a:ext cx="8077200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11">
            <a:extLst>
              <a:ext uri="{FF2B5EF4-FFF2-40B4-BE49-F238E27FC236}">
                <a16:creationId xmlns:a16="http://schemas.microsoft.com/office/drawing/2014/main" id="{AD9BA1E3-33DC-E382-02F8-B5D634FE9D83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287608" y="5870331"/>
            <a:ext cx="8077200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9954FD9F-8D7A-2532-D869-D05A50170410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52500" y="2476500"/>
            <a:ext cx="8077200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238" y="2805842"/>
            <a:ext cx="7422878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8D6558BF-A2BA-1F7F-5508-F4FBB71A3B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5238" y="6171895"/>
            <a:ext cx="7422878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0316F50-9BF0-28D8-0FD8-12BB69AF2D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61099" y="2805842"/>
            <a:ext cx="7422878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045F4BFF-63D7-D9E3-5DC4-E3D28C4322D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61099" y="6171895"/>
            <a:ext cx="7422878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3789C145-2E5C-6EB0-468F-C44AEDF92A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03165" y="3701887"/>
            <a:ext cx="1926534" cy="1917863"/>
          </a:xfrm>
        </p:spPr>
        <p:txBody>
          <a:bodyPr anchor="ctr">
            <a:noAutofit/>
          </a:bodyPr>
          <a:lstStyle>
            <a:lvl1pPr algn="r">
              <a:defRPr sz="18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C01DC410-D546-FE62-5DC5-BE0E882D12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399026" y="3701887"/>
            <a:ext cx="1926534" cy="1917863"/>
          </a:xfrm>
        </p:spPr>
        <p:txBody>
          <a:bodyPr anchor="ctr">
            <a:noAutofit/>
          </a:bodyPr>
          <a:lstStyle>
            <a:lvl1pPr algn="r">
              <a:defRPr sz="18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8" name="Текст 39">
            <a:extLst>
              <a:ext uri="{FF2B5EF4-FFF2-40B4-BE49-F238E27FC236}">
                <a16:creationId xmlns:a16="http://schemas.microsoft.com/office/drawing/2014/main" id="{F9AEC962-9198-805D-B00C-EF933768262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03165" y="7067939"/>
            <a:ext cx="1926534" cy="1917863"/>
          </a:xfrm>
        </p:spPr>
        <p:txBody>
          <a:bodyPr anchor="ctr">
            <a:noAutofit/>
          </a:bodyPr>
          <a:lstStyle>
            <a:lvl1pPr algn="r">
              <a:defRPr sz="18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A78CE61D-ECDD-8D2D-3D3C-4CC71E9D06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399026" y="7067939"/>
            <a:ext cx="1926534" cy="1917863"/>
          </a:xfrm>
        </p:spPr>
        <p:txBody>
          <a:bodyPr anchor="ctr">
            <a:noAutofit/>
          </a:bodyPr>
          <a:lstStyle>
            <a:lvl1pPr algn="r">
              <a:defRPr sz="18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88EC5679-46FF-00F0-12EF-1AC4712D4C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8" y="3388969"/>
            <a:ext cx="5703974" cy="1917863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F5DCE52F-CB5E-2141-C914-FA290DB02A5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56621" y="3388969"/>
            <a:ext cx="5703974" cy="1917863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EE431399-097C-CDCE-5631-C7A902956C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65238" y="6774721"/>
            <a:ext cx="5703974" cy="1917863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0" name="Текст 39">
            <a:extLst>
              <a:ext uri="{FF2B5EF4-FFF2-40B4-BE49-F238E27FC236}">
                <a16:creationId xmlns:a16="http://schemas.microsoft.com/office/drawing/2014/main" id="{5B39AB8F-2869-207A-BA57-7242D01FA7D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56621" y="6774721"/>
            <a:ext cx="5703974" cy="1917863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23" name="Рисунок 3">
            <a:extLst>
              <a:ext uri="{FF2B5EF4-FFF2-40B4-BE49-F238E27FC236}">
                <a16:creationId xmlns:a16="http://schemas.microsoft.com/office/drawing/2014/main" id="{ABE36BE7-2090-9751-60D2-DD660244165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Текст 16">
            <a:extLst>
              <a:ext uri="{FF2B5EF4-FFF2-40B4-BE49-F238E27FC236}">
                <a16:creationId xmlns:a16="http://schemas.microsoft.com/office/drawing/2014/main" id="{56F630D0-48AA-A944-C00A-E94E88E00C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5" name="Текст 16">
            <a:extLst>
              <a:ext uri="{FF2B5EF4-FFF2-40B4-BE49-F238E27FC236}">
                <a16:creationId xmlns:a16="http://schemas.microsoft.com/office/drawing/2014/main" id="{DBBBC37B-B7F8-B0FA-B27C-77680D5BD92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82854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этапов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11">
            <a:extLst>
              <a:ext uri="{FF2B5EF4-FFF2-40B4-BE49-F238E27FC236}">
                <a16:creationId xmlns:a16="http://schemas.microsoft.com/office/drawing/2014/main" id="{72A59E1C-6AD5-2218-841C-5DAC4B38CB1C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52500" y="2476500"/>
            <a:ext cx="5289236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A5FE95DF-F964-5E9E-800F-DA75832A8798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6500683" y="2476500"/>
            <a:ext cx="5289236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09FC4F18-F433-C435-0338-E8580463C86E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12039837" y="2476500"/>
            <a:ext cx="5289236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7F087C74-D6A9-9DC3-FDAF-548405465BB3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952499" y="5852747"/>
            <a:ext cx="8073953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1">
            <a:extLst>
              <a:ext uri="{FF2B5EF4-FFF2-40B4-BE49-F238E27FC236}">
                <a16:creationId xmlns:a16="http://schemas.microsoft.com/office/drawing/2014/main" id="{535EB632-92C3-F37F-DD94-762AFE8AC3F2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9261548" y="5852747"/>
            <a:ext cx="8073952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045F4BFF-63D7-D9E3-5DC4-E3D28C4322D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61099" y="7126288"/>
            <a:ext cx="7422878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2E4FFD63-0349-5C67-3A8C-EDD20AC45D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61099" y="6125536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7698BC26-2F44-2A13-80C5-8BC586BF91F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57358" y="7126288"/>
            <a:ext cx="7422878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1D0AE1AC-F06A-1D71-B257-35A86FEA78F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57358" y="6125536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44" name="Текст 39">
            <a:extLst>
              <a:ext uri="{FF2B5EF4-FFF2-40B4-BE49-F238E27FC236}">
                <a16:creationId xmlns:a16="http://schemas.microsoft.com/office/drawing/2014/main" id="{1275CF04-C2BB-C1B6-E89F-AAB08FB9A4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57358" y="3752894"/>
            <a:ext cx="4686242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5F3A10F4-C8E3-DEFF-E0B7-F35236A2B01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57358" y="2752142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49" name="Текст 39">
            <a:extLst>
              <a:ext uri="{FF2B5EF4-FFF2-40B4-BE49-F238E27FC236}">
                <a16:creationId xmlns:a16="http://schemas.microsoft.com/office/drawing/2014/main" id="{BD4680B1-C029-9D80-8E54-1468AEB8844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94086" y="3752894"/>
            <a:ext cx="4686242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26991E04-A291-8195-E377-666E93B02E5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4086" y="2752142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53" name="Текст 39">
            <a:extLst>
              <a:ext uri="{FF2B5EF4-FFF2-40B4-BE49-F238E27FC236}">
                <a16:creationId xmlns:a16="http://schemas.microsoft.com/office/drawing/2014/main" id="{B5693073-0962-4C85-879C-62BA72767FD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329913" y="3752894"/>
            <a:ext cx="4686242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D10B3412-D21A-8E2A-B67E-7C65CF3722F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329913" y="2752142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50C8128F-6DC5-2AFC-73DE-B99DFEFAC3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57359" y="4275181"/>
            <a:ext cx="4686242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712EE35B-1A64-41AE-B090-DF985A1355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94085" y="4275181"/>
            <a:ext cx="4686242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2AA13441-C4E4-9C9A-CBBF-224B96234B5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7359" y="7660933"/>
            <a:ext cx="3660630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B66AE09D-62B8-6993-56EE-2B8EF53B90A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2329912" y="4275181"/>
            <a:ext cx="4686242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033D08C5-276A-C98B-092A-AD867BB6CD9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038526" y="7660933"/>
            <a:ext cx="3660630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" name="Текст 39">
            <a:extLst>
              <a:ext uri="{FF2B5EF4-FFF2-40B4-BE49-F238E27FC236}">
                <a16:creationId xmlns:a16="http://schemas.microsoft.com/office/drawing/2014/main" id="{2D86AC43-9CF7-B46D-4DD1-98D9F8BE8B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561100" y="7660933"/>
            <a:ext cx="3660630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C949B291-B8FE-DFB2-CB31-2E7F639E5DA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3342267" y="7660933"/>
            <a:ext cx="3660630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5" name="Рисунок 3">
            <a:extLst>
              <a:ext uri="{FF2B5EF4-FFF2-40B4-BE49-F238E27FC236}">
                <a16:creationId xmlns:a16="http://schemas.microsoft.com/office/drawing/2014/main" id="{64A1E82E-A9AC-E1C3-FB5D-C9434665EDB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C9B1CB3F-A79A-237E-4821-0E3A327389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0888C5ED-7991-E034-F1C7-395F07769F3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8779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этапов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11">
            <a:extLst>
              <a:ext uri="{FF2B5EF4-FFF2-40B4-BE49-F238E27FC236}">
                <a16:creationId xmlns:a16="http://schemas.microsoft.com/office/drawing/2014/main" id="{CE32A929-2A24-B83C-1E0B-AEF3DE42BF04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52500" y="2476500"/>
            <a:ext cx="8077200" cy="2019300"/>
          </a:xfrm>
          <a:prstGeom prst="roundRect">
            <a:avLst>
              <a:gd name="adj" fmla="val 9025"/>
            </a:avLst>
          </a:prstGeom>
          <a:solidFill>
            <a:srgbClr val="EA0B4C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1">
            <a:extLst>
              <a:ext uri="{FF2B5EF4-FFF2-40B4-BE49-F238E27FC236}">
                <a16:creationId xmlns:a16="http://schemas.microsoft.com/office/drawing/2014/main" id="{3E2637A6-A892-6143-56A9-40F32D20DF6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252439" y="2476500"/>
            <a:ext cx="8077200" cy="2019300"/>
          </a:xfrm>
          <a:prstGeom prst="roundRect">
            <a:avLst>
              <a:gd name="adj" fmla="val 8154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A27331BA-BA0C-EE38-1AF6-742CA04120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952500" y="4727331"/>
            <a:ext cx="8077200" cy="201930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9D2B1D6A-0119-407A-C819-255A0D5F4B3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252439" y="4727331"/>
            <a:ext cx="8077200" cy="2019300"/>
          </a:xfrm>
          <a:prstGeom prst="roundRect">
            <a:avLst>
              <a:gd name="adj" fmla="val 9896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1">
            <a:extLst>
              <a:ext uri="{FF2B5EF4-FFF2-40B4-BE49-F238E27FC236}">
                <a16:creationId xmlns:a16="http://schemas.microsoft.com/office/drawing/2014/main" id="{6246B142-03A0-0BC4-D42D-6F19255AC806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52500" y="6960577"/>
            <a:ext cx="8077200" cy="201930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Рисунок 11">
            <a:extLst>
              <a:ext uri="{FF2B5EF4-FFF2-40B4-BE49-F238E27FC236}">
                <a16:creationId xmlns:a16="http://schemas.microsoft.com/office/drawing/2014/main" id="{8019F325-8C9F-A93E-082A-7F26B3D2562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252439" y="6960577"/>
            <a:ext cx="8077200" cy="201930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8747" y="2743968"/>
            <a:ext cx="6919369" cy="464376"/>
          </a:xfrm>
        </p:spPr>
        <p:txBody>
          <a:bodyPr>
            <a:noAutofit/>
          </a:bodyPr>
          <a:lstStyle>
            <a:lvl1pPr>
              <a:defRPr sz="24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3392CD68-BAFF-5537-414E-0BC2CC0FF9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8747" y="5005255"/>
            <a:ext cx="6919369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7" name="Текст 39">
            <a:extLst>
              <a:ext uri="{FF2B5EF4-FFF2-40B4-BE49-F238E27FC236}">
                <a16:creationId xmlns:a16="http://schemas.microsoft.com/office/drawing/2014/main" id="{E5B5AC50-16B7-165C-91BB-670282FBEA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68747" y="7241828"/>
            <a:ext cx="6919369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2" name="Текст 39">
            <a:extLst>
              <a:ext uri="{FF2B5EF4-FFF2-40B4-BE49-F238E27FC236}">
                <a16:creationId xmlns:a16="http://schemas.microsoft.com/office/drawing/2014/main" id="{BEDECA65-93CA-1774-2F86-5FD35B5B65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072487" y="2743968"/>
            <a:ext cx="6919369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7" name="Текст 39">
            <a:extLst>
              <a:ext uri="{FF2B5EF4-FFF2-40B4-BE49-F238E27FC236}">
                <a16:creationId xmlns:a16="http://schemas.microsoft.com/office/drawing/2014/main" id="{05520456-AE39-821C-04C7-4A972817B31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72487" y="5005255"/>
            <a:ext cx="6919369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2" name="Текст 39">
            <a:extLst>
              <a:ext uri="{FF2B5EF4-FFF2-40B4-BE49-F238E27FC236}">
                <a16:creationId xmlns:a16="http://schemas.microsoft.com/office/drawing/2014/main" id="{92250F9E-2194-D186-01E4-4570598607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72487" y="7241828"/>
            <a:ext cx="6919369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C3282441-619B-D553-0F1E-C736626B6C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8" y="3301648"/>
            <a:ext cx="7422878" cy="973790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41AA93F7-59DD-4993-10AF-72FF8AE1E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5238" y="5562935"/>
            <a:ext cx="7422878" cy="97379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82F6767E-D00C-064B-447C-F18E0B9763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5238" y="7824222"/>
            <a:ext cx="7422878" cy="97379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8" name="Текст 39">
            <a:extLst>
              <a:ext uri="{FF2B5EF4-FFF2-40B4-BE49-F238E27FC236}">
                <a16:creationId xmlns:a16="http://schemas.microsoft.com/office/drawing/2014/main" id="{B78D2624-21A1-DE67-15DB-F52D63513C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68979" y="3301648"/>
            <a:ext cx="7422878" cy="97379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A72A35DF-E224-F7C9-0F37-3DC9A8F7A2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68979" y="5562935"/>
            <a:ext cx="7422878" cy="97379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252A8382-C675-6170-2930-8D0CAA2B5B7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568979" y="7824222"/>
            <a:ext cx="7422878" cy="97379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6" name="Текст 41">
            <a:extLst>
              <a:ext uri="{FF2B5EF4-FFF2-40B4-BE49-F238E27FC236}">
                <a16:creationId xmlns:a16="http://schemas.microsoft.com/office/drawing/2014/main" id="{B9352896-D5AA-49F9-7ADE-A03191D1A7E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01611" y="4983277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17" name="Текст 41">
            <a:extLst>
              <a:ext uri="{FF2B5EF4-FFF2-40B4-BE49-F238E27FC236}">
                <a16:creationId xmlns:a16="http://schemas.microsoft.com/office/drawing/2014/main" id="{32CC2487-3ED3-B100-ED5A-34CA886F275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01611" y="2718059"/>
            <a:ext cx="503509" cy="503509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8" name="Текст 41">
            <a:extLst>
              <a:ext uri="{FF2B5EF4-FFF2-40B4-BE49-F238E27FC236}">
                <a16:creationId xmlns:a16="http://schemas.microsoft.com/office/drawing/2014/main" id="{3DAEC846-D5FB-63F0-BB01-748F1780C9C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01611" y="7217323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19" name="Текст 41">
            <a:extLst>
              <a:ext uri="{FF2B5EF4-FFF2-40B4-BE49-F238E27FC236}">
                <a16:creationId xmlns:a16="http://schemas.microsoft.com/office/drawing/2014/main" id="{562560C3-0724-5A17-934D-DF82F761D4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493556" y="4983277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20" name="Текст 41">
            <a:extLst>
              <a:ext uri="{FF2B5EF4-FFF2-40B4-BE49-F238E27FC236}">
                <a16:creationId xmlns:a16="http://schemas.microsoft.com/office/drawing/2014/main" id="{E2E754C4-7BC8-6E26-9575-D04D64FC2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93556" y="7217323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06</a:t>
            </a:r>
          </a:p>
        </p:txBody>
      </p:sp>
      <p:sp>
        <p:nvSpPr>
          <p:cNvPr id="21" name="Текст 41">
            <a:extLst>
              <a:ext uri="{FF2B5EF4-FFF2-40B4-BE49-F238E27FC236}">
                <a16:creationId xmlns:a16="http://schemas.microsoft.com/office/drawing/2014/main" id="{B6A470BB-A4B8-841A-4811-261702A5E68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493556" y="2728450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0" name="Рисунок 3">
            <a:extLst>
              <a:ext uri="{FF2B5EF4-FFF2-40B4-BE49-F238E27FC236}">
                <a16:creationId xmlns:a16="http://schemas.microsoft.com/office/drawing/2014/main" id="{4BC67D59-F0C8-E3A2-D6D9-5D59A95B3A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2" name="Текст 16">
            <a:extLst>
              <a:ext uri="{FF2B5EF4-FFF2-40B4-BE49-F238E27FC236}">
                <a16:creationId xmlns:a16="http://schemas.microsoft.com/office/drawing/2014/main" id="{3B508A66-60D4-7778-CEB5-7DDEC55BE6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5" name="Текст 16">
            <a:extLst>
              <a:ext uri="{FF2B5EF4-FFF2-40B4-BE49-F238E27FC236}">
                <a16:creationId xmlns:a16="http://schemas.microsoft.com/office/drawing/2014/main" id="{95C92D2B-E04B-3A17-73C7-5CB82CBD2E0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9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этапов мини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B31FB99A-193C-481C-225B-1D7A751D5E2B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952500" y="3786611"/>
            <a:ext cx="5286372" cy="2537988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41">
            <a:extLst>
              <a:ext uri="{FF2B5EF4-FFF2-40B4-BE49-F238E27FC236}">
                <a16:creationId xmlns:a16="http://schemas.microsoft.com/office/drawing/2014/main" id="{40E60347-D7A0-DCDF-2E87-504478F30B8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268111" y="4019003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0316F50-9BF0-28D8-0FD8-12BB69AF2D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57300" y="4643633"/>
            <a:ext cx="4777277" cy="464376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9B91557A-DBF0-7253-FCE0-FD13CD88E2F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52822" y="5229294"/>
            <a:ext cx="4777276" cy="896242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0F666A21-812F-E55F-AA02-F36F3550390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52500" y="2414734"/>
            <a:ext cx="8257077" cy="1133061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</a:t>
            </a:r>
          </a:p>
        </p:txBody>
      </p:sp>
      <p:sp>
        <p:nvSpPr>
          <p:cNvPr id="7" name="Рисунок 11">
            <a:extLst>
              <a:ext uri="{FF2B5EF4-FFF2-40B4-BE49-F238E27FC236}">
                <a16:creationId xmlns:a16="http://schemas.microsoft.com/office/drawing/2014/main" id="{0218E60A-0C0C-3132-A3C0-11071D2C9BDB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952500" y="6579687"/>
            <a:ext cx="5286372" cy="2537988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41">
            <a:extLst>
              <a:ext uri="{FF2B5EF4-FFF2-40B4-BE49-F238E27FC236}">
                <a16:creationId xmlns:a16="http://schemas.microsoft.com/office/drawing/2014/main" id="{E2FA21B3-F796-6B88-E4B1-4299D2626B6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68111" y="6812079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5DBACA04-8FAF-00C2-9DCC-41C177A423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57300" y="7436709"/>
            <a:ext cx="4777277" cy="464376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39">
            <a:extLst>
              <a:ext uri="{FF2B5EF4-FFF2-40B4-BE49-F238E27FC236}">
                <a16:creationId xmlns:a16="http://schemas.microsoft.com/office/drawing/2014/main" id="{92A2A509-C378-E327-10FB-ACD4ACF6215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52822" y="8022370"/>
            <a:ext cx="4777276" cy="896242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11" name="Рисунок 11">
            <a:extLst>
              <a:ext uri="{FF2B5EF4-FFF2-40B4-BE49-F238E27FC236}">
                <a16:creationId xmlns:a16="http://schemas.microsoft.com/office/drawing/2014/main" id="{C8F77B17-49D8-4D51-55EC-10B401E7522C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6505400" y="3786611"/>
            <a:ext cx="5286372" cy="2537988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41">
            <a:extLst>
              <a:ext uri="{FF2B5EF4-FFF2-40B4-BE49-F238E27FC236}">
                <a16:creationId xmlns:a16="http://schemas.microsoft.com/office/drawing/2014/main" id="{2130D899-47CC-F557-55C5-35D47D69DBB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821011" y="4019003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B50202E1-575B-F0E6-5319-2576404DE1D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810200" y="4643633"/>
            <a:ext cx="4777277" cy="464376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03701967-F24F-0439-BC1E-0CE257D8793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805722" y="5229294"/>
            <a:ext cx="4777276" cy="896242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15" name="Рисунок 11">
            <a:extLst>
              <a:ext uri="{FF2B5EF4-FFF2-40B4-BE49-F238E27FC236}">
                <a16:creationId xmlns:a16="http://schemas.microsoft.com/office/drawing/2014/main" id="{BD0D756E-A98A-4FBB-9A5A-633DC02B4BF8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6505400" y="6579687"/>
            <a:ext cx="5286372" cy="2537988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Текст 41">
            <a:extLst>
              <a:ext uri="{FF2B5EF4-FFF2-40B4-BE49-F238E27FC236}">
                <a16:creationId xmlns:a16="http://schemas.microsoft.com/office/drawing/2014/main" id="{2607C757-302C-FA36-A6DA-9405ED6B5FDD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821011" y="6812079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5186A31F-260B-9AFB-A221-319218BDD43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810200" y="7436709"/>
            <a:ext cx="4777277" cy="464376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9384DF84-DF7D-A51A-FDC0-C5BD9FD4BD7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805722" y="8022370"/>
            <a:ext cx="4777276" cy="896242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2" name="Рисунок 11">
            <a:extLst>
              <a:ext uri="{FF2B5EF4-FFF2-40B4-BE49-F238E27FC236}">
                <a16:creationId xmlns:a16="http://schemas.microsoft.com/office/drawing/2014/main" id="{BC88FC21-980C-A132-3809-13153A3267E5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2058302" y="3786611"/>
            <a:ext cx="5286372" cy="2537988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3" name="Текст 41">
            <a:extLst>
              <a:ext uri="{FF2B5EF4-FFF2-40B4-BE49-F238E27FC236}">
                <a16:creationId xmlns:a16="http://schemas.microsoft.com/office/drawing/2014/main" id="{06AF490C-9C9C-A088-E261-24067EDC5E1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373913" y="4019003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53082ED1-BF1B-8746-0CBC-1751C6C9ADA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2363102" y="4643633"/>
            <a:ext cx="4777277" cy="464376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8449C381-8663-35C1-B9B0-56576C5A11F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2358624" y="5229294"/>
            <a:ext cx="4777276" cy="896242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7" name="Рисунок 11">
            <a:extLst>
              <a:ext uri="{FF2B5EF4-FFF2-40B4-BE49-F238E27FC236}">
                <a16:creationId xmlns:a16="http://schemas.microsoft.com/office/drawing/2014/main" id="{5588D73B-E870-9222-F7E8-0B46554FA032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2058302" y="6579687"/>
            <a:ext cx="5286372" cy="2537988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Текст 41">
            <a:extLst>
              <a:ext uri="{FF2B5EF4-FFF2-40B4-BE49-F238E27FC236}">
                <a16:creationId xmlns:a16="http://schemas.microsoft.com/office/drawing/2014/main" id="{5B8C6A84-0A8B-79D7-1DC8-7A34C546DA59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2373913" y="6812079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06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D3F9422E-9404-B934-9128-A0526170399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2363102" y="7436709"/>
            <a:ext cx="4777277" cy="464376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AE409445-1BC3-A493-6698-B876336A6C8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358624" y="8022370"/>
            <a:ext cx="4777276" cy="896242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9C86AE2A-CF62-5140-3F40-2C11A3EECE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EF12A807-CD82-5038-004C-C5E04EDDF6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31" name="Текст 16">
            <a:extLst>
              <a:ext uri="{FF2B5EF4-FFF2-40B4-BE49-F238E27FC236}">
                <a16:creationId xmlns:a16="http://schemas.microsoft.com/office/drawing/2014/main" id="{5AEB976F-9BF8-5D5B-9B27-FC60F3BF9E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96380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этапов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99FD3B5D-673D-08B2-56CA-54BA16EFF2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2501" y="7460293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1DB19EEA-D907-E05C-D545-0CFBB4BDCD3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501" y="8008883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27C1C01E-5A8B-7282-4722-032D9A895257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2281238" y="5972051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316031ED-B785-4EC0-A68D-949FAD980CA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67301" y="7460293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BABB8EA2-D6A9-C6D2-26F5-25D220F0FE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67301" y="8008883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3" name="Рисунок 19">
            <a:extLst>
              <a:ext uri="{FF2B5EF4-FFF2-40B4-BE49-F238E27FC236}">
                <a16:creationId xmlns:a16="http://schemas.microsoft.com/office/drawing/2014/main" id="{4D40010F-4781-392A-F0D5-7F46BD6B539B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396038" y="5972051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8EF4E53F-5C91-F162-2B5D-48BC4146D12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82101" y="7460293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A033F90D-DC11-6863-CD34-87FDF80EB90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182101" y="8008883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30" name="Рисунок 19">
            <a:extLst>
              <a:ext uri="{FF2B5EF4-FFF2-40B4-BE49-F238E27FC236}">
                <a16:creationId xmlns:a16="http://schemas.microsoft.com/office/drawing/2014/main" id="{2F0189FF-F58A-4726-261E-10470EF73A5A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10510838" y="5972051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A5D6D0CD-EF40-1164-C221-928746F0E61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3296901" y="7460293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37E3C96E-E8F5-47C6-21B7-E2FA96E895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3296901" y="8008883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42" name="Рисунок 19">
            <a:extLst>
              <a:ext uri="{FF2B5EF4-FFF2-40B4-BE49-F238E27FC236}">
                <a16:creationId xmlns:a16="http://schemas.microsoft.com/office/drawing/2014/main" id="{27506846-FE53-A5FB-ABF4-3D01ED953B5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4625638" y="5972051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1" name="Текст 39">
            <a:extLst>
              <a:ext uri="{FF2B5EF4-FFF2-40B4-BE49-F238E27FC236}">
                <a16:creationId xmlns:a16="http://schemas.microsoft.com/office/drawing/2014/main" id="{DC95BF0E-C91B-8DAB-0D95-9AB3CD77F74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52501" y="4123969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2" name="Текст 39">
            <a:extLst>
              <a:ext uri="{FF2B5EF4-FFF2-40B4-BE49-F238E27FC236}">
                <a16:creationId xmlns:a16="http://schemas.microsoft.com/office/drawing/2014/main" id="{F98843D3-D5EA-3DC7-CEA6-EC6AD58A537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52501" y="4672559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63" name="Рисунок 19">
            <a:extLst>
              <a:ext uri="{FF2B5EF4-FFF2-40B4-BE49-F238E27FC236}">
                <a16:creationId xmlns:a16="http://schemas.microsoft.com/office/drawing/2014/main" id="{5481B5B0-F4F9-F4FA-DC62-37C3D7ADBB18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2281238" y="2635727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5FECBD9B-D73A-711B-31B3-2F5FE09F849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067301" y="4123969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50D085C9-983E-D8AF-3985-CAF16F20145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067301" y="4672559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66" name="Рисунок 19">
            <a:extLst>
              <a:ext uri="{FF2B5EF4-FFF2-40B4-BE49-F238E27FC236}">
                <a16:creationId xmlns:a16="http://schemas.microsoft.com/office/drawing/2014/main" id="{9247369E-1A39-4DE3-E262-E39148556D1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396038" y="2635727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7" name="Текст 39">
            <a:extLst>
              <a:ext uri="{FF2B5EF4-FFF2-40B4-BE49-F238E27FC236}">
                <a16:creationId xmlns:a16="http://schemas.microsoft.com/office/drawing/2014/main" id="{1F0832CD-1538-9F00-AC56-8DB1A849D96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182101" y="4123969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CEE6CC86-467C-11A2-BA71-781DE0BCB49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182101" y="4672559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69" name="Рисунок 19">
            <a:extLst>
              <a:ext uri="{FF2B5EF4-FFF2-40B4-BE49-F238E27FC236}">
                <a16:creationId xmlns:a16="http://schemas.microsoft.com/office/drawing/2014/main" id="{4D9F017F-D904-A723-C7A9-641B15AE568C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0510838" y="2635727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51FFEF56-C60C-9018-2321-4B6AF3A7170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3296901" y="4123969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3B4159F2-5360-D214-E9B2-57997D9A741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3296901" y="4672559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72" name="Рисунок 19">
            <a:extLst>
              <a:ext uri="{FF2B5EF4-FFF2-40B4-BE49-F238E27FC236}">
                <a16:creationId xmlns:a16="http://schemas.microsoft.com/office/drawing/2014/main" id="{7286199C-9EA1-6143-BB52-065459DC1423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4625638" y="2635727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95809B94-C2BB-FFD5-F212-302347D964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80816998-E432-2F98-7D21-A22A2301C2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F0BD6557-C797-8E49-E8DC-74950C884B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5858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шаг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7">
            <a:extLst>
              <a:ext uri="{FF2B5EF4-FFF2-40B4-BE49-F238E27FC236}">
                <a16:creationId xmlns:a16="http://schemas.microsoft.com/office/drawing/2014/main" id="{A5DBAB01-31E7-F736-0EB5-01623111821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52500" y="2177878"/>
            <a:ext cx="3924300" cy="70485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7">
            <a:extLst>
              <a:ext uri="{FF2B5EF4-FFF2-40B4-BE49-F238E27FC236}">
                <a16:creationId xmlns:a16="http://schemas.microsoft.com/office/drawing/2014/main" id="{EFF6EC7D-DC95-C51A-AF52-87E57624AB7D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5129285" y="2177878"/>
            <a:ext cx="3924300" cy="70485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7">
            <a:extLst>
              <a:ext uri="{FF2B5EF4-FFF2-40B4-BE49-F238E27FC236}">
                <a16:creationId xmlns:a16="http://schemas.microsoft.com/office/drawing/2014/main" id="{B7CF5C4A-36C2-0860-1150-D64087BBCE80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243884" y="2177878"/>
            <a:ext cx="3924300" cy="70485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7">
            <a:extLst>
              <a:ext uri="{FF2B5EF4-FFF2-40B4-BE49-F238E27FC236}">
                <a16:creationId xmlns:a16="http://schemas.microsoft.com/office/drawing/2014/main" id="{770D135E-9173-11C2-9005-76DABD7C546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13408358" y="2177878"/>
            <a:ext cx="3924300" cy="7048500"/>
          </a:xfrm>
          <a:prstGeom prst="roundRect">
            <a:avLst>
              <a:gd name="adj" fmla="val 7574"/>
            </a:avLst>
          </a:prstGeom>
          <a:solidFill>
            <a:srgbClr val="EA0B4C"/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3" name="Текст 39">
            <a:extLst>
              <a:ext uri="{FF2B5EF4-FFF2-40B4-BE49-F238E27FC236}">
                <a16:creationId xmlns:a16="http://schemas.microsoft.com/office/drawing/2014/main" id="{94A63208-FE20-AAE2-D8A9-EF3911C008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711182" y="2926396"/>
            <a:ext cx="3268662" cy="617695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2024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20857279-B04C-D7F7-B337-323E52C99AC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11182" y="3899528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419B4550-79CD-8138-E207-B12867B9DB0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711182" y="6568589"/>
            <a:ext cx="3268662" cy="919606"/>
          </a:xfrm>
        </p:spPr>
        <p:txBody>
          <a:bodyPr>
            <a:noAutofit/>
          </a:bodyPr>
          <a:lstStyle>
            <a:lvl1pPr>
              <a:defRPr sz="16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CD6289F8-1AFB-2714-15A7-BA8906B93A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9798" y="2926396"/>
            <a:ext cx="3268662" cy="617695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2023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CBAF15B9-1C94-6222-A486-D86AEAA634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19798" y="3899528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3857EBB6-01BC-CC07-576F-D6D4489E39B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19798" y="6568589"/>
            <a:ext cx="3268662" cy="919606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3D5565F1-4EBE-68C0-704A-C7D52971F75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55570" y="2926396"/>
            <a:ext cx="3268662" cy="617695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2022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439E9E56-2DF6-97AF-9137-3976FD6CE4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55570" y="3899528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A347D77A-962B-C844-2A21-1DBC98808F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55570" y="6568589"/>
            <a:ext cx="3268662" cy="919606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F777938B-1249-E312-5667-047E1E3E0C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46955" y="2926396"/>
            <a:ext cx="3268662" cy="617695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2024</a:t>
            </a:r>
          </a:p>
        </p:txBody>
      </p:sp>
      <p:sp>
        <p:nvSpPr>
          <p:cNvPr id="59" name="Текст 39">
            <a:extLst>
              <a:ext uri="{FF2B5EF4-FFF2-40B4-BE49-F238E27FC236}">
                <a16:creationId xmlns:a16="http://schemas.microsoft.com/office/drawing/2014/main" id="{ADCBA8E7-7030-43CC-A577-6A496D4803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46955" y="3899528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61" name="Текст 39">
            <a:extLst>
              <a:ext uri="{FF2B5EF4-FFF2-40B4-BE49-F238E27FC236}">
                <a16:creationId xmlns:a16="http://schemas.microsoft.com/office/drawing/2014/main" id="{920CA4B6-0AC9-1760-D6E6-14DE95C8B97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46955" y="6568589"/>
            <a:ext cx="3268662" cy="919606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473CFB07-C41F-B0FE-A01F-B33A6ED2CDB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 flipV="1">
            <a:off x="1255569" y="3615390"/>
            <a:ext cx="3343275" cy="96775"/>
          </a:xfrm>
          <a:prstGeom prst="rightArrow">
            <a:avLst>
              <a:gd name="adj1" fmla="val 50000"/>
              <a:gd name="adj2" fmla="val 129486"/>
            </a:avLst>
          </a:prstGeom>
          <a:solidFill>
            <a:schemeClr val="accent2"/>
          </a:solidFill>
          <a:ln w="12700">
            <a:noFill/>
          </a:ln>
        </p:spPr>
        <p:txBody>
          <a:bodyPr>
            <a:normAutofit/>
          </a:bodyPr>
          <a:lstStyle>
            <a:lvl1pPr>
              <a:defRPr sz="10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8">
            <a:extLst>
              <a:ext uri="{FF2B5EF4-FFF2-40B4-BE49-F238E27FC236}">
                <a16:creationId xmlns:a16="http://schemas.microsoft.com/office/drawing/2014/main" id="{E4B0F277-7367-AC7D-D90A-AA5CA97A563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 flipV="1">
            <a:off x="5404659" y="3615390"/>
            <a:ext cx="3343275" cy="96775"/>
          </a:xfrm>
          <a:prstGeom prst="rightArrow">
            <a:avLst>
              <a:gd name="adj1" fmla="val 50000"/>
              <a:gd name="adj2" fmla="val 129486"/>
            </a:avLst>
          </a:prstGeom>
          <a:solidFill>
            <a:schemeClr val="accent2"/>
          </a:solidFill>
          <a:ln w="12700">
            <a:noFill/>
          </a:ln>
        </p:spPr>
        <p:txBody>
          <a:bodyPr>
            <a:normAutofit/>
          </a:bodyPr>
          <a:lstStyle>
            <a:lvl1pPr>
              <a:defRPr sz="10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8">
            <a:extLst>
              <a:ext uri="{FF2B5EF4-FFF2-40B4-BE49-F238E27FC236}">
                <a16:creationId xmlns:a16="http://schemas.microsoft.com/office/drawing/2014/main" id="{75FAB0EF-774B-19BB-345B-E42640C139D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 flipV="1">
            <a:off x="9542319" y="3615390"/>
            <a:ext cx="3343275" cy="96775"/>
          </a:xfrm>
          <a:prstGeom prst="rightArrow">
            <a:avLst>
              <a:gd name="adj1" fmla="val 50000"/>
              <a:gd name="adj2" fmla="val 129486"/>
            </a:avLst>
          </a:prstGeom>
          <a:solidFill>
            <a:schemeClr val="accent2"/>
          </a:solidFill>
          <a:ln w="12700">
            <a:noFill/>
          </a:ln>
        </p:spPr>
        <p:txBody>
          <a:bodyPr>
            <a:normAutofit/>
          </a:bodyPr>
          <a:lstStyle>
            <a:lvl1pPr>
              <a:defRPr sz="10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Рисунок 8">
            <a:extLst>
              <a:ext uri="{FF2B5EF4-FFF2-40B4-BE49-F238E27FC236}">
                <a16:creationId xmlns:a16="http://schemas.microsoft.com/office/drawing/2014/main" id="{2C5BECFB-4D5E-4842-9F85-8FB5D6C4A55C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 flipV="1">
            <a:off x="13691409" y="3615390"/>
            <a:ext cx="3343275" cy="96775"/>
          </a:xfrm>
          <a:prstGeom prst="rightArrow">
            <a:avLst>
              <a:gd name="adj1" fmla="val 50000"/>
              <a:gd name="adj2" fmla="val 129486"/>
            </a:avLst>
          </a:prstGeom>
          <a:solidFill>
            <a:schemeClr val="bg1"/>
          </a:solidFill>
          <a:ln w="12700">
            <a:noFill/>
          </a:ln>
        </p:spPr>
        <p:txBody>
          <a:bodyPr>
            <a:normAutofit/>
          </a:bodyPr>
          <a:lstStyle>
            <a:lvl1pPr>
              <a:defRPr sz="10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D20F43C3-E1E3-49F2-DC36-89109C2FA2B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6BF24FF9-7141-4A4D-692F-8B140FA9C8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4" name="Текст 16">
            <a:extLst>
              <a:ext uri="{FF2B5EF4-FFF2-40B4-BE49-F238E27FC236}">
                <a16:creationId xmlns:a16="http://schemas.microsoft.com/office/drawing/2014/main" id="{6E85FD79-6F06-6B93-E52E-C94AB21014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3027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шаг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516D04D-7760-1E35-F0F0-DC5783BDCE60}"/>
              </a:ext>
            </a:extLst>
          </p:cNvPr>
          <p:cNvSpPr/>
          <p:nvPr userDrawn="1"/>
        </p:nvSpPr>
        <p:spPr>
          <a:xfrm>
            <a:off x="952500" y="2771774"/>
            <a:ext cx="3924300" cy="2962275"/>
          </a:xfrm>
          <a:prstGeom prst="roundRect">
            <a:avLst>
              <a:gd name="adj" fmla="val 8165"/>
            </a:avLst>
          </a:prstGeom>
          <a:gradFill flip="none" rotWithShape="1">
            <a:gsLst>
              <a:gs pos="100000">
                <a:srgbClr val="F5042B"/>
              </a:gs>
              <a:gs pos="50000">
                <a:srgbClr val="ED0944"/>
              </a:gs>
              <a:gs pos="0">
                <a:srgbClr val="E4106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380EC7D2-6B61-91B8-55ED-2833599871C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52500" y="2771774"/>
            <a:ext cx="3924299" cy="2962274"/>
          </a:xfrm>
          <a:prstGeom prst="roundRect">
            <a:avLst>
              <a:gd name="adj" fmla="val 12318"/>
            </a:avLst>
          </a:prstGeom>
          <a:solidFill>
            <a:srgbClr val="EA0B4C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41">
            <a:extLst>
              <a:ext uri="{FF2B5EF4-FFF2-40B4-BE49-F238E27FC236}">
                <a16:creationId xmlns:a16="http://schemas.microsoft.com/office/drawing/2014/main" id="{D576D517-3BBE-B0B7-86A5-FC719C975C2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27521" y="3039243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97061" y="3111855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C3282441-619B-D553-0F1E-C736626B6C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8" y="3829049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69E8F311-097D-3623-C2A6-0D2F7FE9E53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97061" y="6299898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BA531176-49C7-B7D4-76E5-AC47A7B740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5238" y="7017092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A208BAF6-BB5D-F8F9-9381-DAB8EE920A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24217" y="3111855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C71FD782-46B3-434E-69FC-D953E06A4F3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92394" y="3829049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CC4ADCAD-C80A-02BA-59A9-4EADDCA763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24217" y="6299898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06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D1514734-2660-13B5-74CE-CAF6F4C2A3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92394" y="7017092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91C69624-9648-5088-2A3E-8E3133BAC9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325514" y="3111855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66" name="Текст 39">
            <a:extLst>
              <a:ext uri="{FF2B5EF4-FFF2-40B4-BE49-F238E27FC236}">
                <a16:creationId xmlns:a16="http://schemas.microsoft.com/office/drawing/2014/main" id="{79AF4B9E-CB76-67D5-C52F-E3676138D1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93691" y="3829049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69" name="Текст 39">
            <a:extLst>
              <a:ext uri="{FF2B5EF4-FFF2-40B4-BE49-F238E27FC236}">
                <a16:creationId xmlns:a16="http://schemas.microsoft.com/office/drawing/2014/main" id="{EFCED85A-F8A9-AA27-F97F-7D94D6CD78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325514" y="6299898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07</a:t>
            </a:r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A8A17C71-4455-4018-F81F-45AD20A4B7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593691" y="7017092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3" name="Текст 39">
            <a:extLst>
              <a:ext uri="{FF2B5EF4-FFF2-40B4-BE49-F238E27FC236}">
                <a16:creationId xmlns:a16="http://schemas.microsoft.com/office/drawing/2014/main" id="{9C3878FF-D9A9-E1B9-A001-993A656C6F8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52671" y="3111855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74" name="Текст 39">
            <a:extLst>
              <a:ext uri="{FF2B5EF4-FFF2-40B4-BE49-F238E27FC236}">
                <a16:creationId xmlns:a16="http://schemas.microsoft.com/office/drawing/2014/main" id="{B92FC9AE-A102-4CD3-5FF2-23D2E4116FC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3720848" y="3829049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7" name="Текст 39">
            <a:extLst>
              <a:ext uri="{FF2B5EF4-FFF2-40B4-BE49-F238E27FC236}">
                <a16:creationId xmlns:a16="http://schemas.microsoft.com/office/drawing/2014/main" id="{080973A4-169C-22D5-1D38-3340566C32B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452671" y="6299898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08</a:t>
            </a:r>
          </a:p>
        </p:txBody>
      </p:sp>
      <p:sp>
        <p:nvSpPr>
          <p:cNvPr id="78" name="Текст 39">
            <a:extLst>
              <a:ext uri="{FF2B5EF4-FFF2-40B4-BE49-F238E27FC236}">
                <a16:creationId xmlns:a16="http://schemas.microsoft.com/office/drawing/2014/main" id="{A36FF331-F3CD-D204-42CC-75F3EEE73FA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720848" y="7017092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6" name="Текст 41">
            <a:extLst>
              <a:ext uri="{FF2B5EF4-FFF2-40B4-BE49-F238E27FC236}">
                <a16:creationId xmlns:a16="http://schemas.microsoft.com/office/drawing/2014/main" id="{2ECCB046-F48E-9706-2CBF-F4A85FD444C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65238" y="6225268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41">
            <a:extLst>
              <a:ext uri="{FF2B5EF4-FFF2-40B4-BE49-F238E27FC236}">
                <a16:creationId xmlns:a16="http://schemas.microsoft.com/office/drawing/2014/main" id="{5A22093E-7E2A-ABA0-3456-6A9C4D9DADE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92394" y="6225268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8" name="Текст 41">
            <a:extLst>
              <a:ext uri="{FF2B5EF4-FFF2-40B4-BE49-F238E27FC236}">
                <a16:creationId xmlns:a16="http://schemas.microsoft.com/office/drawing/2014/main" id="{E0445B83-7DA5-970F-1399-C628A28E737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392394" y="3049807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41">
            <a:extLst>
              <a:ext uri="{FF2B5EF4-FFF2-40B4-BE49-F238E27FC236}">
                <a16:creationId xmlns:a16="http://schemas.microsoft.com/office/drawing/2014/main" id="{CA7E41AC-53B3-A279-2442-94D94C945E5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98634" y="6225268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0" name="Текст 41">
            <a:extLst>
              <a:ext uri="{FF2B5EF4-FFF2-40B4-BE49-F238E27FC236}">
                <a16:creationId xmlns:a16="http://schemas.microsoft.com/office/drawing/2014/main" id="{2FF5EBFA-D5CD-F172-DF9C-12282E754A2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598634" y="3049807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41">
            <a:extLst>
              <a:ext uri="{FF2B5EF4-FFF2-40B4-BE49-F238E27FC236}">
                <a16:creationId xmlns:a16="http://schemas.microsoft.com/office/drawing/2014/main" id="{A9A543A1-A11D-FBA9-E058-7B8514B4F0E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3688496" y="6225268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41">
            <a:extLst>
              <a:ext uri="{FF2B5EF4-FFF2-40B4-BE49-F238E27FC236}">
                <a16:creationId xmlns:a16="http://schemas.microsoft.com/office/drawing/2014/main" id="{C621918F-786D-BACB-C76E-A45A5516608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3688496" y="3049807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3" name="Рисунок 3">
            <a:extLst>
              <a:ext uri="{FF2B5EF4-FFF2-40B4-BE49-F238E27FC236}">
                <a16:creationId xmlns:a16="http://schemas.microsoft.com/office/drawing/2014/main" id="{B9500145-3CC1-0399-F624-52192205D27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Текст 16">
            <a:extLst>
              <a:ext uri="{FF2B5EF4-FFF2-40B4-BE49-F238E27FC236}">
                <a16:creationId xmlns:a16="http://schemas.microsoft.com/office/drawing/2014/main" id="{FF7C4D75-8723-2FBF-7C05-6D8002B3AD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11A2E68A-BD75-1ECB-78A9-4C443BFCB6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885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части по 4 шага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11">
            <a:extLst>
              <a:ext uri="{FF2B5EF4-FFF2-40B4-BE49-F238E27FC236}">
                <a16:creationId xmlns:a16="http://schemas.microsoft.com/office/drawing/2014/main" id="{839D9983-4D8B-9F88-FC88-9AF1218BF481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964987" y="3100627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1">
            <a:extLst>
              <a:ext uri="{FF2B5EF4-FFF2-40B4-BE49-F238E27FC236}">
                <a16:creationId xmlns:a16="http://schemas.microsoft.com/office/drawing/2014/main" id="{6C513FD5-E6AE-7049-EA8A-2C5FDDEB0232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683473" y="3100627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A46936F4-6066-361E-7EB0-F5A18DE4525B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6398098" y="3100627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C2DE73A2-D787-EB49-5C3C-8A9EDA089C21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9169873" y="3100627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1">
            <a:extLst>
              <a:ext uri="{FF2B5EF4-FFF2-40B4-BE49-F238E27FC236}">
                <a16:creationId xmlns:a16="http://schemas.microsoft.com/office/drawing/2014/main" id="{BADF7078-3DA3-4B4F-7664-EFAF153563E6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1890955" y="3100627"/>
            <a:ext cx="5432058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1">
            <a:extLst>
              <a:ext uri="{FF2B5EF4-FFF2-40B4-BE49-F238E27FC236}">
                <a16:creationId xmlns:a16="http://schemas.microsoft.com/office/drawing/2014/main" id="{683DF28D-72B8-71A5-9D7A-6754BDD561C4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964987" y="6629639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99D8D89C-5DE5-FD1C-785B-C98DDEB9C657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3683473" y="6629639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53FE36F2-3975-10B8-98E8-E1EB785ED534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6398098" y="6629639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1">
            <a:extLst>
              <a:ext uri="{FF2B5EF4-FFF2-40B4-BE49-F238E27FC236}">
                <a16:creationId xmlns:a16="http://schemas.microsoft.com/office/drawing/2014/main" id="{03B55780-13E5-314C-10A0-64D27E6C8360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9169873" y="6629639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Рисунок 11">
            <a:extLst>
              <a:ext uri="{FF2B5EF4-FFF2-40B4-BE49-F238E27FC236}">
                <a16:creationId xmlns:a16="http://schemas.microsoft.com/office/drawing/2014/main" id="{DFC3CDD1-967A-8A3D-4EEF-C4FB3EF37748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11890955" y="6629639"/>
            <a:ext cx="5432058" cy="2495550"/>
          </a:xfrm>
          <a:prstGeom prst="roundRect">
            <a:avLst>
              <a:gd name="adj" fmla="val 9025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9B91557A-DBF0-7253-FCE0-FD13CD88E2F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29252" y="3846434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62" name="Текст 39">
            <a:extLst>
              <a:ext uri="{FF2B5EF4-FFF2-40B4-BE49-F238E27FC236}">
                <a16:creationId xmlns:a16="http://schemas.microsoft.com/office/drawing/2014/main" id="{B7DBA190-6C81-605E-366F-6E749C2DDF5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33039" y="2479636"/>
            <a:ext cx="4777277" cy="419100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10A4B0FF-DEFD-9054-0A09-ABF3A1C61C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9252" y="3294213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1.1</a:t>
            </a:r>
          </a:p>
        </p:txBody>
      </p:sp>
      <p:sp>
        <p:nvSpPr>
          <p:cNvPr id="73" name="Текст 39">
            <a:extLst>
              <a:ext uri="{FF2B5EF4-FFF2-40B4-BE49-F238E27FC236}">
                <a16:creationId xmlns:a16="http://schemas.microsoft.com/office/drawing/2014/main" id="{AD057903-C08B-ECE6-03FC-53B608045EA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847738" y="3846434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74" name="Текст 39">
            <a:extLst>
              <a:ext uri="{FF2B5EF4-FFF2-40B4-BE49-F238E27FC236}">
                <a16:creationId xmlns:a16="http://schemas.microsoft.com/office/drawing/2014/main" id="{12099295-8A27-1724-C652-8FB1FACC66B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847738" y="3294213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1.2</a:t>
            </a:r>
          </a:p>
        </p:txBody>
      </p:sp>
      <p:sp>
        <p:nvSpPr>
          <p:cNvPr id="76" name="Текст 39">
            <a:extLst>
              <a:ext uri="{FF2B5EF4-FFF2-40B4-BE49-F238E27FC236}">
                <a16:creationId xmlns:a16="http://schemas.microsoft.com/office/drawing/2014/main" id="{9A49267E-ACB9-BA2E-5DF4-25549388B42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566224" y="3846434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77" name="Текст 39">
            <a:extLst>
              <a:ext uri="{FF2B5EF4-FFF2-40B4-BE49-F238E27FC236}">
                <a16:creationId xmlns:a16="http://schemas.microsoft.com/office/drawing/2014/main" id="{26C80241-5D59-07BF-6EBB-E85D31941CF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566224" y="3294213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1.3</a:t>
            </a:r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504581FF-B296-3AA1-37E7-05876E2EA32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34138" y="3846434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80" name="Текст 39">
            <a:extLst>
              <a:ext uri="{FF2B5EF4-FFF2-40B4-BE49-F238E27FC236}">
                <a16:creationId xmlns:a16="http://schemas.microsoft.com/office/drawing/2014/main" id="{B0EC3201-0577-863A-241B-7732C85C78C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334138" y="3294213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1.4</a:t>
            </a:r>
          </a:p>
        </p:txBody>
      </p:sp>
      <p:sp>
        <p:nvSpPr>
          <p:cNvPr id="82" name="Текст 39">
            <a:extLst>
              <a:ext uri="{FF2B5EF4-FFF2-40B4-BE49-F238E27FC236}">
                <a16:creationId xmlns:a16="http://schemas.microsoft.com/office/drawing/2014/main" id="{1A454BE5-6FD1-C07C-CAB9-2D27ADE07F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2052625" y="3294213"/>
            <a:ext cx="5106123" cy="2145338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84" name="Текст 39">
            <a:extLst>
              <a:ext uri="{FF2B5EF4-FFF2-40B4-BE49-F238E27FC236}">
                <a16:creationId xmlns:a16="http://schemas.microsoft.com/office/drawing/2014/main" id="{0B93A7AC-54DA-0323-D2A5-9C9D8A20E8A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129252" y="7378641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BE2F67E3-4DE2-CC10-F450-E5EFB65E309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533039" y="6011843"/>
            <a:ext cx="4777277" cy="419100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8" name="Текст 39">
            <a:extLst>
              <a:ext uri="{FF2B5EF4-FFF2-40B4-BE49-F238E27FC236}">
                <a16:creationId xmlns:a16="http://schemas.microsoft.com/office/drawing/2014/main" id="{47F66DE2-B882-F413-3BC3-460202D79B1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129252" y="6826420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2.1</a:t>
            </a:r>
          </a:p>
        </p:txBody>
      </p:sp>
      <p:sp>
        <p:nvSpPr>
          <p:cNvPr id="90" name="Текст 39">
            <a:extLst>
              <a:ext uri="{FF2B5EF4-FFF2-40B4-BE49-F238E27FC236}">
                <a16:creationId xmlns:a16="http://schemas.microsoft.com/office/drawing/2014/main" id="{DAB84D3C-583E-D9F3-3F32-54653DACEC0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847738" y="7378641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91" name="Текст 39">
            <a:extLst>
              <a:ext uri="{FF2B5EF4-FFF2-40B4-BE49-F238E27FC236}">
                <a16:creationId xmlns:a16="http://schemas.microsoft.com/office/drawing/2014/main" id="{2D63F116-B9CB-DA7B-79D1-4844EF977EC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847738" y="6826420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2.2</a:t>
            </a:r>
          </a:p>
        </p:txBody>
      </p:sp>
      <p:sp>
        <p:nvSpPr>
          <p:cNvPr id="93" name="Текст 39">
            <a:extLst>
              <a:ext uri="{FF2B5EF4-FFF2-40B4-BE49-F238E27FC236}">
                <a16:creationId xmlns:a16="http://schemas.microsoft.com/office/drawing/2014/main" id="{777B19E1-2A64-CA3A-74E3-B0B6EE6CDED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66224" y="7378641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94" name="Текст 39">
            <a:extLst>
              <a:ext uri="{FF2B5EF4-FFF2-40B4-BE49-F238E27FC236}">
                <a16:creationId xmlns:a16="http://schemas.microsoft.com/office/drawing/2014/main" id="{EFBD73CF-6D9F-17F3-7422-767B7C9D22E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566224" y="6826420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2.3</a:t>
            </a:r>
          </a:p>
        </p:txBody>
      </p:sp>
      <p:sp>
        <p:nvSpPr>
          <p:cNvPr id="96" name="Текст 39">
            <a:extLst>
              <a:ext uri="{FF2B5EF4-FFF2-40B4-BE49-F238E27FC236}">
                <a16:creationId xmlns:a16="http://schemas.microsoft.com/office/drawing/2014/main" id="{6C78B184-7A18-09D5-F0B0-1369F55EC471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34138" y="7378641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97" name="Текст 39">
            <a:extLst>
              <a:ext uri="{FF2B5EF4-FFF2-40B4-BE49-F238E27FC236}">
                <a16:creationId xmlns:a16="http://schemas.microsoft.com/office/drawing/2014/main" id="{6144FB1E-8020-DF7B-03CA-8CA34E26474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34138" y="6826420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2.4</a:t>
            </a:r>
          </a:p>
        </p:txBody>
      </p:sp>
      <p:sp>
        <p:nvSpPr>
          <p:cNvPr id="99" name="Текст 39">
            <a:extLst>
              <a:ext uri="{FF2B5EF4-FFF2-40B4-BE49-F238E27FC236}">
                <a16:creationId xmlns:a16="http://schemas.microsoft.com/office/drawing/2014/main" id="{F4EAF638-B6BC-AB73-27EE-44BAA363174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2052625" y="7378640"/>
            <a:ext cx="5106123" cy="1593117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100" name="Текст 39">
            <a:extLst>
              <a:ext uri="{FF2B5EF4-FFF2-40B4-BE49-F238E27FC236}">
                <a16:creationId xmlns:a16="http://schemas.microsoft.com/office/drawing/2014/main" id="{5AD3217A-D88B-571F-5DE9-C889AB8806E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2052625" y="6822586"/>
            <a:ext cx="5106123" cy="39942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Вывод напишите здесь</a:t>
            </a:r>
          </a:p>
        </p:txBody>
      </p:sp>
      <p:sp>
        <p:nvSpPr>
          <p:cNvPr id="3" name="Текст 41">
            <a:extLst>
              <a:ext uri="{FF2B5EF4-FFF2-40B4-BE49-F238E27FC236}">
                <a16:creationId xmlns:a16="http://schemas.microsoft.com/office/drawing/2014/main" id="{AE03DB8A-A686-4202-58E9-B13D287AE9C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52228" y="2456216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4" name="Текст 41">
            <a:extLst>
              <a:ext uri="{FF2B5EF4-FFF2-40B4-BE49-F238E27FC236}">
                <a16:creationId xmlns:a16="http://schemas.microsoft.com/office/drawing/2014/main" id="{480C749C-4DFE-775C-F43A-15FDD77B8AD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52228" y="5985230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04126F45-40F5-25E4-BE6C-626B52B24995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15849600" y="5985230"/>
            <a:ext cx="1485899" cy="1485898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4B85C205-CECC-4785-5AC1-C2C61CC321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41A526B7-9711-E2E4-0A44-5758EF21C7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1" name="Текст 16">
            <a:extLst>
              <a:ext uri="{FF2B5EF4-FFF2-40B4-BE49-F238E27FC236}">
                <a16:creationId xmlns:a16="http://schemas.microsoft.com/office/drawing/2014/main" id="{B5DF96C5-AA81-C8B8-863F-17B03EBB30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6536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ть: 10 шаг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0316F50-9BF0-28D8-0FD8-12BB69AF2D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5913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pic>
        <p:nvPicPr>
          <p:cNvPr id="3" name="Frame 2087329752 --&gt; Frame 2087329752" descr="preencoded.png">
            <a:extLst>
              <a:ext uri="{FF2B5EF4-FFF2-40B4-BE49-F238E27FC236}">
                <a16:creationId xmlns:a16="http://schemas.microsoft.com/office/drawing/2014/main" id="{1B82F96C-A500-7D0E-A538-3D7F552DE7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52500" y="6324595"/>
            <a:ext cx="13544550" cy="19059"/>
          </a:xfrm>
          <a:prstGeom prst="rect">
            <a:avLst/>
          </a:prstGeom>
        </p:spPr>
      </p:pic>
      <p:pic>
        <p:nvPicPr>
          <p:cNvPr id="4" name="Frame 2087329752 --&gt; Frame 2087329752" descr="preencoded.png">
            <a:extLst>
              <a:ext uri="{FF2B5EF4-FFF2-40B4-BE49-F238E27FC236}">
                <a16:creationId xmlns:a16="http://schemas.microsoft.com/office/drawing/2014/main" id="{1FFBBE82-D9B4-9E46-2EA6-5D6A4EA253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545729" y="3001952"/>
            <a:ext cx="2867025" cy="19059"/>
          </a:xfrm>
          <a:prstGeom prst="rect">
            <a:avLst/>
          </a:prstGeom>
        </p:spPr>
      </p:pic>
      <p:pic>
        <p:nvPicPr>
          <p:cNvPr id="5" name="Frame 2087329752 --&gt; Frame 2087329752" descr="preencoded.png">
            <a:extLst>
              <a:ext uri="{FF2B5EF4-FFF2-40B4-BE49-F238E27FC236}">
                <a16:creationId xmlns:a16="http://schemas.microsoft.com/office/drawing/2014/main" id="{D4F8CF2A-B120-2936-A382-7F949E3F5F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423023" y="3001952"/>
            <a:ext cx="10153650" cy="19059"/>
          </a:xfrm>
          <a:prstGeom prst="rect">
            <a:avLst/>
          </a:prstGeom>
        </p:spPr>
      </p:pic>
      <p:pic>
        <p:nvPicPr>
          <p:cNvPr id="7" name="Frame 2087329752 --&gt; Frame 2087329752" descr="preencoded.png">
            <a:extLst>
              <a:ext uri="{FF2B5EF4-FFF2-40B4-BE49-F238E27FC236}">
                <a16:creationId xmlns:a16="http://schemas.microsoft.com/office/drawing/2014/main" id="{854CC526-C955-DC62-12FD-32D6A2B54A7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300317" y="3001952"/>
            <a:ext cx="2286000" cy="19059"/>
          </a:xfrm>
          <a:prstGeom prst="rect">
            <a:avLst/>
          </a:prstGeom>
        </p:spPr>
      </p:pic>
      <p:pic>
        <p:nvPicPr>
          <p:cNvPr id="8" name="Frame 2087329752 --&gt; Frame 2087329752" descr="preencoded.png">
            <a:extLst>
              <a:ext uri="{FF2B5EF4-FFF2-40B4-BE49-F238E27FC236}">
                <a16:creationId xmlns:a16="http://schemas.microsoft.com/office/drawing/2014/main" id="{E8857AE7-E43D-A91F-B5A6-67B560C7710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300317" y="6327070"/>
            <a:ext cx="2286000" cy="19059"/>
          </a:xfrm>
          <a:prstGeom prst="rect">
            <a:avLst/>
          </a:prstGeom>
        </p:spPr>
      </p:pic>
      <p:pic>
        <p:nvPicPr>
          <p:cNvPr id="9" name="Frame 2087329752 --&gt; Frame 2087329752" descr="preencoded.png">
            <a:extLst>
              <a:ext uri="{FF2B5EF4-FFF2-40B4-BE49-F238E27FC236}">
                <a16:creationId xmlns:a16="http://schemas.microsoft.com/office/drawing/2014/main" id="{3C4E6377-89B7-2B60-BC83-82B3291CF6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175751" y="3000426"/>
            <a:ext cx="7019927" cy="3343284"/>
          </a:xfrm>
          <a:prstGeom prst="rect">
            <a:avLst/>
          </a:prstGeom>
        </p:spPr>
      </p:pic>
      <p:pic>
        <p:nvPicPr>
          <p:cNvPr id="10" name="Frame 2087329752" descr="preencoded.png">
            <a:extLst>
              <a:ext uri="{FF2B5EF4-FFF2-40B4-BE49-F238E27FC236}">
                <a16:creationId xmlns:a16="http://schemas.microsoft.com/office/drawing/2014/main" id="{BB73BEA9-9893-EEB4-ADCF-F950314CB9A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955030" y="2714625"/>
            <a:ext cx="590550" cy="590550"/>
          </a:xfrm>
          <a:prstGeom prst="rect">
            <a:avLst/>
          </a:prstGeom>
        </p:spPr>
      </p:pic>
      <p:pic>
        <p:nvPicPr>
          <p:cNvPr id="13" name="Frame 2087329752" descr="preencoded.png">
            <a:extLst>
              <a:ext uri="{FF2B5EF4-FFF2-40B4-BE49-F238E27FC236}">
                <a16:creationId xmlns:a16="http://schemas.microsoft.com/office/drawing/2014/main" id="{2AF35600-FEFE-DFB9-DB68-B1F4C7C0472D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4251306" y="2714625"/>
            <a:ext cx="590550" cy="590550"/>
          </a:xfrm>
          <a:prstGeom prst="rect">
            <a:avLst/>
          </a:prstGeom>
        </p:spPr>
      </p:pic>
      <p:pic>
        <p:nvPicPr>
          <p:cNvPr id="14" name="Frame 2087329752" descr="preencoded.png">
            <a:extLst>
              <a:ext uri="{FF2B5EF4-FFF2-40B4-BE49-F238E27FC236}">
                <a16:creationId xmlns:a16="http://schemas.microsoft.com/office/drawing/2014/main" id="{7B563AF9-3DD9-B6CC-E245-0BFACF4C631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7547581" y="2714625"/>
            <a:ext cx="590550" cy="590550"/>
          </a:xfrm>
          <a:prstGeom prst="rect">
            <a:avLst/>
          </a:prstGeom>
        </p:spPr>
      </p:pic>
      <p:pic>
        <p:nvPicPr>
          <p:cNvPr id="15" name="Frame 2087329752" descr="preencoded.png">
            <a:extLst>
              <a:ext uri="{FF2B5EF4-FFF2-40B4-BE49-F238E27FC236}">
                <a16:creationId xmlns:a16="http://schemas.microsoft.com/office/drawing/2014/main" id="{6AA28EC8-CF02-8435-B8BE-F936CFD05EA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10831500" y="2714625"/>
            <a:ext cx="590550" cy="590550"/>
          </a:xfrm>
          <a:prstGeom prst="rect">
            <a:avLst/>
          </a:prstGeom>
        </p:spPr>
      </p:pic>
      <p:pic>
        <p:nvPicPr>
          <p:cNvPr id="17" name="Frame 2087329752" descr="preencoded.png">
            <a:extLst>
              <a:ext uri="{FF2B5EF4-FFF2-40B4-BE49-F238E27FC236}">
                <a16:creationId xmlns:a16="http://schemas.microsoft.com/office/drawing/2014/main" id="{69BA8D85-9911-2D9A-0947-E3DA8B336AD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14140132" y="2714625"/>
            <a:ext cx="590550" cy="590550"/>
          </a:xfrm>
          <a:prstGeom prst="rect">
            <a:avLst/>
          </a:prstGeom>
        </p:spPr>
      </p:pic>
      <p:pic>
        <p:nvPicPr>
          <p:cNvPr id="20" name="Frame 2087329752" descr="preencoded.png">
            <a:extLst>
              <a:ext uri="{FF2B5EF4-FFF2-40B4-BE49-F238E27FC236}">
                <a16:creationId xmlns:a16="http://schemas.microsoft.com/office/drawing/2014/main" id="{04E00055-AD04-F79C-4F41-C9BD7818423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952500" y="6029325"/>
            <a:ext cx="590550" cy="590550"/>
          </a:xfrm>
          <a:prstGeom prst="rect">
            <a:avLst/>
          </a:prstGeom>
        </p:spPr>
      </p:pic>
      <p:pic>
        <p:nvPicPr>
          <p:cNvPr id="21" name="Frame 2087329752" descr="preencoded.png">
            <a:extLst>
              <a:ext uri="{FF2B5EF4-FFF2-40B4-BE49-F238E27FC236}">
                <a16:creationId xmlns:a16="http://schemas.microsoft.com/office/drawing/2014/main" id="{A4460B41-7E24-EB49-31DC-EB8B1496C50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4248776" y="6029325"/>
            <a:ext cx="590550" cy="590550"/>
          </a:xfrm>
          <a:prstGeom prst="rect">
            <a:avLst/>
          </a:prstGeom>
        </p:spPr>
      </p:pic>
      <p:pic>
        <p:nvPicPr>
          <p:cNvPr id="22" name="Frame 2087329752" descr="preencoded.png">
            <a:extLst>
              <a:ext uri="{FF2B5EF4-FFF2-40B4-BE49-F238E27FC236}">
                <a16:creationId xmlns:a16="http://schemas.microsoft.com/office/drawing/2014/main" id="{859F7D9C-5E07-1A52-0C52-1B9F5E84CB39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7545051" y="6029325"/>
            <a:ext cx="590550" cy="590550"/>
          </a:xfrm>
          <a:prstGeom prst="rect">
            <a:avLst/>
          </a:prstGeom>
        </p:spPr>
      </p:pic>
      <p:pic>
        <p:nvPicPr>
          <p:cNvPr id="23" name="Frame 2087329752" descr="preencoded.png">
            <a:extLst>
              <a:ext uri="{FF2B5EF4-FFF2-40B4-BE49-F238E27FC236}">
                <a16:creationId xmlns:a16="http://schemas.microsoft.com/office/drawing/2014/main" id="{02640B23-A85C-1669-19E7-143D4ACBCE27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10841327" y="6029325"/>
            <a:ext cx="590550" cy="590550"/>
          </a:xfrm>
          <a:prstGeom prst="rect">
            <a:avLst/>
          </a:prstGeom>
        </p:spPr>
      </p:pic>
      <p:pic>
        <p:nvPicPr>
          <p:cNvPr id="24" name="Frame 2087329752" descr="preencoded.png">
            <a:extLst>
              <a:ext uri="{FF2B5EF4-FFF2-40B4-BE49-F238E27FC236}">
                <a16:creationId xmlns:a16="http://schemas.microsoft.com/office/drawing/2014/main" id="{938FBE9A-9D4D-3E82-7728-361DAF35B34F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/>
          <a:stretch/>
        </p:blipFill>
        <p:spPr>
          <a:xfrm>
            <a:off x="14137602" y="6029325"/>
            <a:ext cx="590550" cy="590550"/>
          </a:xfrm>
          <a:prstGeom prst="rect">
            <a:avLst/>
          </a:prstGeom>
        </p:spPr>
      </p:pic>
      <p:sp>
        <p:nvSpPr>
          <p:cNvPr id="19" name="Текст 41">
            <a:extLst>
              <a:ext uri="{FF2B5EF4-FFF2-40B4-BE49-F238E27FC236}">
                <a16:creationId xmlns:a16="http://schemas.microsoft.com/office/drawing/2014/main" id="{C004A22B-2DA4-CDAE-AE11-079D6E26FA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2620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67" name="Текст 41">
            <a:extLst>
              <a:ext uri="{FF2B5EF4-FFF2-40B4-BE49-F238E27FC236}">
                <a16:creationId xmlns:a16="http://schemas.microsoft.com/office/drawing/2014/main" id="{1B424E61-0988-B34A-2DD7-D3960A8CB6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59517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68" name="Текст 41">
            <a:extLst>
              <a:ext uri="{FF2B5EF4-FFF2-40B4-BE49-F238E27FC236}">
                <a16:creationId xmlns:a16="http://schemas.microsoft.com/office/drawing/2014/main" id="{124A51CF-F8F4-372F-5F98-FAAE3ED664C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58772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69" name="Текст 41">
            <a:extLst>
              <a:ext uri="{FF2B5EF4-FFF2-40B4-BE49-F238E27FC236}">
                <a16:creationId xmlns:a16="http://schemas.microsoft.com/office/drawing/2014/main" id="{0A2320A0-614A-97F4-2A06-1401A6D4ED7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845669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70" name="Текст 41">
            <a:extLst>
              <a:ext uri="{FF2B5EF4-FFF2-40B4-BE49-F238E27FC236}">
                <a16:creationId xmlns:a16="http://schemas.microsoft.com/office/drawing/2014/main" id="{44C7CC2D-5911-DCE4-DFE7-891574C5427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144923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73" name="Текст 41">
            <a:extLst>
              <a:ext uri="{FF2B5EF4-FFF2-40B4-BE49-F238E27FC236}">
                <a16:creationId xmlns:a16="http://schemas.microsoft.com/office/drawing/2014/main" id="{4329B035-C806-6691-D03B-C3C81BD1908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2620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10</a:t>
            </a:r>
          </a:p>
        </p:txBody>
      </p:sp>
      <p:sp>
        <p:nvSpPr>
          <p:cNvPr id="74" name="Текст 41">
            <a:extLst>
              <a:ext uri="{FF2B5EF4-FFF2-40B4-BE49-F238E27FC236}">
                <a16:creationId xmlns:a16="http://schemas.microsoft.com/office/drawing/2014/main" id="{EB5370DB-09A1-2BD5-4306-3A4BB015F15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845669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7</a:t>
            </a:r>
          </a:p>
        </p:txBody>
      </p:sp>
      <p:sp>
        <p:nvSpPr>
          <p:cNvPr id="75" name="Текст 41">
            <a:extLst>
              <a:ext uri="{FF2B5EF4-FFF2-40B4-BE49-F238E27FC236}">
                <a16:creationId xmlns:a16="http://schemas.microsoft.com/office/drawing/2014/main" id="{DE00CA78-A669-C245-9AF8-76A44D955DA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144923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6</a:t>
            </a:r>
          </a:p>
        </p:txBody>
      </p:sp>
      <p:sp>
        <p:nvSpPr>
          <p:cNvPr id="76" name="Текст 41">
            <a:extLst>
              <a:ext uri="{FF2B5EF4-FFF2-40B4-BE49-F238E27FC236}">
                <a16:creationId xmlns:a16="http://schemas.microsoft.com/office/drawing/2014/main" id="{DB492D02-49F0-FCAF-A49E-E52ABCD1EB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259517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9</a:t>
            </a:r>
          </a:p>
        </p:txBody>
      </p:sp>
      <p:sp>
        <p:nvSpPr>
          <p:cNvPr id="77" name="Текст 41">
            <a:extLst>
              <a:ext uri="{FF2B5EF4-FFF2-40B4-BE49-F238E27FC236}">
                <a16:creationId xmlns:a16="http://schemas.microsoft.com/office/drawing/2014/main" id="{B6509D05-D7EE-1C79-F6B0-CC38DD58844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58772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8</a:t>
            </a:r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D3A15577-237B-5861-2B81-BCA0A253BA4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55913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9B91557A-DBF0-7253-FCE0-FD13CD88E2F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500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80" name="Текст 39">
            <a:extLst>
              <a:ext uri="{FF2B5EF4-FFF2-40B4-BE49-F238E27FC236}">
                <a16:creationId xmlns:a16="http://schemas.microsoft.com/office/drawing/2014/main" id="{23896982-5807-5BF4-782C-E41B88CEB5E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500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90F65A72-557B-CAA5-8500-F61537825C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55167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D7FEB9A2-14C2-6981-D780-355586FC262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55167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91" name="Текст 39">
            <a:extLst>
              <a:ext uri="{FF2B5EF4-FFF2-40B4-BE49-F238E27FC236}">
                <a16:creationId xmlns:a16="http://schemas.microsoft.com/office/drawing/2014/main" id="{C2BF4D7E-7303-D7E2-45A8-84E74132A6D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17351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92" name="Текст 39">
            <a:extLst>
              <a:ext uri="{FF2B5EF4-FFF2-40B4-BE49-F238E27FC236}">
                <a16:creationId xmlns:a16="http://schemas.microsoft.com/office/drawing/2014/main" id="{E6323280-6FA6-3910-53F1-8D2A26932C9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17351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97" name="Текст 39">
            <a:extLst>
              <a:ext uri="{FF2B5EF4-FFF2-40B4-BE49-F238E27FC236}">
                <a16:creationId xmlns:a16="http://schemas.microsoft.com/office/drawing/2014/main" id="{6C05DE2A-DDC9-8320-D6FE-0CCE6AF3DC5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816605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98" name="Текст 39">
            <a:extLst>
              <a:ext uri="{FF2B5EF4-FFF2-40B4-BE49-F238E27FC236}">
                <a16:creationId xmlns:a16="http://schemas.microsoft.com/office/drawing/2014/main" id="{E4C9C283-8D54-F4F2-3A99-99508C2A60D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816605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03" name="Текст 39">
            <a:extLst>
              <a:ext uri="{FF2B5EF4-FFF2-40B4-BE49-F238E27FC236}">
                <a16:creationId xmlns:a16="http://schemas.microsoft.com/office/drawing/2014/main" id="{F648767F-14AB-E814-7DA3-C6F97C05DB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4140573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04" name="Текст 39">
            <a:extLst>
              <a:ext uri="{FF2B5EF4-FFF2-40B4-BE49-F238E27FC236}">
                <a16:creationId xmlns:a16="http://schemas.microsoft.com/office/drawing/2014/main" id="{0D0F5993-4499-B7B5-5A6A-97BA07DF200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4140573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09" name="Текст 39">
            <a:extLst>
              <a:ext uri="{FF2B5EF4-FFF2-40B4-BE49-F238E27FC236}">
                <a16:creationId xmlns:a16="http://schemas.microsoft.com/office/drawing/2014/main" id="{1696CA4D-645E-0830-CB37-9E9D4244A9A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55913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10" name="Текст 39">
            <a:extLst>
              <a:ext uri="{FF2B5EF4-FFF2-40B4-BE49-F238E27FC236}">
                <a16:creationId xmlns:a16="http://schemas.microsoft.com/office/drawing/2014/main" id="{FF13B2EE-3B91-3FEF-9952-A7A0405599D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55913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15" name="Текст 39">
            <a:extLst>
              <a:ext uri="{FF2B5EF4-FFF2-40B4-BE49-F238E27FC236}">
                <a16:creationId xmlns:a16="http://schemas.microsoft.com/office/drawing/2014/main" id="{4E65E75A-B9AF-ECD1-E864-A8C691464CA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255167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16" name="Текст 39">
            <a:extLst>
              <a:ext uri="{FF2B5EF4-FFF2-40B4-BE49-F238E27FC236}">
                <a16:creationId xmlns:a16="http://schemas.microsoft.com/office/drawing/2014/main" id="{A98E9700-BDE3-3658-D89D-EC32417AEFC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255167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21" name="Текст 39">
            <a:extLst>
              <a:ext uri="{FF2B5EF4-FFF2-40B4-BE49-F238E27FC236}">
                <a16:creationId xmlns:a16="http://schemas.microsoft.com/office/drawing/2014/main" id="{7D845AB3-A07B-4702-83C3-2109ABF2148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517351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22" name="Текст 39">
            <a:extLst>
              <a:ext uri="{FF2B5EF4-FFF2-40B4-BE49-F238E27FC236}">
                <a16:creationId xmlns:a16="http://schemas.microsoft.com/office/drawing/2014/main" id="{AB36FE25-40C6-7D62-AD70-9D3E50B4D43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517351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27" name="Текст 39">
            <a:extLst>
              <a:ext uri="{FF2B5EF4-FFF2-40B4-BE49-F238E27FC236}">
                <a16:creationId xmlns:a16="http://schemas.microsoft.com/office/drawing/2014/main" id="{8474BF6E-A017-8852-C693-7ADAAC093E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0816605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28" name="Текст 39">
            <a:extLst>
              <a:ext uri="{FF2B5EF4-FFF2-40B4-BE49-F238E27FC236}">
                <a16:creationId xmlns:a16="http://schemas.microsoft.com/office/drawing/2014/main" id="{3FDFB16E-F8DD-BAAD-E591-3BF315F0554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0816605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33" name="Текст 39">
            <a:extLst>
              <a:ext uri="{FF2B5EF4-FFF2-40B4-BE49-F238E27FC236}">
                <a16:creationId xmlns:a16="http://schemas.microsoft.com/office/drawing/2014/main" id="{1268AA54-2DBF-56AA-5195-DEC14A434A3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4140573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34" name="Текст 39">
            <a:extLst>
              <a:ext uri="{FF2B5EF4-FFF2-40B4-BE49-F238E27FC236}">
                <a16:creationId xmlns:a16="http://schemas.microsoft.com/office/drawing/2014/main" id="{67A9CA5F-6E4D-D44E-6E8B-F624912ED39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4140573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27F5A080-2018-52DA-F919-A480E5D44EF3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247494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49A0DC3-2567-11B4-FFE2-B8A24F7D5FD6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247494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DFEEDC2E-6B31-E691-7072-8D938EEDC287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7495191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48355716-CBC2-68D6-C4FE-D02EC94C7995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7495191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B71439B0-C426-0765-E081-72E942B20628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0821716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668FEFE4-5190-6297-9026-EBAC0E7EC1B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0821716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A7653370-CA53-6F94-05BA-BDDE3CA827C0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4148240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B92ED35B-7177-F196-BA5D-DF61C0C984EB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4148240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BDCA349B-6ADB-F247-C7F3-D886D61A15BA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52500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833DC6FA-EAC6-3FA7-5613-E71DD2636C5D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952500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2E171E4E-5603-DCEA-1076-F9D18C8E7DB1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247494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4EC6CA7C-35E3-D548-7296-7306621BA37C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4247494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14BD599C-CF60-F5D5-AAB1-73B3E25509C0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7495191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515C4F7D-F2D7-2C89-B3C4-C3E93871E3A9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7495191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022220E9-5EB0-5D83-C928-D2537E019AA7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0821716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A6A5054D-421E-AACE-EDB6-6B27422F04E8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0821716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3C961EB7-D2B2-F0C8-BA08-F1CAF17EE3A1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14148240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6A0CD277-A4D2-379D-5959-61DDE1A973E9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4148240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41" name="Рисунок 3">
            <a:extLst>
              <a:ext uri="{FF2B5EF4-FFF2-40B4-BE49-F238E27FC236}">
                <a16:creationId xmlns:a16="http://schemas.microsoft.com/office/drawing/2014/main" id="{FE389CD7-8DB1-F301-34D8-C67D6DDE2E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2" name="Текст 16">
            <a:extLst>
              <a:ext uri="{FF2B5EF4-FFF2-40B4-BE49-F238E27FC236}">
                <a16:creationId xmlns:a16="http://schemas.microsoft.com/office/drawing/2014/main" id="{29813B5F-8CF5-0E42-C52F-EA95BC4135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45" name="Текст 16">
            <a:extLst>
              <a:ext uri="{FF2B5EF4-FFF2-40B4-BE49-F238E27FC236}">
                <a16:creationId xmlns:a16="http://schemas.microsoft.com/office/drawing/2014/main" id="{95038034-D548-554B-1039-DCD57F2A98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1479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ть: 8 шаг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0316F50-9BF0-28D8-0FD8-12BB69AF2D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5913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pic>
        <p:nvPicPr>
          <p:cNvPr id="3" name="Frame 2087329752 --&gt; Frame 2087329752" descr="preencoded.png">
            <a:extLst>
              <a:ext uri="{FF2B5EF4-FFF2-40B4-BE49-F238E27FC236}">
                <a16:creationId xmlns:a16="http://schemas.microsoft.com/office/drawing/2014/main" id="{1B82F96C-A500-7D0E-A538-3D7F552DE7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52500" y="6324595"/>
            <a:ext cx="13544550" cy="19059"/>
          </a:xfrm>
          <a:prstGeom prst="rect">
            <a:avLst/>
          </a:prstGeom>
        </p:spPr>
      </p:pic>
      <p:pic>
        <p:nvPicPr>
          <p:cNvPr id="4" name="Frame 2087329752 --&gt; Frame 2087329752" descr="preencoded.png">
            <a:extLst>
              <a:ext uri="{FF2B5EF4-FFF2-40B4-BE49-F238E27FC236}">
                <a16:creationId xmlns:a16="http://schemas.microsoft.com/office/drawing/2014/main" id="{1FFBBE82-D9B4-9E46-2EA6-5D6A4EA253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545729" y="3001952"/>
            <a:ext cx="2867025" cy="19059"/>
          </a:xfrm>
          <a:prstGeom prst="rect">
            <a:avLst/>
          </a:prstGeom>
        </p:spPr>
      </p:pic>
      <p:pic>
        <p:nvPicPr>
          <p:cNvPr id="5" name="Frame 2087329752 --&gt; Frame 2087329752" descr="preencoded.png">
            <a:extLst>
              <a:ext uri="{FF2B5EF4-FFF2-40B4-BE49-F238E27FC236}">
                <a16:creationId xmlns:a16="http://schemas.microsoft.com/office/drawing/2014/main" id="{D4F8CF2A-B120-2936-A382-7F949E3F5F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423023" y="3001952"/>
            <a:ext cx="10153650" cy="19059"/>
          </a:xfrm>
          <a:prstGeom prst="rect">
            <a:avLst/>
          </a:prstGeom>
        </p:spPr>
      </p:pic>
      <p:pic>
        <p:nvPicPr>
          <p:cNvPr id="7" name="Frame 2087329752 --&gt; Frame 2087329752" descr="preencoded.png">
            <a:extLst>
              <a:ext uri="{FF2B5EF4-FFF2-40B4-BE49-F238E27FC236}">
                <a16:creationId xmlns:a16="http://schemas.microsoft.com/office/drawing/2014/main" id="{854CC526-C955-DC62-12FD-32D6A2B54A7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300317" y="3001952"/>
            <a:ext cx="2286000" cy="19059"/>
          </a:xfrm>
          <a:prstGeom prst="rect">
            <a:avLst/>
          </a:prstGeom>
        </p:spPr>
      </p:pic>
      <p:pic>
        <p:nvPicPr>
          <p:cNvPr id="8" name="Frame 2087329752 --&gt; Frame 2087329752" descr="preencoded.png">
            <a:extLst>
              <a:ext uri="{FF2B5EF4-FFF2-40B4-BE49-F238E27FC236}">
                <a16:creationId xmlns:a16="http://schemas.microsoft.com/office/drawing/2014/main" id="{E8857AE7-E43D-A91F-B5A6-67B560C7710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300317" y="6327070"/>
            <a:ext cx="2286000" cy="19059"/>
          </a:xfrm>
          <a:prstGeom prst="rect">
            <a:avLst/>
          </a:prstGeom>
        </p:spPr>
      </p:pic>
      <p:pic>
        <p:nvPicPr>
          <p:cNvPr id="9" name="Frame 2087329752 --&gt; Frame 2087329752" descr="preencoded.png">
            <a:extLst>
              <a:ext uri="{FF2B5EF4-FFF2-40B4-BE49-F238E27FC236}">
                <a16:creationId xmlns:a16="http://schemas.microsoft.com/office/drawing/2014/main" id="{3C4E6377-89B7-2B60-BC83-82B3291CF6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175751" y="3000426"/>
            <a:ext cx="7019927" cy="3343284"/>
          </a:xfrm>
          <a:prstGeom prst="rect">
            <a:avLst/>
          </a:prstGeom>
        </p:spPr>
      </p:pic>
      <p:pic>
        <p:nvPicPr>
          <p:cNvPr id="10" name="Frame 2087329752" descr="preencoded.png">
            <a:extLst>
              <a:ext uri="{FF2B5EF4-FFF2-40B4-BE49-F238E27FC236}">
                <a16:creationId xmlns:a16="http://schemas.microsoft.com/office/drawing/2014/main" id="{BB73BEA9-9893-EEB4-ADCF-F950314CB9A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955030" y="2714625"/>
            <a:ext cx="590550" cy="590550"/>
          </a:xfrm>
          <a:prstGeom prst="rect">
            <a:avLst/>
          </a:prstGeom>
        </p:spPr>
      </p:pic>
      <p:pic>
        <p:nvPicPr>
          <p:cNvPr id="13" name="Frame 2087329752" descr="preencoded.png">
            <a:extLst>
              <a:ext uri="{FF2B5EF4-FFF2-40B4-BE49-F238E27FC236}">
                <a16:creationId xmlns:a16="http://schemas.microsoft.com/office/drawing/2014/main" id="{2AF35600-FEFE-DFB9-DB68-B1F4C7C0472D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5227498" y="2714625"/>
            <a:ext cx="590550" cy="590550"/>
          </a:xfrm>
          <a:prstGeom prst="rect">
            <a:avLst/>
          </a:prstGeom>
        </p:spPr>
      </p:pic>
      <p:pic>
        <p:nvPicPr>
          <p:cNvPr id="14" name="Frame 2087329752" descr="preencoded.png">
            <a:extLst>
              <a:ext uri="{FF2B5EF4-FFF2-40B4-BE49-F238E27FC236}">
                <a16:creationId xmlns:a16="http://schemas.microsoft.com/office/drawing/2014/main" id="{7B563AF9-3DD9-B6CC-E245-0BFACF4C631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9586454" y="2714625"/>
            <a:ext cx="590550" cy="590550"/>
          </a:xfrm>
          <a:prstGeom prst="rect">
            <a:avLst/>
          </a:prstGeom>
        </p:spPr>
      </p:pic>
      <p:pic>
        <p:nvPicPr>
          <p:cNvPr id="15" name="Frame 2087329752" descr="preencoded.png">
            <a:extLst>
              <a:ext uri="{FF2B5EF4-FFF2-40B4-BE49-F238E27FC236}">
                <a16:creationId xmlns:a16="http://schemas.microsoft.com/office/drawing/2014/main" id="{6AA28EC8-CF02-8435-B8BE-F936CFD05EA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13970123" y="2714625"/>
            <a:ext cx="590550" cy="590550"/>
          </a:xfrm>
          <a:prstGeom prst="rect">
            <a:avLst/>
          </a:prstGeom>
        </p:spPr>
      </p:pic>
      <p:pic>
        <p:nvPicPr>
          <p:cNvPr id="20" name="Frame 2087329752" descr="preencoded.png">
            <a:extLst>
              <a:ext uri="{FF2B5EF4-FFF2-40B4-BE49-F238E27FC236}">
                <a16:creationId xmlns:a16="http://schemas.microsoft.com/office/drawing/2014/main" id="{04E00055-AD04-F79C-4F41-C9BD7818423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952500" y="6029325"/>
            <a:ext cx="590550" cy="590550"/>
          </a:xfrm>
          <a:prstGeom prst="rect">
            <a:avLst/>
          </a:prstGeom>
        </p:spPr>
      </p:pic>
      <p:pic>
        <p:nvPicPr>
          <p:cNvPr id="21" name="Frame 2087329752" descr="preencoded.png">
            <a:extLst>
              <a:ext uri="{FF2B5EF4-FFF2-40B4-BE49-F238E27FC236}">
                <a16:creationId xmlns:a16="http://schemas.microsoft.com/office/drawing/2014/main" id="{A4460B41-7E24-EB49-31DC-EB8B1496C50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5224968" y="6029325"/>
            <a:ext cx="590550" cy="590550"/>
          </a:xfrm>
          <a:prstGeom prst="rect">
            <a:avLst/>
          </a:prstGeom>
        </p:spPr>
      </p:pic>
      <p:pic>
        <p:nvPicPr>
          <p:cNvPr id="22" name="Frame 2087329752" descr="preencoded.png">
            <a:extLst>
              <a:ext uri="{FF2B5EF4-FFF2-40B4-BE49-F238E27FC236}">
                <a16:creationId xmlns:a16="http://schemas.microsoft.com/office/drawing/2014/main" id="{859F7D9C-5E07-1A52-0C52-1B9F5E84CB3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9583924" y="6029325"/>
            <a:ext cx="590550" cy="590550"/>
          </a:xfrm>
          <a:prstGeom prst="rect">
            <a:avLst/>
          </a:prstGeom>
        </p:spPr>
      </p:pic>
      <p:pic>
        <p:nvPicPr>
          <p:cNvPr id="23" name="Frame 2087329752" descr="preencoded.png">
            <a:extLst>
              <a:ext uri="{FF2B5EF4-FFF2-40B4-BE49-F238E27FC236}">
                <a16:creationId xmlns:a16="http://schemas.microsoft.com/office/drawing/2014/main" id="{02640B23-A85C-1669-19E7-143D4ACBCE27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13979950" y="6029325"/>
            <a:ext cx="590550" cy="590550"/>
          </a:xfrm>
          <a:prstGeom prst="rect">
            <a:avLst/>
          </a:prstGeom>
        </p:spPr>
      </p:pic>
      <p:sp>
        <p:nvSpPr>
          <p:cNvPr id="19" name="Текст 41">
            <a:extLst>
              <a:ext uri="{FF2B5EF4-FFF2-40B4-BE49-F238E27FC236}">
                <a16:creationId xmlns:a16="http://schemas.microsoft.com/office/drawing/2014/main" id="{C004A22B-2DA4-CDAE-AE11-079D6E26FA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2620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67" name="Текст 41">
            <a:extLst>
              <a:ext uri="{FF2B5EF4-FFF2-40B4-BE49-F238E27FC236}">
                <a16:creationId xmlns:a16="http://schemas.microsoft.com/office/drawing/2014/main" id="{1B424E61-0988-B34A-2DD7-D3960A8CB6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35709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68" name="Текст 41">
            <a:extLst>
              <a:ext uri="{FF2B5EF4-FFF2-40B4-BE49-F238E27FC236}">
                <a16:creationId xmlns:a16="http://schemas.microsoft.com/office/drawing/2014/main" id="{124A51CF-F8F4-372F-5F98-FAAE3ED664C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97645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69" name="Текст 41">
            <a:extLst>
              <a:ext uri="{FF2B5EF4-FFF2-40B4-BE49-F238E27FC236}">
                <a16:creationId xmlns:a16="http://schemas.microsoft.com/office/drawing/2014/main" id="{0A2320A0-614A-97F4-2A06-1401A6D4ED7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3984292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73" name="Текст 41">
            <a:extLst>
              <a:ext uri="{FF2B5EF4-FFF2-40B4-BE49-F238E27FC236}">
                <a16:creationId xmlns:a16="http://schemas.microsoft.com/office/drawing/2014/main" id="{4329B035-C806-6691-D03B-C3C81BD1908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2620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8</a:t>
            </a:r>
          </a:p>
        </p:txBody>
      </p:sp>
      <p:sp>
        <p:nvSpPr>
          <p:cNvPr id="74" name="Текст 41">
            <a:extLst>
              <a:ext uri="{FF2B5EF4-FFF2-40B4-BE49-F238E27FC236}">
                <a16:creationId xmlns:a16="http://schemas.microsoft.com/office/drawing/2014/main" id="{EB5370DB-09A1-2BD5-4306-3A4BB015F15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984292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76" name="Текст 41">
            <a:extLst>
              <a:ext uri="{FF2B5EF4-FFF2-40B4-BE49-F238E27FC236}">
                <a16:creationId xmlns:a16="http://schemas.microsoft.com/office/drawing/2014/main" id="{DB492D02-49F0-FCAF-A49E-E52ABCD1EB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235709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7</a:t>
            </a:r>
          </a:p>
        </p:txBody>
      </p:sp>
      <p:sp>
        <p:nvSpPr>
          <p:cNvPr id="77" name="Текст 41">
            <a:extLst>
              <a:ext uri="{FF2B5EF4-FFF2-40B4-BE49-F238E27FC236}">
                <a16:creationId xmlns:a16="http://schemas.microsoft.com/office/drawing/2014/main" id="{B6509D05-D7EE-1C79-F6B0-CC38DD58844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597645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6</a:t>
            </a:r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D3A15577-237B-5861-2B81-BCA0A253BA4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55913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90F65A72-557B-CAA5-8500-F61537825C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231359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D7FEB9A2-14C2-6981-D780-355586FC262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231359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91" name="Текст 39">
            <a:extLst>
              <a:ext uri="{FF2B5EF4-FFF2-40B4-BE49-F238E27FC236}">
                <a16:creationId xmlns:a16="http://schemas.microsoft.com/office/drawing/2014/main" id="{C2BF4D7E-7303-D7E2-45A8-84E74132A6D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56224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92" name="Текст 39">
            <a:extLst>
              <a:ext uri="{FF2B5EF4-FFF2-40B4-BE49-F238E27FC236}">
                <a16:creationId xmlns:a16="http://schemas.microsoft.com/office/drawing/2014/main" id="{E6323280-6FA6-3910-53F1-8D2A26932C9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556224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97" name="Текст 39">
            <a:extLst>
              <a:ext uri="{FF2B5EF4-FFF2-40B4-BE49-F238E27FC236}">
                <a16:creationId xmlns:a16="http://schemas.microsoft.com/office/drawing/2014/main" id="{6C05DE2A-DDC9-8320-D6FE-0CCE6AF3DC5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3955228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98" name="Текст 39">
            <a:extLst>
              <a:ext uri="{FF2B5EF4-FFF2-40B4-BE49-F238E27FC236}">
                <a16:creationId xmlns:a16="http://schemas.microsoft.com/office/drawing/2014/main" id="{E4C9C283-8D54-F4F2-3A99-99508C2A60D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3955228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09" name="Текст 39">
            <a:extLst>
              <a:ext uri="{FF2B5EF4-FFF2-40B4-BE49-F238E27FC236}">
                <a16:creationId xmlns:a16="http://schemas.microsoft.com/office/drawing/2014/main" id="{1696CA4D-645E-0830-CB37-9E9D4244A9A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55913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10" name="Текст 39">
            <a:extLst>
              <a:ext uri="{FF2B5EF4-FFF2-40B4-BE49-F238E27FC236}">
                <a16:creationId xmlns:a16="http://schemas.microsoft.com/office/drawing/2014/main" id="{FF13B2EE-3B91-3FEF-9952-A7A0405599D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55913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15" name="Текст 39">
            <a:extLst>
              <a:ext uri="{FF2B5EF4-FFF2-40B4-BE49-F238E27FC236}">
                <a16:creationId xmlns:a16="http://schemas.microsoft.com/office/drawing/2014/main" id="{4E65E75A-B9AF-ECD1-E864-A8C691464CA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231359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16" name="Текст 39">
            <a:extLst>
              <a:ext uri="{FF2B5EF4-FFF2-40B4-BE49-F238E27FC236}">
                <a16:creationId xmlns:a16="http://schemas.microsoft.com/office/drawing/2014/main" id="{A98E9700-BDE3-3658-D89D-EC32417AEFC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231359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21" name="Текст 39">
            <a:extLst>
              <a:ext uri="{FF2B5EF4-FFF2-40B4-BE49-F238E27FC236}">
                <a16:creationId xmlns:a16="http://schemas.microsoft.com/office/drawing/2014/main" id="{7D845AB3-A07B-4702-83C3-2109ABF2148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556224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22" name="Текст 39">
            <a:extLst>
              <a:ext uri="{FF2B5EF4-FFF2-40B4-BE49-F238E27FC236}">
                <a16:creationId xmlns:a16="http://schemas.microsoft.com/office/drawing/2014/main" id="{AB36FE25-40C6-7D62-AD70-9D3E50B4D43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556224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27" name="Текст 39">
            <a:extLst>
              <a:ext uri="{FF2B5EF4-FFF2-40B4-BE49-F238E27FC236}">
                <a16:creationId xmlns:a16="http://schemas.microsoft.com/office/drawing/2014/main" id="{8474BF6E-A017-8852-C693-7ADAAC093E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3955228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28" name="Текст 39">
            <a:extLst>
              <a:ext uri="{FF2B5EF4-FFF2-40B4-BE49-F238E27FC236}">
                <a16:creationId xmlns:a16="http://schemas.microsoft.com/office/drawing/2014/main" id="{3FDFB16E-F8DD-BAAD-E591-3BF315F0554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3955228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EEC6078E-69A3-A1A4-6C72-0B49CFE788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500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B47608E-7C70-70E5-4747-F474A2765E6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500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22FD1D94-1AF4-6C10-C71F-CF803A82517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5208423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7D63378A-BC9C-3F81-AE74-F14985E681D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5208423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577413A3-A802-9B18-EC7A-29E74EDFAE9F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566126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70F8EBBD-750D-1545-2545-48B9A9FF7309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9566126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2F942C08-0A86-C67F-D641-6DC003512EB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3970123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9E0462AC-170E-B8F1-D952-2BC5759B29CE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3970123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6BD57D88-6DC4-5834-BA1F-E15F9B2F05C5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52500" y="8347462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55DCDA4A-52B1-24B7-3063-7CD835F4EC61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952500" y="8779948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62C128E5-0329-9EC7-0BC2-13C6475667C9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5208423" y="8347462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949DF755-EBE0-CF2C-18BB-53FAB1ABAAF6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5208423" y="8779948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A0C3BE5E-5190-DA90-8032-AEDF6D3D94C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9566126" y="8347462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4EBD50FD-6B69-3170-95E4-462769F90BDA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9566126" y="8779948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E1B2217C-1426-4BCD-35E0-27907E6DCC5F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3970123" y="8347462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15C26DB7-B375-CE60-F4EE-EAD8F1788CE1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3970123" y="8779948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520A1CEE-BEF1-8C67-4C5A-358387FD7C8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7" name="Текст 16">
            <a:extLst>
              <a:ext uri="{FF2B5EF4-FFF2-40B4-BE49-F238E27FC236}">
                <a16:creationId xmlns:a16="http://schemas.microsoft.com/office/drawing/2014/main" id="{D661D073-0F1D-C0F8-809B-65D9BB9D94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40" name="Текст 16">
            <a:extLst>
              <a:ext uri="{FF2B5EF4-FFF2-40B4-BE49-F238E27FC236}">
                <a16:creationId xmlns:a16="http://schemas.microsoft.com/office/drawing/2014/main" id="{42F39F6E-B414-75FA-C4CF-8BE792490B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2025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ть: 6 шаг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0316F50-9BF0-28D8-0FD8-12BB69AF2D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5913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pic>
        <p:nvPicPr>
          <p:cNvPr id="3" name="Frame 2087329752 --&gt; Frame 2087329752" descr="preencoded.png">
            <a:extLst>
              <a:ext uri="{FF2B5EF4-FFF2-40B4-BE49-F238E27FC236}">
                <a16:creationId xmlns:a16="http://schemas.microsoft.com/office/drawing/2014/main" id="{1B82F96C-A500-7D0E-A538-3D7F552DE7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52500" y="6324595"/>
            <a:ext cx="13544550" cy="19059"/>
          </a:xfrm>
          <a:prstGeom prst="rect">
            <a:avLst/>
          </a:prstGeom>
        </p:spPr>
      </p:pic>
      <p:pic>
        <p:nvPicPr>
          <p:cNvPr id="4" name="Frame 2087329752 --&gt; Frame 2087329752" descr="preencoded.png">
            <a:extLst>
              <a:ext uri="{FF2B5EF4-FFF2-40B4-BE49-F238E27FC236}">
                <a16:creationId xmlns:a16="http://schemas.microsoft.com/office/drawing/2014/main" id="{1FFBBE82-D9B4-9E46-2EA6-5D6A4EA253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545729" y="3001952"/>
            <a:ext cx="2867025" cy="19059"/>
          </a:xfrm>
          <a:prstGeom prst="rect">
            <a:avLst/>
          </a:prstGeom>
        </p:spPr>
      </p:pic>
      <p:pic>
        <p:nvPicPr>
          <p:cNvPr id="5" name="Frame 2087329752 --&gt; Frame 2087329752" descr="preencoded.png">
            <a:extLst>
              <a:ext uri="{FF2B5EF4-FFF2-40B4-BE49-F238E27FC236}">
                <a16:creationId xmlns:a16="http://schemas.microsoft.com/office/drawing/2014/main" id="{D4F8CF2A-B120-2936-A382-7F949E3F5F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423023" y="3001952"/>
            <a:ext cx="10153650" cy="19059"/>
          </a:xfrm>
          <a:prstGeom prst="rect">
            <a:avLst/>
          </a:prstGeom>
        </p:spPr>
      </p:pic>
      <p:pic>
        <p:nvPicPr>
          <p:cNvPr id="7" name="Frame 2087329752 --&gt; Frame 2087329752" descr="preencoded.png">
            <a:extLst>
              <a:ext uri="{FF2B5EF4-FFF2-40B4-BE49-F238E27FC236}">
                <a16:creationId xmlns:a16="http://schemas.microsoft.com/office/drawing/2014/main" id="{854CC526-C955-DC62-12FD-32D6A2B54A7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300317" y="3001952"/>
            <a:ext cx="2286000" cy="19059"/>
          </a:xfrm>
          <a:prstGeom prst="rect">
            <a:avLst/>
          </a:prstGeom>
        </p:spPr>
      </p:pic>
      <p:pic>
        <p:nvPicPr>
          <p:cNvPr id="8" name="Frame 2087329752 --&gt; Frame 2087329752" descr="preencoded.png">
            <a:extLst>
              <a:ext uri="{FF2B5EF4-FFF2-40B4-BE49-F238E27FC236}">
                <a16:creationId xmlns:a16="http://schemas.microsoft.com/office/drawing/2014/main" id="{E8857AE7-E43D-A91F-B5A6-67B560C7710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300317" y="6327070"/>
            <a:ext cx="2286000" cy="19059"/>
          </a:xfrm>
          <a:prstGeom prst="rect">
            <a:avLst/>
          </a:prstGeom>
        </p:spPr>
      </p:pic>
      <p:pic>
        <p:nvPicPr>
          <p:cNvPr id="9" name="Frame 2087329752 --&gt; Frame 2087329752" descr="preencoded.png">
            <a:extLst>
              <a:ext uri="{FF2B5EF4-FFF2-40B4-BE49-F238E27FC236}">
                <a16:creationId xmlns:a16="http://schemas.microsoft.com/office/drawing/2014/main" id="{3C4E6377-89B7-2B60-BC83-82B3291CF6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175751" y="3000426"/>
            <a:ext cx="7019927" cy="3343284"/>
          </a:xfrm>
          <a:prstGeom prst="rect">
            <a:avLst/>
          </a:prstGeom>
        </p:spPr>
      </p:pic>
      <p:pic>
        <p:nvPicPr>
          <p:cNvPr id="10" name="Frame 2087329752" descr="preencoded.png">
            <a:extLst>
              <a:ext uri="{FF2B5EF4-FFF2-40B4-BE49-F238E27FC236}">
                <a16:creationId xmlns:a16="http://schemas.microsoft.com/office/drawing/2014/main" id="{BB73BEA9-9893-EEB4-ADCF-F950314CB9A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955030" y="2714625"/>
            <a:ext cx="590550" cy="590550"/>
          </a:xfrm>
          <a:prstGeom prst="rect">
            <a:avLst/>
          </a:prstGeom>
        </p:spPr>
      </p:pic>
      <p:pic>
        <p:nvPicPr>
          <p:cNvPr id="13" name="Frame 2087329752" descr="preencoded.png">
            <a:extLst>
              <a:ext uri="{FF2B5EF4-FFF2-40B4-BE49-F238E27FC236}">
                <a16:creationId xmlns:a16="http://schemas.microsoft.com/office/drawing/2014/main" id="{2AF35600-FEFE-DFB9-DB68-B1F4C7C0472D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6401394" y="2714625"/>
            <a:ext cx="590550" cy="590550"/>
          </a:xfrm>
          <a:prstGeom prst="rect">
            <a:avLst/>
          </a:prstGeom>
        </p:spPr>
      </p:pic>
      <p:pic>
        <p:nvPicPr>
          <p:cNvPr id="15" name="Frame 2087329752" descr="preencoded.png">
            <a:extLst>
              <a:ext uri="{FF2B5EF4-FFF2-40B4-BE49-F238E27FC236}">
                <a16:creationId xmlns:a16="http://schemas.microsoft.com/office/drawing/2014/main" id="{6AA28EC8-CF02-8435-B8BE-F936CFD05EA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11918894" y="2714625"/>
            <a:ext cx="590550" cy="590550"/>
          </a:xfrm>
          <a:prstGeom prst="rect">
            <a:avLst/>
          </a:prstGeom>
        </p:spPr>
      </p:pic>
      <p:pic>
        <p:nvPicPr>
          <p:cNvPr id="20" name="Frame 2087329752" descr="preencoded.png">
            <a:extLst>
              <a:ext uri="{FF2B5EF4-FFF2-40B4-BE49-F238E27FC236}">
                <a16:creationId xmlns:a16="http://schemas.microsoft.com/office/drawing/2014/main" id="{04E00055-AD04-F79C-4F41-C9BD78184231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952500" y="6029325"/>
            <a:ext cx="590550" cy="590550"/>
          </a:xfrm>
          <a:prstGeom prst="rect">
            <a:avLst/>
          </a:prstGeom>
        </p:spPr>
      </p:pic>
      <p:pic>
        <p:nvPicPr>
          <p:cNvPr id="21" name="Frame 2087329752" descr="preencoded.png">
            <a:extLst>
              <a:ext uri="{FF2B5EF4-FFF2-40B4-BE49-F238E27FC236}">
                <a16:creationId xmlns:a16="http://schemas.microsoft.com/office/drawing/2014/main" id="{A4460B41-7E24-EB49-31DC-EB8B1496C50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6398864" y="6029325"/>
            <a:ext cx="590550" cy="590550"/>
          </a:xfrm>
          <a:prstGeom prst="rect">
            <a:avLst/>
          </a:prstGeom>
        </p:spPr>
      </p:pic>
      <p:pic>
        <p:nvPicPr>
          <p:cNvPr id="23" name="Frame 2087329752" descr="preencoded.png">
            <a:extLst>
              <a:ext uri="{FF2B5EF4-FFF2-40B4-BE49-F238E27FC236}">
                <a16:creationId xmlns:a16="http://schemas.microsoft.com/office/drawing/2014/main" id="{02640B23-A85C-1669-19E7-143D4ACBCE2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11928721" y="6029325"/>
            <a:ext cx="590550" cy="590550"/>
          </a:xfrm>
          <a:prstGeom prst="rect">
            <a:avLst/>
          </a:prstGeom>
        </p:spPr>
      </p:pic>
      <p:sp>
        <p:nvSpPr>
          <p:cNvPr id="19" name="Текст 41">
            <a:extLst>
              <a:ext uri="{FF2B5EF4-FFF2-40B4-BE49-F238E27FC236}">
                <a16:creationId xmlns:a16="http://schemas.microsoft.com/office/drawing/2014/main" id="{C004A22B-2DA4-CDAE-AE11-079D6E26FA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2620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67" name="Текст 41">
            <a:extLst>
              <a:ext uri="{FF2B5EF4-FFF2-40B4-BE49-F238E27FC236}">
                <a16:creationId xmlns:a16="http://schemas.microsoft.com/office/drawing/2014/main" id="{1B424E61-0988-B34A-2DD7-D3960A8CB6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09605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69" name="Текст 41">
            <a:extLst>
              <a:ext uri="{FF2B5EF4-FFF2-40B4-BE49-F238E27FC236}">
                <a16:creationId xmlns:a16="http://schemas.microsoft.com/office/drawing/2014/main" id="{0A2320A0-614A-97F4-2A06-1401A6D4ED7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933063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73" name="Текст 41">
            <a:extLst>
              <a:ext uri="{FF2B5EF4-FFF2-40B4-BE49-F238E27FC236}">
                <a16:creationId xmlns:a16="http://schemas.microsoft.com/office/drawing/2014/main" id="{4329B035-C806-6691-D03B-C3C81BD1908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2620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6</a:t>
            </a:r>
          </a:p>
        </p:txBody>
      </p:sp>
      <p:sp>
        <p:nvSpPr>
          <p:cNvPr id="74" name="Текст 41">
            <a:extLst>
              <a:ext uri="{FF2B5EF4-FFF2-40B4-BE49-F238E27FC236}">
                <a16:creationId xmlns:a16="http://schemas.microsoft.com/office/drawing/2014/main" id="{EB5370DB-09A1-2BD5-4306-3A4BB015F15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933063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76" name="Текст 41">
            <a:extLst>
              <a:ext uri="{FF2B5EF4-FFF2-40B4-BE49-F238E27FC236}">
                <a16:creationId xmlns:a16="http://schemas.microsoft.com/office/drawing/2014/main" id="{DB492D02-49F0-FCAF-A49E-E52ABCD1EB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09605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D3A15577-237B-5861-2B81-BCA0A253BA4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55913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90F65A72-557B-CAA5-8500-F61537825C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405255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D7FEB9A2-14C2-6981-D780-355586FC262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405255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97" name="Текст 39">
            <a:extLst>
              <a:ext uri="{FF2B5EF4-FFF2-40B4-BE49-F238E27FC236}">
                <a16:creationId xmlns:a16="http://schemas.microsoft.com/office/drawing/2014/main" id="{6C05DE2A-DDC9-8320-D6FE-0CCE6AF3DC5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1903999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98" name="Текст 39">
            <a:extLst>
              <a:ext uri="{FF2B5EF4-FFF2-40B4-BE49-F238E27FC236}">
                <a16:creationId xmlns:a16="http://schemas.microsoft.com/office/drawing/2014/main" id="{E4C9C283-8D54-F4F2-3A99-99508C2A60D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1903999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09" name="Текст 39">
            <a:extLst>
              <a:ext uri="{FF2B5EF4-FFF2-40B4-BE49-F238E27FC236}">
                <a16:creationId xmlns:a16="http://schemas.microsoft.com/office/drawing/2014/main" id="{1696CA4D-645E-0830-CB37-9E9D4244A9A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55913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10" name="Текст 39">
            <a:extLst>
              <a:ext uri="{FF2B5EF4-FFF2-40B4-BE49-F238E27FC236}">
                <a16:creationId xmlns:a16="http://schemas.microsoft.com/office/drawing/2014/main" id="{FF13B2EE-3B91-3FEF-9952-A7A0405599D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55913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15" name="Текст 39">
            <a:extLst>
              <a:ext uri="{FF2B5EF4-FFF2-40B4-BE49-F238E27FC236}">
                <a16:creationId xmlns:a16="http://schemas.microsoft.com/office/drawing/2014/main" id="{4E65E75A-B9AF-ECD1-E864-A8C691464CA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405255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16" name="Текст 39">
            <a:extLst>
              <a:ext uri="{FF2B5EF4-FFF2-40B4-BE49-F238E27FC236}">
                <a16:creationId xmlns:a16="http://schemas.microsoft.com/office/drawing/2014/main" id="{A98E9700-BDE3-3658-D89D-EC32417AEFC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405255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27" name="Текст 39">
            <a:extLst>
              <a:ext uri="{FF2B5EF4-FFF2-40B4-BE49-F238E27FC236}">
                <a16:creationId xmlns:a16="http://schemas.microsoft.com/office/drawing/2014/main" id="{8474BF6E-A017-8852-C693-7ADAAC093E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1903999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28" name="Текст 39">
            <a:extLst>
              <a:ext uri="{FF2B5EF4-FFF2-40B4-BE49-F238E27FC236}">
                <a16:creationId xmlns:a16="http://schemas.microsoft.com/office/drawing/2014/main" id="{3FDFB16E-F8DD-BAAD-E591-3BF315F0554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1903999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620000BB-CC64-EF3E-2CAC-808CFE1D7C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500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8D491EA6-596D-E023-23DD-2C6B6E95F8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500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6A597DB0-55D4-1ADC-0FCC-7ABDF3DF18A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6393397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EDF2CCAC-45EB-8448-7630-70C59020321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93397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F78B853E-2CCE-2308-C10D-72F156410CB5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1900586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180145C3-5293-88E2-2850-97CFF6D33B2D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1900586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CB173DAD-BFF6-978D-3B14-5160C5B4AE3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952500" y="836322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D2C6EA80-C70C-63C1-3637-5AF2E685FE9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52500" y="879571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C87D26D3-4877-D840-65D1-7D7C4D06059C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393397" y="836322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074BCA85-F53A-3F4E-5002-34C262D96CA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6393397" y="879571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A07DF65F-4C1D-E2BD-3E3A-8C2CBF99E5D6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1900586" y="836322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023E129B-B377-1B8D-BB8B-D16003EF0517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900586" y="879571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3EAF6A69-B2D9-6224-BB0D-A9CA599C2B5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Текст 16">
            <a:extLst>
              <a:ext uri="{FF2B5EF4-FFF2-40B4-BE49-F238E27FC236}">
                <a16:creationId xmlns:a16="http://schemas.microsoft.com/office/drawing/2014/main" id="{47FB2F21-3048-6BE2-17D5-B6ABAF0633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34" name="Текст 16">
            <a:extLst>
              <a:ext uri="{FF2B5EF4-FFF2-40B4-BE49-F238E27FC236}">
                <a16:creationId xmlns:a16="http://schemas.microsoft.com/office/drawing/2014/main" id="{30C7D9E3-963F-FC06-57E8-BA10C19D2C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194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челове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9">
            <a:extLst>
              <a:ext uri="{FF2B5EF4-FFF2-40B4-BE49-F238E27FC236}">
                <a16:creationId xmlns:a16="http://schemas.microsoft.com/office/drawing/2014/main" id="{DC4CFB97-63E2-A423-8DBC-6B5E30710F73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434015"/>
            <a:ext cx="5225879" cy="6796481"/>
          </a:xfrm>
          <a:prstGeom prst="roundRect">
            <a:avLst>
              <a:gd name="adj" fmla="val 5505"/>
            </a:avLst>
          </a:prstGeom>
          <a:blipFill>
            <a:blip r:embed="rId2"/>
            <a:stretch>
              <a:fillRect/>
            </a:stretch>
          </a:blipFill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Рисунок 19">
            <a:extLst>
              <a:ext uri="{FF2B5EF4-FFF2-40B4-BE49-F238E27FC236}">
                <a16:creationId xmlns:a16="http://schemas.microsoft.com/office/drawing/2014/main" id="{B96A65DD-8811-94A6-C15A-2D107B0B3639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531061" y="2434015"/>
            <a:ext cx="5225878" cy="6796481"/>
          </a:xfrm>
          <a:prstGeom prst="roundRect">
            <a:avLst>
              <a:gd name="adj" fmla="val 6410"/>
            </a:avLst>
          </a:prstGeo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9">
            <a:extLst>
              <a:ext uri="{FF2B5EF4-FFF2-40B4-BE49-F238E27FC236}">
                <a16:creationId xmlns:a16="http://schemas.microsoft.com/office/drawing/2014/main" id="{6EA2C433-D8CF-FD0A-ACC2-150F46698DBE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2123010" y="2434015"/>
            <a:ext cx="5225877" cy="6796481"/>
          </a:xfrm>
          <a:prstGeom prst="roundRect">
            <a:avLst>
              <a:gd name="adj" fmla="val 5505"/>
            </a:avLst>
          </a:prstGeo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99FD3B5D-673D-08B2-56CA-54BA16EFF2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99636" y="8139915"/>
            <a:ext cx="3780137" cy="464376"/>
          </a:xfrm>
        </p:spPr>
        <p:txBody>
          <a:bodyPr>
            <a:noAutofit/>
          </a:bodyPr>
          <a:lstStyle>
            <a:lvl1pPr algn="l">
              <a:defRPr sz="24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Иван Иванов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1DB19EEA-D907-E05C-D545-0CFBB4BDCD3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99636" y="8688505"/>
            <a:ext cx="3780137" cy="319571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Заместитель Руководителя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9455FF72-E6D9-092E-D7AB-84BA1FA15CA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772533" y="8139915"/>
            <a:ext cx="3780137" cy="464376"/>
          </a:xfrm>
        </p:spPr>
        <p:txBody>
          <a:bodyPr>
            <a:noAutofit/>
          </a:bodyPr>
          <a:lstStyle>
            <a:lvl1pPr algn="l">
              <a:defRPr sz="24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Иван Иванов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FD5E4DFC-75BE-8FE1-F915-85F96F37752B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772533" y="8688505"/>
            <a:ext cx="3780137" cy="319571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Заместитель Руководителя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2DFAEFB3-802F-41FD-FBC8-87C2F284BEF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370144" y="8139915"/>
            <a:ext cx="3780137" cy="464376"/>
          </a:xfrm>
        </p:spPr>
        <p:txBody>
          <a:bodyPr>
            <a:noAutofit/>
          </a:bodyPr>
          <a:lstStyle>
            <a:lvl1pPr algn="l">
              <a:defRPr sz="24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Иван Иванов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9D77F42F-55E7-6AD6-95C1-F14E2EE355D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370144" y="8688505"/>
            <a:ext cx="3780137" cy="319571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Заместитель Руководителя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473E177A-8A46-8E39-D819-4459F5E4ACE7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201093" y="2728778"/>
            <a:ext cx="1132018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Спикер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4F75C2A6-813E-D947-D0A2-48D9A6C737FA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2447411" y="2728778"/>
            <a:ext cx="771525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ДИТ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CDA30FB1-5FAC-03BA-636D-47A71373A6B8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3327521" y="2728778"/>
            <a:ext cx="771525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КНД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3F0175E4-2CFE-2228-C223-1994EDDCFEC6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772533" y="2728778"/>
            <a:ext cx="2259504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Участник команды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73FCEB01-0E1E-8100-2DF4-B3C7DDDB67C2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9146337" y="2728778"/>
            <a:ext cx="771525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ДИТ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CDEAC51C-289B-46C7-38D8-B14016F04941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0026447" y="2728778"/>
            <a:ext cx="771525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КНД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D16DEF14-0854-21C8-0F54-966CB397ED4F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12365259" y="2728778"/>
            <a:ext cx="2259504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Участник команды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848B0F62-B41B-DD9F-8C60-8EB73976FD31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4739063" y="2728778"/>
            <a:ext cx="771525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ДИТ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92A4055B-2174-2B8F-45B7-BAF29B67C92D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5619173" y="2728778"/>
            <a:ext cx="771525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КНД</a:t>
            </a:r>
          </a:p>
        </p:txBody>
      </p:sp>
      <p:sp>
        <p:nvSpPr>
          <p:cNvPr id="8" name="Рисунок 16">
            <a:extLst>
              <a:ext uri="{FF2B5EF4-FFF2-40B4-BE49-F238E27FC236}">
                <a16:creationId xmlns:a16="http://schemas.microsoft.com/office/drawing/2014/main" id="{218B06C1-EFCF-D1C9-6D52-1E9577CEA0B5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5081017" y="8162924"/>
            <a:ext cx="840811" cy="840811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6">
            <a:extLst>
              <a:ext uri="{FF2B5EF4-FFF2-40B4-BE49-F238E27FC236}">
                <a16:creationId xmlns:a16="http://schemas.microsoft.com/office/drawing/2014/main" id="{54B15CD9-6673-DE31-5BCF-6D2AD6CD8477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10654502" y="8162924"/>
            <a:ext cx="840811" cy="840811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AF1F3E2D-3EAB-FC23-EEA7-188CF58E85F1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16257017" y="8162924"/>
            <a:ext cx="840811" cy="840811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3">
            <a:extLst>
              <a:ext uri="{FF2B5EF4-FFF2-40B4-BE49-F238E27FC236}">
                <a16:creationId xmlns:a16="http://schemas.microsoft.com/office/drawing/2014/main" id="{A021F4A1-5D61-017B-93A9-71710D6A69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B9BAE8CC-D732-7CE0-3D21-7560C6FC60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D68C086B-72B4-C9CA-2F4E-EDFFE8C347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4501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тдел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9">
            <a:extLst>
              <a:ext uri="{FF2B5EF4-FFF2-40B4-BE49-F238E27FC236}">
                <a16:creationId xmlns:a16="http://schemas.microsoft.com/office/drawing/2014/main" id="{B8B3E3C3-6EB3-5CEE-3B68-7AA3C78EBB65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-609599" y="2435244"/>
            <a:ext cx="6627340" cy="6796481"/>
          </a:xfrm>
          <a:prstGeom prst="roundRect">
            <a:avLst>
              <a:gd name="adj" fmla="val 5505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27C1C01E-5A8B-7282-4722-032D9A895257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952500" y="3296768"/>
            <a:ext cx="3656570" cy="365657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3" name="Рисунок 19">
            <a:extLst>
              <a:ext uri="{FF2B5EF4-FFF2-40B4-BE49-F238E27FC236}">
                <a16:creationId xmlns:a16="http://schemas.microsoft.com/office/drawing/2014/main" id="{4D40010F-4781-392A-F0D5-7F46BD6B539B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452227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Рисунок 19">
            <a:extLst>
              <a:ext uri="{FF2B5EF4-FFF2-40B4-BE49-F238E27FC236}">
                <a16:creationId xmlns:a16="http://schemas.microsoft.com/office/drawing/2014/main" id="{2F0189FF-F58A-4726-261E-10470EF73A5A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10306508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2" name="Рисунок 19">
            <a:extLst>
              <a:ext uri="{FF2B5EF4-FFF2-40B4-BE49-F238E27FC236}">
                <a16:creationId xmlns:a16="http://schemas.microsoft.com/office/drawing/2014/main" id="{27506846-FE53-A5FB-ABF4-3D01ED953B5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4173199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6" name="Рисунок 19">
            <a:extLst>
              <a:ext uri="{FF2B5EF4-FFF2-40B4-BE49-F238E27FC236}">
                <a16:creationId xmlns:a16="http://schemas.microsoft.com/office/drawing/2014/main" id="{9247369E-1A39-4DE3-E262-E39148556D1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452227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9" name="Рисунок 19">
            <a:extLst>
              <a:ext uri="{FF2B5EF4-FFF2-40B4-BE49-F238E27FC236}">
                <a16:creationId xmlns:a16="http://schemas.microsoft.com/office/drawing/2014/main" id="{4D9F017F-D904-A723-C7A9-641B15AE568C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0306508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2" name="Рисунок 19">
            <a:extLst>
              <a:ext uri="{FF2B5EF4-FFF2-40B4-BE49-F238E27FC236}">
                <a16:creationId xmlns:a16="http://schemas.microsoft.com/office/drawing/2014/main" id="{7286199C-9EA1-6143-BB52-065459DC1423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4173199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99FD3B5D-673D-08B2-56CA-54BA16EFF2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2501" y="7052518"/>
            <a:ext cx="4051986" cy="832796"/>
          </a:xfrm>
        </p:spPr>
        <p:txBody>
          <a:bodyPr>
            <a:noAutofit/>
          </a:bodyPr>
          <a:lstStyle>
            <a:lvl1pPr algn="l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1DB19EEA-D907-E05C-D545-0CFBB4BDCD3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501" y="7971812"/>
            <a:ext cx="4051986" cy="896242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316031ED-B785-4EC0-A68D-949FAD980CA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89298" y="7608577"/>
            <a:ext cx="3125229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BABB8EA2-D6A9-C6D2-26F5-25D220F0FE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9298" y="8342520"/>
            <a:ext cx="3125229" cy="566706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8EF4E53F-5C91-F162-2B5D-48BC4146D12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343579" y="7608577"/>
            <a:ext cx="3125229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A033F90D-DC11-6863-CD34-87FDF80EB90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343579" y="8342520"/>
            <a:ext cx="3125229" cy="566706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A5D6D0CD-EF40-1164-C221-928746F0E61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4210270" y="7608577"/>
            <a:ext cx="3125229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37E3C96E-E8F5-47C6-21B7-E2FA96E895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210270" y="8342520"/>
            <a:ext cx="3125229" cy="566706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5FECBD9B-D73A-711B-31B3-2F5FE09F849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489298" y="3938615"/>
            <a:ext cx="3125229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50D085C9-983E-D8AF-3985-CAF16F20145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489298" y="4672558"/>
            <a:ext cx="3125229" cy="566706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67" name="Текст 39">
            <a:extLst>
              <a:ext uri="{FF2B5EF4-FFF2-40B4-BE49-F238E27FC236}">
                <a16:creationId xmlns:a16="http://schemas.microsoft.com/office/drawing/2014/main" id="{1F0832CD-1538-9F00-AC56-8DB1A849D96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343579" y="3938615"/>
            <a:ext cx="3125229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CEE6CC86-467C-11A2-BA71-781DE0BCB49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343579" y="4672558"/>
            <a:ext cx="3125229" cy="566706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51FFEF56-C60C-9018-2321-4B6AF3A7170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4210270" y="3938615"/>
            <a:ext cx="3125229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3B4159F2-5360-D214-E9B2-57997D9A741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4210270" y="4672558"/>
            <a:ext cx="3125229" cy="566706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F4FA2827-23DF-9679-3471-AD1E1B7233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BADAE45F-E7A7-883A-FE4E-1B4275023E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0AD3CAFF-E042-C34C-6631-7D20306947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0674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37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челов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Рисунок 19">
            <a:extLst>
              <a:ext uri="{FF2B5EF4-FFF2-40B4-BE49-F238E27FC236}">
                <a16:creationId xmlns:a16="http://schemas.microsoft.com/office/drawing/2014/main" id="{4D40010F-4781-392A-F0D5-7F46BD6B539B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931266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Рисунок 19">
            <a:extLst>
              <a:ext uri="{FF2B5EF4-FFF2-40B4-BE49-F238E27FC236}">
                <a16:creationId xmlns:a16="http://schemas.microsoft.com/office/drawing/2014/main" id="{2F0189FF-F58A-4726-261E-10470EF73A5A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7921654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2" name="Рисунок 19">
            <a:extLst>
              <a:ext uri="{FF2B5EF4-FFF2-40B4-BE49-F238E27FC236}">
                <a16:creationId xmlns:a16="http://schemas.microsoft.com/office/drawing/2014/main" id="{27506846-FE53-A5FB-ABF4-3D01ED953B5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4904178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6" name="Рисунок 19">
            <a:extLst>
              <a:ext uri="{FF2B5EF4-FFF2-40B4-BE49-F238E27FC236}">
                <a16:creationId xmlns:a16="http://schemas.microsoft.com/office/drawing/2014/main" id="{9247369E-1A39-4DE3-E262-E39148556D1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931266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9" name="Рисунок 19">
            <a:extLst>
              <a:ext uri="{FF2B5EF4-FFF2-40B4-BE49-F238E27FC236}">
                <a16:creationId xmlns:a16="http://schemas.microsoft.com/office/drawing/2014/main" id="{4D9F017F-D904-A723-C7A9-641B15AE568C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921654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2" name="Рисунок 19">
            <a:extLst>
              <a:ext uri="{FF2B5EF4-FFF2-40B4-BE49-F238E27FC236}">
                <a16:creationId xmlns:a16="http://schemas.microsoft.com/office/drawing/2014/main" id="{7286199C-9EA1-6143-BB52-065459DC1423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4904178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316031ED-B785-4EC0-A68D-949FAD980CA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68338" y="7608577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BABB8EA2-D6A9-C6D2-26F5-25D220F0FE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68338" y="8342520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8EF4E53F-5C91-F162-2B5D-48BC4146D12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958726" y="7608577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A033F90D-DC11-6863-CD34-87FDF80EB90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958726" y="8342520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A5D6D0CD-EF40-1164-C221-928746F0E61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4941250" y="7608577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37E3C96E-E8F5-47C6-21B7-E2FA96E895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941250" y="8342520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5FECBD9B-D73A-711B-31B3-2F5FE09F849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68338" y="3938615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50D085C9-983E-D8AF-3985-CAF16F20145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68338" y="4672558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67" name="Текст 39">
            <a:extLst>
              <a:ext uri="{FF2B5EF4-FFF2-40B4-BE49-F238E27FC236}">
                <a16:creationId xmlns:a16="http://schemas.microsoft.com/office/drawing/2014/main" id="{1F0832CD-1538-9F00-AC56-8DB1A849D96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958726" y="3938615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CEE6CC86-467C-11A2-BA71-781DE0BCB49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958726" y="4672558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51FFEF56-C60C-9018-2321-4B6AF3A7170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4941250" y="3938615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3B4159F2-5360-D214-E9B2-57997D9A741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4941250" y="4672558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11" name="Рисунок 19">
            <a:extLst>
              <a:ext uri="{FF2B5EF4-FFF2-40B4-BE49-F238E27FC236}">
                <a16:creationId xmlns:a16="http://schemas.microsoft.com/office/drawing/2014/main" id="{DFEDEC00-0E18-E0C6-B0AF-6F411D990D6E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4412336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9">
            <a:extLst>
              <a:ext uri="{FF2B5EF4-FFF2-40B4-BE49-F238E27FC236}">
                <a16:creationId xmlns:a16="http://schemas.microsoft.com/office/drawing/2014/main" id="{3CC998DA-7D8C-7E46-79D7-973D8DC3043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4412336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3D03E0EF-7179-B38E-005B-675516A96066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449408" y="7608577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3206EFF4-748F-7347-4C02-B13CF3685AA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449408" y="8342520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CB05DEFE-1085-4DA3-9A2E-D1B43E16624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449408" y="3938615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AF312B50-AFC7-F34B-C105-D66D5E6224C0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449408" y="4672558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19" name="Рисунок 19">
            <a:extLst>
              <a:ext uri="{FF2B5EF4-FFF2-40B4-BE49-F238E27FC236}">
                <a16:creationId xmlns:a16="http://schemas.microsoft.com/office/drawing/2014/main" id="{28BD373C-2D8D-6FD5-1D7D-9E49D2619947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11407215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Рисунок 19">
            <a:extLst>
              <a:ext uri="{FF2B5EF4-FFF2-40B4-BE49-F238E27FC236}">
                <a16:creationId xmlns:a16="http://schemas.microsoft.com/office/drawing/2014/main" id="{43EFABDC-CEE6-F053-C555-7D4C10176B5E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1407215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6390E541-66CA-8724-F9DB-639B0A5BADBD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1444287" y="7608577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5242867F-FB9B-DFB9-B652-853598406FEE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1444287" y="8342520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1072524A-FA45-8D58-D800-F8EAEC0AE1B5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1444287" y="3938615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DBD0B708-91C0-BAA6-BF60-90F902179F9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1444287" y="4672558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E5A73C65-59DD-422E-45F7-5E989F23FB3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5FA54E84-3767-1EC2-01B3-317AE2104E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996BB8D8-23D2-29AA-66A0-CA1DB0DB05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2180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37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бл сообщения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Рисунок 19">
            <a:extLst>
              <a:ext uri="{FF2B5EF4-FFF2-40B4-BE49-F238E27FC236}">
                <a16:creationId xmlns:a16="http://schemas.microsoft.com/office/drawing/2014/main" id="{49AF3539-BD9E-D51C-3E1D-DEB966432CDF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857474" y="6627995"/>
            <a:ext cx="2514558" cy="2514558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pic>
        <p:nvPicPr>
          <p:cNvPr id="37" name="Group 2087325665" descr="preencoded.png">
            <a:extLst>
              <a:ext uri="{FF2B5EF4-FFF2-40B4-BE49-F238E27FC236}">
                <a16:creationId xmlns:a16="http://schemas.microsoft.com/office/drawing/2014/main" id="{D21F7590-ADEC-7CC6-87D7-67278E82D6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05200" y="2438400"/>
            <a:ext cx="13825538" cy="5976938"/>
          </a:xfrm>
          <a:prstGeom prst="rect">
            <a:avLst/>
          </a:prstGeom>
        </p:spPr>
      </p:pic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500C50D5-B0CD-E9E1-8772-5BE1715569E1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867275" y="4583560"/>
            <a:ext cx="4620437" cy="1680029"/>
          </a:xfrm>
        </p:spPr>
        <p:txBody>
          <a:bodyPr anchor="ctr">
            <a:noAutofit/>
          </a:bodyPr>
          <a:lstStyle>
            <a:lvl1pPr algn="l">
              <a:lnSpc>
                <a:spcPct val="70000"/>
              </a:lnSpc>
              <a:defRPr sz="7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Я - Имя и фамилия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26318093-3B0B-FE2F-07C6-F1813B28350F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867275" y="3981555"/>
            <a:ext cx="2641628" cy="438150"/>
          </a:xfrm>
        </p:spPr>
        <p:txBody>
          <a:bodyPr>
            <a:noAutofit/>
          </a:bodyPr>
          <a:lstStyle>
            <a:lvl1pPr algn="l">
              <a:defRPr sz="2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Привет!</a:t>
            </a:r>
          </a:p>
        </p:txBody>
      </p:sp>
      <p:sp>
        <p:nvSpPr>
          <p:cNvPr id="47" name="Текст 39">
            <a:extLst>
              <a:ext uri="{FF2B5EF4-FFF2-40B4-BE49-F238E27FC236}">
                <a16:creationId xmlns:a16="http://schemas.microsoft.com/office/drawing/2014/main" id="{B4C66C0A-D062-6D10-148D-8E44080DF692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867274" y="6502334"/>
            <a:ext cx="11790533" cy="615158"/>
          </a:xfrm>
        </p:spPr>
        <p:txBody>
          <a:bodyPr>
            <a:noAutofit/>
          </a:bodyPr>
          <a:lstStyle>
            <a:lvl1pPr algn="l">
              <a:defRPr sz="3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 или роль в проекте</a:t>
            </a:r>
          </a:p>
        </p:txBody>
      </p:sp>
      <p:sp>
        <p:nvSpPr>
          <p:cNvPr id="48" name="Текст 39">
            <a:extLst>
              <a:ext uri="{FF2B5EF4-FFF2-40B4-BE49-F238E27FC236}">
                <a16:creationId xmlns:a16="http://schemas.microsoft.com/office/drawing/2014/main" id="{6BCC961B-D3F1-BA05-FEED-DC3C50153F63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5060053" y="7464962"/>
            <a:ext cx="1088683" cy="400050"/>
          </a:xfrm>
        </p:spPr>
        <p:txBody>
          <a:bodyPr anchor="ctr">
            <a:noAutofit/>
          </a:bodyPr>
          <a:lstStyle>
            <a:lvl1pPr algn="r">
              <a:defRPr sz="2800" b="0" i="0">
                <a:solidFill>
                  <a:schemeClr val="bg1">
                    <a:lumMod val="6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11:25</a:t>
            </a:r>
          </a:p>
        </p:txBody>
      </p:sp>
      <p:sp>
        <p:nvSpPr>
          <p:cNvPr id="3" name="Рисунок 16">
            <a:extLst>
              <a:ext uri="{FF2B5EF4-FFF2-40B4-BE49-F238E27FC236}">
                <a16:creationId xmlns:a16="http://schemas.microsoft.com/office/drawing/2014/main" id="{285615DB-BF91-6C32-23EC-C834B3168C2A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2885803" y="8415338"/>
            <a:ext cx="486229" cy="486229"/>
          </a:xfrm>
          <a:prstGeom prst="ellipse">
            <a:avLst/>
          </a:prstGeom>
          <a:solidFill>
            <a:srgbClr val="00B050"/>
          </a:solid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3D32DB54-A2ED-E813-A6A9-B8B5E10B774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02C29AA7-882A-C05D-2180-96F99C7A74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129BA239-5E31-A795-61FC-A6C0382BD3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02C34B11-AE27-BAA3-75D1-2791818E8CEF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16148050" y="7464425"/>
            <a:ext cx="509588" cy="400050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t="16122" b="16122"/>
            </a:stretch>
          </a:blipFill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6829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3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оутбу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839CE881-99E5-D25E-3784-A9735639D4E1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15494" y="5158716"/>
            <a:ext cx="7552296" cy="683943"/>
          </a:xfrm>
        </p:spPr>
        <p:txBody>
          <a:bodyPr anchor="ctr">
            <a:noAutofit/>
          </a:bodyPr>
          <a:lstStyle>
            <a:lvl1pPr algn="l">
              <a:lnSpc>
                <a:spcPct val="70000"/>
              </a:lnSpc>
              <a:defRPr sz="28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Емкий смысловой подзаголовок</a:t>
            </a:r>
            <a:br>
              <a:rPr lang="ru-RU" dirty="0"/>
            </a:br>
            <a:r>
              <a:rPr lang="ru-RU" dirty="0"/>
              <a:t>в 1-2 строки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A1F5605B-CF87-3624-7EC7-096809EC5DC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915493" y="5956239"/>
            <a:ext cx="7552295" cy="2352725"/>
          </a:xfrm>
        </p:spPr>
        <p:txBody>
          <a:bodyPr>
            <a:noAutofit/>
          </a:bodyPr>
          <a:lstStyle>
            <a:lvl1pPr algn="l">
              <a:defRPr sz="20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Абзац в несколько строк. Разместите свой текст здесь</a:t>
            </a:r>
          </a:p>
        </p:txBody>
      </p:sp>
      <p:pic>
        <p:nvPicPr>
          <p:cNvPr id="4" name="Device - Macbook Pro" descr="preencoded.png">
            <a:extLst>
              <a:ext uri="{FF2B5EF4-FFF2-40B4-BE49-F238E27FC236}">
                <a16:creationId xmlns:a16="http://schemas.microsoft.com/office/drawing/2014/main" id="{93E46E21-7E5B-960E-FDBB-E04243EF4C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467791" y="2295525"/>
            <a:ext cx="9820209" cy="7419752"/>
          </a:xfrm>
          <a:prstGeom prst="rect">
            <a:avLst/>
          </a:prstGeom>
        </p:spPr>
      </p:pic>
      <p:sp>
        <p:nvSpPr>
          <p:cNvPr id="5" name="Рисунок 6">
            <a:extLst>
              <a:ext uri="{FF2B5EF4-FFF2-40B4-BE49-F238E27FC236}">
                <a16:creationId xmlns:a16="http://schemas.microsoft.com/office/drawing/2014/main" id="{CD9A59C7-52B2-DBE4-65B9-498502982A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74816" y="2657062"/>
            <a:ext cx="9079611" cy="5607908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6">
            <a:extLst>
              <a:ext uri="{FF2B5EF4-FFF2-40B4-BE49-F238E27FC236}">
                <a16:creationId xmlns:a16="http://schemas.microsoft.com/office/drawing/2014/main" id="{1D80F392-8B95-2F2D-80F0-00B7250F6B95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915493" y="3323999"/>
            <a:ext cx="1485899" cy="1485898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6887A8ED-8633-9E19-4316-2A4D792531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BAD64F7B-65E1-E088-750E-1043728650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476763F8-96CF-BAB0-09CC-386A72C65D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3394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телефон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25FB04B7-3C00-06D3-BAEF-3E6E02F43A99}"/>
              </a:ext>
            </a:extLst>
          </p:cNvPr>
          <p:cNvSpPr/>
          <p:nvPr userDrawn="1"/>
        </p:nvSpPr>
        <p:spPr>
          <a:xfrm>
            <a:off x="14171340" y="2855401"/>
            <a:ext cx="3187780" cy="6486840"/>
          </a:xfrm>
          <a:prstGeom prst="roundRect">
            <a:avLst>
              <a:gd name="adj" fmla="val 15139"/>
            </a:avLst>
          </a:prstGeom>
          <a:noFill/>
          <a:ln w="254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E487A027-0D30-EA80-6884-B17484506C2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22971" y="2074634"/>
            <a:ext cx="2934653" cy="732043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Напишите подзаголовок</a:t>
            </a:r>
          </a:p>
          <a:p>
            <a:pPr lvl="0"/>
            <a:r>
              <a:rPr lang="ru-RU" dirty="0"/>
              <a:t>в одну или две строки</a:t>
            </a:r>
          </a:p>
        </p:txBody>
      </p:sp>
      <p:sp>
        <p:nvSpPr>
          <p:cNvPr id="43" name="Текст 39">
            <a:extLst>
              <a:ext uri="{FF2B5EF4-FFF2-40B4-BE49-F238E27FC236}">
                <a16:creationId xmlns:a16="http://schemas.microsoft.com/office/drawing/2014/main" id="{78447D85-9CFA-3C07-45DD-856F5538864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352686" y="2074634"/>
            <a:ext cx="2934653" cy="732043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Напишите подзаголовок</a:t>
            </a:r>
          </a:p>
          <a:p>
            <a:pPr lvl="0"/>
            <a:r>
              <a:rPr lang="ru-RU" dirty="0"/>
              <a:t>в одну или две строки</a:t>
            </a:r>
          </a:p>
        </p:txBody>
      </p:sp>
      <p:sp>
        <p:nvSpPr>
          <p:cNvPr id="51" name="Текст 39">
            <a:extLst>
              <a:ext uri="{FF2B5EF4-FFF2-40B4-BE49-F238E27FC236}">
                <a16:creationId xmlns:a16="http://schemas.microsoft.com/office/drawing/2014/main" id="{7D51E589-4762-71CB-1157-1E834071EC5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844523" y="2074634"/>
            <a:ext cx="2934653" cy="732043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Напишите подзаголовок</a:t>
            </a:r>
          </a:p>
          <a:p>
            <a:pPr lvl="0"/>
            <a:r>
              <a:rPr lang="ru-RU" dirty="0"/>
              <a:t>в одну или две строки</a:t>
            </a:r>
          </a:p>
        </p:txBody>
      </p:sp>
      <p:sp>
        <p:nvSpPr>
          <p:cNvPr id="59" name="Текст 39">
            <a:extLst>
              <a:ext uri="{FF2B5EF4-FFF2-40B4-BE49-F238E27FC236}">
                <a16:creationId xmlns:a16="http://schemas.microsoft.com/office/drawing/2014/main" id="{2BE905A5-1803-CA53-8E08-38F29C4894A9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4277183" y="2074634"/>
            <a:ext cx="2934653" cy="732043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Напишите подзаголовок</a:t>
            </a:r>
          </a:p>
          <a:p>
            <a:pPr lvl="0"/>
            <a:r>
              <a:rPr lang="ru-RU" dirty="0"/>
              <a:t>в одну или две строки</a:t>
            </a:r>
          </a:p>
        </p:txBody>
      </p:sp>
      <p:sp>
        <p:nvSpPr>
          <p:cNvPr id="16" name="Рисунок SmartArt 2">
            <a:extLst>
              <a:ext uri="{FF2B5EF4-FFF2-40B4-BE49-F238E27FC236}">
                <a16:creationId xmlns:a16="http://schemas.microsoft.com/office/drawing/2014/main" id="{07071F3C-158E-FE4D-2A4D-E6C6484756FD}"/>
              </a:ext>
            </a:extLst>
          </p:cNvPr>
          <p:cNvSpPr>
            <a:spLocks noGrp="1"/>
          </p:cNvSpPr>
          <p:nvPr>
            <p:ph type="dgm" sz="quarter" idx="82" hasCustomPrompt="1"/>
          </p:nvPr>
        </p:nvSpPr>
        <p:spPr>
          <a:xfrm>
            <a:off x="900511" y="2844322"/>
            <a:ext cx="3064047" cy="645332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1" name="Рисунок 19">
            <a:extLst>
              <a:ext uri="{FF2B5EF4-FFF2-40B4-BE49-F238E27FC236}">
                <a16:creationId xmlns:a16="http://schemas.microsoft.com/office/drawing/2014/main" id="{99BBBB24-81B7-97F0-4BEF-1BCA87295AD8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001535" y="2920335"/>
            <a:ext cx="2882711" cy="6295917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5" name="Рисунок SmartArt 7">
            <a:extLst>
              <a:ext uri="{FF2B5EF4-FFF2-40B4-BE49-F238E27FC236}">
                <a16:creationId xmlns:a16="http://schemas.microsoft.com/office/drawing/2014/main" id="{F6B92AC6-FC27-10ED-3846-C8E954B8BDBD}"/>
              </a:ext>
            </a:extLst>
          </p:cNvPr>
          <p:cNvSpPr>
            <a:spLocks noGrp="1"/>
          </p:cNvSpPr>
          <p:nvPr>
            <p:ph type="dgm" sz="quarter" idx="74" hasCustomPrompt="1"/>
          </p:nvPr>
        </p:nvSpPr>
        <p:spPr>
          <a:xfrm>
            <a:off x="2007614" y="3070874"/>
            <a:ext cx="849839" cy="244312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1991662B-83E7-E3F4-A3D9-2C742CE89D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433576">
            <a:off x="2741670" y="4186212"/>
            <a:ext cx="1760298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Реализовано</a:t>
            </a:r>
          </a:p>
        </p:txBody>
      </p:sp>
      <p:sp>
        <p:nvSpPr>
          <p:cNvPr id="41" name="Рисунок SmartArt 2">
            <a:extLst>
              <a:ext uri="{FF2B5EF4-FFF2-40B4-BE49-F238E27FC236}">
                <a16:creationId xmlns:a16="http://schemas.microsoft.com/office/drawing/2014/main" id="{CD95AA0F-9FDA-1DD2-8D7A-55BF09F4831F}"/>
              </a:ext>
            </a:extLst>
          </p:cNvPr>
          <p:cNvSpPr>
            <a:spLocks noGrp="1"/>
          </p:cNvSpPr>
          <p:nvPr>
            <p:ph type="dgm" sz="quarter" idx="83" hasCustomPrompt="1"/>
          </p:nvPr>
        </p:nvSpPr>
        <p:spPr>
          <a:xfrm>
            <a:off x="5267238" y="2844322"/>
            <a:ext cx="3064047" cy="645332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42" name="Рисунок 19">
            <a:extLst>
              <a:ext uri="{FF2B5EF4-FFF2-40B4-BE49-F238E27FC236}">
                <a16:creationId xmlns:a16="http://schemas.microsoft.com/office/drawing/2014/main" id="{BABA8C4B-1B51-897A-9D9F-6989FC616625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5368262" y="2920335"/>
            <a:ext cx="2882711" cy="6295917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4" name="Рисунок SmartArt 7">
            <a:extLst>
              <a:ext uri="{FF2B5EF4-FFF2-40B4-BE49-F238E27FC236}">
                <a16:creationId xmlns:a16="http://schemas.microsoft.com/office/drawing/2014/main" id="{411607C2-EA0B-6EE9-5D3F-C402D6CD2691}"/>
              </a:ext>
            </a:extLst>
          </p:cNvPr>
          <p:cNvSpPr>
            <a:spLocks noGrp="1"/>
          </p:cNvSpPr>
          <p:nvPr>
            <p:ph type="dgm" sz="quarter" idx="85" hasCustomPrompt="1"/>
          </p:nvPr>
        </p:nvSpPr>
        <p:spPr>
          <a:xfrm>
            <a:off x="6374341" y="3070874"/>
            <a:ext cx="849839" cy="244312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82E6C627-3807-9290-DE07-2FD3C3CD40E8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 rot="433576">
            <a:off x="7108397" y="4186212"/>
            <a:ext cx="1760298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Реализовано</a:t>
            </a:r>
          </a:p>
        </p:txBody>
      </p:sp>
      <p:sp>
        <p:nvSpPr>
          <p:cNvPr id="46" name="Рисунок SmartArt 2">
            <a:extLst>
              <a:ext uri="{FF2B5EF4-FFF2-40B4-BE49-F238E27FC236}">
                <a16:creationId xmlns:a16="http://schemas.microsoft.com/office/drawing/2014/main" id="{9BE05664-DCF7-C042-D533-7969F99C1B76}"/>
              </a:ext>
            </a:extLst>
          </p:cNvPr>
          <p:cNvSpPr>
            <a:spLocks noGrp="1"/>
          </p:cNvSpPr>
          <p:nvPr>
            <p:ph type="dgm" sz="quarter" idx="87" hasCustomPrompt="1"/>
          </p:nvPr>
        </p:nvSpPr>
        <p:spPr>
          <a:xfrm>
            <a:off x="9801915" y="2844322"/>
            <a:ext cx="3064047" cy="645332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47" name="Рисунок 19">
            <a:extLst>
              <a:ext uri="{FF2B5EF4-FFF2-40B4-BE49-F238E27FC236}">
                <a16:creationId xmlns:a16="http://schemas.microsoft.com/office/drawing/2014/main" id="{BEE6AC73-009F-E62D-6804-41D0C18AB6DA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9902939" y="2920335"/>
            <a:ext cx="2882711" cy="6295917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8" name="Рисунок SmartArt 7">
            <a:extLst>
              <a:ext uri="{FF2B5EF4-FFF2-40B4-BE49-F238E27FC236}">
                <a16:creationId xmlns:a16="http://schemas.microsoft.com/office/drawing/2014/main" id="{2A9B7CD3-BC2B-847B-5D38-3EDEFB9A71AB}"/>
              </a:ext>
            </a:extLst>
          </p:cNvPr>
          <p:cNvSpPr>
            <a:spLocks noGrp="1"/>
          </p:cNvSpPr>
          <p:nvPr>
            <p:ph type="dgm" sz="quarter" idx="89" hasCustomPrompt="1"/>
          </p:nvPr>
        </p:nvSpPr>
        <p:spPr>
          <a:xfrm>
            <a:off x="10909018" y="3070874"/>
            <a:ext cx="849839" cy="244312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9" name="Текст 39">
            <a:extLst>
              <a:ext uri="{FF2B5EF4-FFF2-40B4-BE49-F238E27FC236}">
                <a16:creationId xmlns:a16="http://schemas.microsoft.com/office/drawing/2014/main" id="{C4AED393-6A0C-3A1E-7B5C-B0C0F918BEA7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 rot="433576">
            <a:off x="11643074" y="4186212"/>
            <a:ext cx="1760298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Реализовано</a:t>
            </a:r>
          </a:p>
        </p:txBody>
      </p:sp>
      <p:sp>
        <p:nvSpPr>
          <p:cNvPr id="50" name="Рисунок SmartArt 2">
            <a:extLst>
              <a:ext uri="{FF2B5EF4-FFF2-40B4-BE49-F238E27FC236}">
                <a16:creationId xmlns:a16="http://schemas.microsoft.com/office/drawing/2014/main" id="{629FFD09-379F-375A-97E0-86BEA925B331}"/>
              </a:ext>
            </a:extLst>
          </p:cNvPr>
          <p:cNvSpPr>
            <a:spLocks noGrp="1"/>
          </p:cNvSpPr>
          <p:nvPr>
            <p:ph type="dgm" sz="quarter" idx="91" hasCustomPrompt="1"/>
          </p:nvPr>
        </p:nvSpPr>
        <p:spPr>
          <a:xfrm>
            <a:off x="14224625" y="2844322"/>
            <a:ext cx="3064047" cy="645332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52" name="Рисунок 19">
            <a:extLst>
              <a:ext uri="{FF2B5EF4-FFF2-40B4-BE49-F238E27FC236}">
                <a16:creationId xmlns:a16="http://schemas.microsoft.com/office/drawing/2014/main" id="{75DC86A5-D0B0-C3A7-C77E-EEDA1C8EE9E9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14325649" y="2920335"/>
            <a:ext cx="2882711" cy="6295917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3" name="Рисунок SmartArt 7">
            <a:extLst>
              <a:ext uri="{FF2B5EF4-FFF2-40B4-BE49-F238E27FC236}">
                <a16:creationId xmlns:a16="http://schemas.microsoft.com/office/drawing/2014/main" id="{EBF59BD9-5517-4089-059E-14D551C18CC1}"/>
              </a:ext>
            </a:extLst>
          </p:cNvPr>
          <p:cNvSpPr>
            <a:spLocks noGrp="1"/>
          </p:cNvSpPr>
          <p:nvPr>
            <p:ph type="dgm" sz="quarter" idx="93" hasCustomPrompt="1"/>
          </p:nvPr>
        </p:nvSpPr>
        <p:spPr>
          <a:xfrm>
            <a:off x="15331728" y="3070874"/>
            <a:ext cx="849839" cy="244312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95DD9832-E495-DC02-07F4-DE8C43BEB172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 rot="433576">
            <a:off x="16065784" y="4186212"/>
            <a:ext cx="1760298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Реализовано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5474C818-6F88-47E7-E3D6-11356A5142A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37919C27-345C-583A-153B-4581C4C82B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223FA3F1-F3B2-48D4-D56A-C7F2ABAFE1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547EB3EC-D706-57E9-5F09-77F5185175B9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4514850" y="5737560"/>
            <a:ext cx="299676" cy="661466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11407" b="11407"/>
            </a:stretch>
          </a:blipFill>
        </p:spPr>
        <p:txBody>
          <a:bodyPr>
            <a:noAutofit/>
          </a:bodyPr>
          <a:lstStyle>
            <a:lvl1pPr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5">
            <a:extLst>
              <a:ext uri="{FF2B5EF4-FFF2-40B4-BE49-F238E27FC236}">
                <a16:creationId xmlns:a16="http://schemas.microsoft.com/office/drawing/2014/main" id="{1CC98361-2C25-BAEB-331C-9821F5E86A7C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8956222" y="5737560"/>
            <a:ext cx="299676" cy="661466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11407" b="11407"/>
            </a:stretch>
          </a:blipFill>
        </p:spPr>
        <p:txBody>
          <a:bodyPr>
            <a:noAutofit/>
          </a:bodyPr>
          <a:lstStyle>
            <a:lvl1pPr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5">
            <a:extLst>
              <a:ext uri="{FF2B5EF4-FFF2-40B4-BE49-F238E27FC236}">
                <a16:creationId xmlns:a16="http://schemas.microsoft.com/office/drawing/2014/main" id="{6F1C38DF-E924-BB5D-2AED-3863B2D6F9C5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13413922" y="5737560"/>
            <a:ext cx="299676" cy="661466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11407" b="11407"/>
            </a:stretch>
          </a:blipFill>
        </p:spPr>
        <p:txBody>
          <a:bodyPr>
            <a:noAutofit/>
          </a:bodyPr>
          <a:lstStyle>
            <a:lvl1pPr>
              <a:defRPr sz="18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9636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телефо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Рисунок 11">
            <a:extLst>
              <a:ext uri="{FF2B5EF4-FFF2-40B4-BE49-F238E27FC236}">
                <a16:creationId xmlns:a16="http://schemas.microsoft.com/office/drawing/2014/main" id="{52F6A6E7-9906-405A-2C8B-384A1FC1BBA2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11315402" y="7024509"/>
            <a:ext cx="6033759" cy="2019300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9" name="Текст 41">
            <a:extLst>
              <a:ext uri="{FF2B5EF4-FFF2-40B4-BE49-F238E27FC236}">
                <a16:creationId xmlns:a16="http://schemas.microsoft.com/office/drawing/2014/main" id="{71873E03-F984-3E84-53B5-574FB4083D84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1577468" y="7233939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20" name="Рисунок 11">
            <a:extLst>
              <a:ext uri="{FF2B5EF4-FFF2-40B4-BE49-F238E27FC236}">
                <a16:creationId xmlns:a16="http://schemas.microsoft.com/office/drawing/2014/main" id="{CFA58908-AEF2-3819-B125-13974C1148C6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11315402" y="2508492"/>
            <a:ext cx="6033759" cy="4239986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1" name="Текст 41">
            <a:extLst>
              <a:ext uri="{FF2B5EF4-FFF2-40B4-BE49-F238E27FC236}">
                <a16:creationId xmlns:a16="http://schemas.microsoft.com/office/drawing/2014/main" id="{84FDF155-527D-87D8-7CF4-1E183112A88C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11577468" y="2717922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F589384C-CF73-2D2D-EF1A-CA1C7E376E24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958422" y="4729178"/>
            <a:ext cx="6033759" cy="2019300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Текст 41">
            <a:extLst>
              <a:ext uri="{FF2B5EF4-FFF2-40B4-BE49-F238E27FC236}">
                <a16:creationId xmlns:a16="http://schemas.microsoft.com/office/drawing/2014/main" id="{54F13AA7-0C81-FEC1-A65D-6E769244F3CB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220488" y="4938608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6" name="Рисунок 11">
            <a:extLst>
              <a:ext uri="{FF2B5EF4-FFF2-40B4-BE49-F238E27FC236}">
                <a16:creationId xmlns:a16="http://schemas.microsoft.com/office/drawing/2014/main" id="{EF17310F-F1A9-5465-FC6A-4373F58EFAB7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958422" y="7024509"/>
            <a:ext cx="6033759" cy="2019300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Текст 41">
            <a:extLst>
              <a:ext uri="{FF2B5EF4-FFF2-40B4-BE49-F238E27FC236}">
                <a16:creationId xmlns:a16="http://schemas.microsoft.com/office/drawing/2014/main" id="{D4CADEB4-DBAE-5F13-892C-241092404C90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220488" y="7233939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7" name="Рисунок 11">
            <a:extLst>
              <a:ext uri="{FF2B5EF4-FFF2-40B4-BE49-F238E27FC236}">
                <a16:creationId xmlns:a16="http://schemas.microsoft.com/office/drawing/2014/main" id="{712D8A25-4D79-5201-DEAC-9A8EFA4CBC5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958422" y="2508492"/>
            <a:ext cx="6033759" cy="2019300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SmartArt 2">
            <a:extLst>
              <a:ext uri="{FF2B5EF4-FFF2-40B4-BE49-F238E27FC236}">
                <a16:creationId xmlns:a16="http://schemas.microsoft.com/office/drawing/2014/main" id="{E2A50415-5E5B-3A96-EDCD-1A256458035C}"/>
              </a:ext>
            </a:extLst>
          </p:cNvPr>
          <p:cNvSpPr>
            <a:spLocks noGrp="1"/>
          </p:cNvSpPr>
          <p:nvPr>
            <p:ph type="dgm" sz="quarter" idx="87" hasCustomPrompt="1"/>
          </p:nvPr>
        </p:nvSpPr>
        <p:spPr>
          <a:xfrm>
            <a:off x="7601135" y="2442535"/>
            <a:ext cx="3064047" cy="645332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5" name="Рисунок 19">
            <a:extLst>
              <a:ext uri="{FF2B5EF4-FFF2-40B4-BE49-F238E27FC236}">
                <a16:creationId xmlns:a16="http://schemas.microsoft.com/office/drawing/2014/main" id="{E2F5CD03-17B6-9A8B-7148-A7A66253D3AC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7702159" y="2518548"/>
            <a:ext cx="2882711" cy="6295917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SmartArt 7">
            <a:extLst>
              <a:ext uri="{FF2B5EF4-FFF2-40B4-BE49-F238E27FC236}">
                <a16:creationId xmlns:a16="http://schemas.microsoft.com/office/drawing/2014/main" id="{6AE22036-9E9E-8BDF-DDA4-84AD426780CA}"/>
              </a:ext>
            </a:extLst>
          </p:cNvPr>
          <p:cNvSpPr>
            <a:spLocks noGrp="1"/>
          </p:cNvSpPr>
          <p:nvPr>
            <p:ph type="dgm" sz="quarter" idx="74" hasCustomPrompt="1"/>
          </p:nvPr>
        </p:nvSpPr>
        <p:spPr>
          <a:xfrm>
            <a:off x="8708238" y="2669087"/>
            <a:ext cx="849839" cy="244312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D43BCDBC-7D59-29D8-A62C-A8F10FACE0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28799" y="2781624"/>
            <a:ext cx="4863527" cy="374815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1A5184EA-C246-6CE4-5D84-4B94EF0338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8" y="3350838"/>
            <a:ext cx="5459412" cy="776050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A9D5AAAB-AA94-9C62-8FDA-8DAC5C707922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828799" y="5053770"/>
            <a:ext cx="4863527" cy="374815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2FE0DD52-98B2-C05E-D333-6332FCEF92C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265238" y="5622984"/>
            <a:ext cx="5459412" cy="776050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B6C1A5F2-8D69-BE38-D694-19BC0315665A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828799" y="7325916"/>
            <a:ext cx="4863527" cy="374815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38FAE02E-FACF-4903-DFCD-E48A8BBF9BDB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265238" y="7895130"/>
            <a:ext cx="5459412" cy="776050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66" name="Текст 39">
            <a:extLst>
              <a:ext uri="{FF2B5EF4-FFF2-40B4-BE49-F238E27FC236}">
                <a16:creationId xmlns:a16="http://schemas.microsoft.com/office/drawing/2014/main" id="{18FD3059-FE80-5B77-BB3E-6B91708C19CA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2150435" y="2781624"/>
            <a:ext cx="4863527" cy="374815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E744F78B-01E4-8AFF-4C8E-B14D658432F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1586874" y="3350838"/>
            <a:ext cx="5459412" cy="3048196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A6BCEADC-9FB8-D3DA-7D42-A1C153A430D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2150435" y="7325916"/>
            <a:ext cx="4863527" cy="374815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3" name="Текст 39">
            <a:extLst>
              <a:ext uri="{FF2B5EF4-FFF2-40B4-BE49-F238E27FC236}">
                <a16:creationId xmlns:a16="http://schemas.microsoft.com/office/drawing/2014/main" id="{B7B9DFD5-8F6B-AA48-DC08-5E43A7CC45C4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1586874" y="7895130"/>
            <a:ext cx="5459412" cy="776050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8" name="Текст 41">
            <a:extLst>
              <a:ext uri="{FF2B5EF4-FFF2-40B4-BE49-F238E27FC236}">
                <a16:creationId xmlns:a16="http://schemas.microsoft.com/office/drawing/2014/main" id="{4431A0FE-8950-1A39-DE20-4DD124A6BC9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20488" y="2717922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733416DF-6DC5-E502-B5E9-B7C602AAC5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A2211976-31D3-F4BF-6C2A-01F8A9F18C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2" name="Текст 16">
            <a:extLst>
              <a:ext uri="{FF2B5EF4-FFF2-40B4-BE49-F238E27FC236}">
                <a16:creationId xmlns:a16="http://schemas.microsoft.com/office/drawing/2014/main" id="{BF9C2450-4BB2-D4BE-8541-02B8C16E14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23269FD9-67EC-7C5F-AB79-EF204EECF5FB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7007455" y="3387174"/>
            <a:ext cx="757237" cy="261937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3" name="Рисунок 11">
            <a:extLst>
              <a:ext uri="{FF2B5EF4-FFF2-40B4-BE49-F238E27FC236}">
                <a16:creationId xmlns:a16="http://schemas.microsoft.com/office/drawing/2014/main" id="{37D194B1-219C-F7E0-A27C-B46BC2FB58F1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7007455" y="5607860"/>
            <a:ext cx="757237" cy="261937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5" name="Рисунок 11">
            <a:extLst>
              <a:ext uri="{FF2B5EF4-FFF2-40B4-BE49-F238E27FC236}">
                <a16:creationId xmlns:a16="http://schemas.microsoft.com/office/drawing/2014/main" id="{13C4D172-8B41-DC21-2BE8-CCDE095E01B7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>
            <a:off x="7007455" y="7903191"/>
            <a:ext cx="757237" cy="261937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7" name="Рисунок 11">
            <a:extLst>
              <a:ext uri="{FF2B5EF4-FFF2-40B4-BE49-F238E27FC236}">
                <a16:creationId xmlns:a16="http://schemas.microsoft.com/office/drawing/2014/main" id="{CDE32BDC-E656-2F76-0DB9-316C1BA88133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 flipH="1">
            <a:off x="10516899" y="4497517"/>
            <a:ext cx="757237" cy="261937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Рисунок 11">
            <a:extLst>
              <a:ext uri="{FF2B5EF4-FFF2-40B4-BE49-F238E27FC236}">
                <a16:creationId xmlns:a16="http://schemas.microsoft.com/office/drawing/2014/main" id="{D5C3A82D-DA66-FCAC-E1F5-8FD3AF170B7E}"/>
              </a:ext>
            </a:extLst>
          </p:cNvPr>
          <p:cNvSpPr>
            <a:spLocks noGrp="1"/>
          </p:cNvSpPr>
          <p:nvPr>
            <p:ph type="pic" sz="quarter" idx="100" hasCustomPrompt="1"/>
          </p:nvPr>
        </p:nvSpPr>
        <p:spPr>
          <a:xfrm flipH="1">
            <a:off x="10516899" y="7903191"/>
            <a:ext cx="757237" cy="261937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63313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оутбук и булле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ctangle 240649147" descr="preencoded.png">
            <a:extLst>
              <a:ext uri="{FF2B5EF4-FFF2-40B4-BE49-F238E27FC236}">
                <a16:creationId xmlns:a16="http://schemas.microsoft.com/office/drawing/2014/main" id="{68CA382C-A3ED-2566-01B4-1660EED7BF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20350" y="0"/>
            <a:ext cx="7867650" cy="10287000"/>
          </a:xfrm>
          <a:prstGeom prst="rect">
            <a:avLst/>
          </a:prstGeom>
        </p:spPr>
      </p:pic>
      <p:pic>
        <p:nvPicPr>
          <p:cNvPr id="7" name="Device - Macbook Pro" descr="preencoded.png">
            <a:extLst>
              <a:ext uri="{FF2B5EF4-FFF2-40B4-BE49-F238E27FC236}">
                <a16:creationId xmlns:a16="http://schemas.microsoft.com/office/drawing/2014/main" id="{03A17F67-9EB8-92BA-1A3F-AEF72E25AC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7791" y="2295525"/>
            <a:ext cx="9820209" cy="7419752"/>
          </a:xfrm>
          <a:prstGeom prst="rect">
            <a:avLst/>
          </a:prstGeom>
        </p:spPr>
      </p:pic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63FC1102-C8C6-9D39-F0A5-45EE29684D3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2500" y="2414965"/>
            <a:ext cx="2705101" cy="942842"/>
          </a:xfrm>
        </p:spPr>
        <p:txBody>
          <a:bodyPr anchor="ctr">
            <a:noAutofit/>
          </a:bodyPr>
          <a:lstStyle>
            <a:lvl1pPr>
              <a:defRPr sz="7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693D35E7-E918-993A-46B3-D3EEF2AA19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501" y="3457559"/>
            <a:ext cx="3123553" cy="1133062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08B7DBC-036B-3F5E-631B-939D09A8863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62128" y="2414965"/>
            <a:ext cx="2705101" cy="942842"/>
          </a:xfrm>
        </p:spPr>
        <p:txBody>
          <a:bodyPr anchor="ctr">
            <a:noAutofit/>
          </a:bodyPr>
          <a:lstStyle>
            <a:lvl1pPr>
              <a:defRPr sz="7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42D4BD33-18C3-419F-2F2A-F84A43C88E5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362129" y="3457559"/>
            <a:ext cx="3123553" cy="1133062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12A9E4DC-4835-A6B5-8060-36A6E2DFB92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500" y="4886538"/>
            <a:ext cx="2705101" cy="942842"/>
          </a:xfrm>
        </p:spPr>
        <p:txBody>
          <a:bodyPr anchor="ctr">
            <a:noAutofit/>
          </a:bodyPr>
          <a:lstStyle>
            <a:lvl1pPr>
              <a:defRPr sz="7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A4443161-3DD6-CE89-FD42-F62427B63D3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2501" y="5929132"/>
            <a:ext cx="3123553" cy="1133062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7E40912B-9273-15D5-D4C9-DDD8783B781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62128" y="4886538"/>
            <a:ext cx="2705101" cy="942842"/>
          </a:xfrm>
        </p:spPr>
        <p:txBody>
          <a:bodyPr anchor="ctr">
            <a:noAutofit/>
          </a:bodyPr>
          <a:lstStyle>
            <a:lvl1pPr>
              <a:defRPr sz="7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78D348EB-7492-13D7-87BA-7264D193600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62129" y="5929132"/>
            <a:ext cx="3123553" cy="1133062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4AB8FA78-99C8-8838-A142-527E6664B85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52500" y="7350770"/>
            <a:ext cx="2705101" cy="942842"/>
          </a:xfrm>
        </p:spPr>
        <p:txBody>
          <a:bodyPr anchor="ctr">
            <a:noAutofit/>
          </a:bodyPr>
          <a:lstStyle>
            <a:lvl1pPr>
              <a:defRPr sz="7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01B714A4-F7D2-2DAC-A6B2-87FD2BC5D2A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501" y="8393364"/>
            <a:ext cx="3123553" cy="1133062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62A1CB22-FBE3-E6E8-FBC7-9E6C6BF03DC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62128" y="7350770"/>
            <a:ext cx="2705101" cy="942842"/>
          </a:xfrm>
        </p:spPr>
        <p:txBody>
          <a:bodyPr anchor="ctr">
            <a:noAutofit/>
          </a:bodyPr>
          <a:lstStyle>
            <a:lvl1pPr>
              <a:defRPr sz="7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442EB661-BFE6-1D0E-A1F6-8AECB563AE5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62129" y="8393364"/>
            <a:ext cx="3123553" cy="1133062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9" name="Рисунок 6">
            <a:extLst>
              <a:ext uri="{FF2B5EF4-FFF2-40B4-BE49-F238E27FC236}">
                <a16:creationId xmlns:a16="http://schemas.microsoft.com/office/drawing/2014/main" id="{9ABDD08B-5B88-A9D4-F7FB-C8A70548856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74816" y="2657062"/>
            <a:ext cx="9079611" cy="5607908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C0C25FBA-EBBC-2B84-8F6A-0506E63647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0B396F92-FD4B-19E8-5AEB-874D43213D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CAD0C298-5DB2-D090-BFD0-C421D7C961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5614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оутбук и 3 булле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evice - Macbook Pro" descr="preencoded.png">
            <a:extLst>
              <a:ext uri="{FF2B5EF4-FFF2-40B4-BE49-F238E27FC236}">
                <a16:creationId xmlns:a16="http://schemas.microsoft.com/office/drawing/2014/main" id="{4125CED3-C33D-9CBB-5176-096F8EA6EC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343150"/>
            <a:ext cx="11563415" cy="7419752"/>
          </a:xfrm>
          <a:prstGeom prst="rect">
            <a:avLst/>
          </a:prstGeom>
        </p:spPr>
      </p:pic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9" name="Рисунок 6">
            <a:extLst>
              <a:ext uri="{FF2B5EF4-FFF2-40B4-BE49-F238E27FC236}">
                <a16:creationId xmlns:a16="http://schemas.microsoft.com/office/drawing/2014/main" id="{9ABDD08B-5B88-A9D4-F7FB-C8A70548856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79909" y="2696705"/>
            <a:ext cx="9002477" cy="5625885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53DCDF61-6F11-50E8-B2CD-A5F24B7A76F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3340226" y="3147377"/>
            <a:ext cx="4010025" cy="1190625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16" name="Рисунок 19">
            <a:extLst>
              <a:ext uri="{FF2B5EF4-FFF2-40B4-BE49-F238E27FC236}">
                <a16:creationId xmlns:a16="http://schemas.microsoft.com/office/drawing/2014/main" id="{390DC40D-83A2-25F7-79DA-EACA5F8962BD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1940051" y="3147378"/>
            <a:ext cx="1190624" cy="119062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611C85A3-E21A-A58E-743B-1487C138B0E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3340226" y="4697207"/>
            <a:ext cx="4010025" cy="1190625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3" name="Рисунок 19">
            <a:extLst>
              <a:ext uri="{FF2B5EF4-FFF2-40B4-BE49-F238E27FC236}">
                <a16:creationId xmlns:a16="http://schemas.microsoft.com/office/drawing/2014/main" id="{E8187277-FB6D-6FB6-0F7A-AFFA54D1F5A1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1940051" y="4697208"/>
            <a:ext cx="1190624" cy="119062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BCC8314F-2893-6EE3-E505-184090F1C1E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3340226" y="6247037"/>
            <a:ext cx="4010025" cy="1190625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5" name="Рисунок 19">
            <a:extLst>
              <a:ext uri="{FF2B5EF4-FFF2-40B4-BE49-F238E27FC236}">
                <a16:creationId xmlns:a16="http://schemas.microsoft.com/office/drawing/2014/main" id="{BAF2A1B9-CF73-F548-0D0D-B5E0AEF54369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11940051" y="6247038"/>
            <a:ext cx="1190624" cy="119062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0930284C-323D-08C8-3C9A-991C372717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2CF2A941-75A8-5A57-FFE2-C04C4E7179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9C99B622-4FDC-144E-BA42-A2D881CBB3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28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DA83382C-5611-640A-409D-17C70AEA269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928226" y="6743701"/>
            <a:ext cx="3543300" cy="2438400"/>
          </a:xfrm>
          <a:prstGeom prst="roundRect">
            <a:avLst>
              <a:gd name="adj" fmla="val 11553"/>
            </a:avLst>
          </a:prstGeom>
          <a:solidFill>
            <a:srgbClr val="EA0B4C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2" name="Рисунок 19">
            <a:extLst>
              <a:ext uri="{FF2B5EF4-FFF2-40B4-BE49-F238E27FC236}">
                <a16:creationId xmlns:a16="http://schemas.microsoft.com/office/drawing/2014/main" id="{05D2AEB1-023F-25E1-DA9C-DD6774ED1020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9928225" y="49153"/>
            <a:ext cx="3543300" cy="6525409"/>
          </a:xfrm>
          <a:prstGeom prst="roundRect">
            <a:avLst>
              <a:gd name="adj" fmla="val 824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3" name="Рисунок 19">
            <a:extLst>
              <a:ext uri="{FF2B5EF4-FFF2-40B4-BE49-F238E27FC236}">
                <a16:creationId xmlns:a16="http://schemas.microsoft.com/office/drawing/2014/main" id="{FA69BF65-91EE-2929-D2ED-1038EBB45BDA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3858489" y="2698140"/>
            <a:ext cx="3543300" cy="6525409"/>
          </a:xfrm>
          <a:prstGeom prst="roundRect">
            <a:avLst>
              <a:gd name="adj" fmla="val 7714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8588761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362F2390-E1EE-F809-6B89-A4A2C570B8DB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52500" y="6518579"/>
            <a:ext cx="3634998" cy="961807"/>
          </a:xfrm>
        </p:spPr>
        <p:txBody>
          <a:bodyPr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36556FD7-3626-723B-3649-D0C412BBBFE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52500" y="7564600"/>
            <a:ext cx="3634998" cy="1147061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6" name="Рисунок 19">
            <a:extLst>
              <a:ext uri="{FF2B5EF4-FFF2-40B4-BE49-F238E27FC236}">
                <a16:creationId xmlns:a16="http://schemas.microsoft.com/office/drawing/2014/main" id="{25FAFD30-1660-DBC3-FF62-5B23337E96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500" y="5271038"/>
            <a:ext cx="1148361" cy="1148361"/>
          </a:xfrm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EE85A218-E785-5E8F-8EA3-9F85FE6E6F4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042586" y="6518579"/>
            <a:ext cx="3634998" cy="961807"/>
          </a:xfrm>
        </p:spPr>
        <p:txBody>
          <a:bodyPr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2D2096AA-A7BC-C77E-D489-0C5B608E94B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042586" y="7564600"/>
            <a:ext cx="3634998" cy="1147061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9" name="Рисунок 19">
            <a:extLst>
              <a:ext uri="{FF2B5EF4-FFF2-40B4-BE49-F238E27FC236}">
                <a16:creationId xmlns:a16="http://schemas.microsoft.com/office/drawing/2014/main" id="{87FCDB08-7F88-04DA-D290-99E8C9DBFD7F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42586" y="5271038"/>
            <a:ext cx="1148361" cy="1148361"/>
          </a:xfrm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329FE672-FC7D-F3F8-A104-8D9A21048D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2500" y="2886074"/>
            <a:ext cx="7953376" cy="1920703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 Разместите свой текст здесь. Текст может быть в несколько строк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D7AF7B17-1336-4D95-09C3-74B69FB4BDEE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52500" y="2366708"/>
            <a:ext cx="7953376" cy="482295"/>
          </a:xfrm>
        </p:spPr>
        <p:txBody>
          <a:bodyPr>
            <a:noAutofit/>
          </a:bodyPr>
          <a:lstStyle>
            <a:lvl1pPr algn="l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D0440EE8-9C28-BB22-1F37-041E0DAD425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233025" y="8036789"/>
            <a:ext cx="2933700" cy="752723"/>
          </a:xfrm>
        </p:spPr>
        <p:txBody>
          <a:bodyPr>
            <a:noAutofit/>
          </a:bodyPr>
          <a:lstStyle>
            <a:lvl1pPr algn="l">
              <a:defRPr sz="15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Максимум в 2-3 строки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56F4E8B9-08D3-3328-BFD5-3096C5B1FF5E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0233025" y="7191557"/>
            <a:ext cx="2933700" cy="752723"/>
          </a:xfrm>
        </p:spPr>
        <p:txBody>
          <a:bodyPr anchor="ctr">
            <a:noAutofit/>
          </a:bodyPr>
          <a:lstStyle>
            <a:lvl1pPr algn="l"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109 млн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046D7BEA-E13D-9A7A-3E1E-7723B25C8B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07E0C70B-6AAC-6B9E-AC1F-40046D9A06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7479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цифр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2499" y="2383155"/>
            <a:ext cx="12339431" cy="757610"/>
          </a:xfrm>
        </p:spPr>
        <p:txBody>
          <a:bodyPr>
            <a:noAutofit/>
          </a:bodyPr>
          <a:lstStyle>
            <a:lvl1pPr>
              <a:defRPr sz="20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 Разместите свой текст здесь. Текст может быть в несколько строк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8569A155-D24B-4FB4-6A61-88584A3FD0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143500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222BD6E8-E0C0-A6B1-4C02-18FDE00709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78047" y="5143500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DF279CBA-B878-F0E2-2CC8-34D9487C8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03595" y="5143500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628B96BA-AE54-3E60-10FA-0F6EDC2585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499" y="6884595"/>
            <a:ext cx="4629150" cy="99780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EAE92FC1-E07A-7344-B086-72E63FF447D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74823" y="6884595"/>
            <a:ext cx="4629150" cy="99780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0D27A30-CA47-0CC3-D8BF-E8C8629CCD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197147" y="6884595"/>
            <a:ext cx="4629150" cy="99780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3143AD8E-386F-26B4-C970-CCA430F2C5E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005E43DD-8FAF-9B0B-CCB8-93AC922DC8A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5BDF1642-3A74-AEAA-1E1C-1446722A0E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6387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цифр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10EFAFA3-E497-EF65-0320-EEE6ABD62D4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958422" y="2508492"/>
            <a:ext cx="8071277" cy="3111258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D19AB892-9AA1-BAD5-DF8B-91C0DCB908F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262667" y="2508492"/>
            <a:ext cx="8071277" cy="3111258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217B45A2-B720-3DCE-E9A3-FACDEC09445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58422" y="5848852"/>
            <a:ext cx="8071277" cy="3111258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1">
            <a:extLst>
              <a:ext uri="{FF2B5EF4-FFF2-40B4-BE49-F238E27FC236}">
                <a16:creationId xmlns:a16="http://schemas.microsoft.com/office/drawing/2014/main" id="{9DF469E0-3E91-966A-EA4D-ACFF57F8BC6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262667" y="5848852"/>
            <a:ext cx="8071277" cy="3111258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A3E94AC9-3B36-6968-9770-C5C575E5CF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238" y="2771552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85B17AEB-0AFA-2765-F43D-912839D14F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6" y="4512647"/>
            <a:ext cx="7422879" cy="79418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AA0E8A5-E556-3594-E8BB-B07080FF9A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5238" y="6144946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20C283A5-CCBA-DEC1-4E02-A88661AF2C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5236" y="7886041"/>
            <a:ext cx="7422879" cy="79418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1211FB73-FAF9-0560-E0D5-F9231B3FBD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68979" y="2771552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A22CD77F-987A-3B5A-1EC3-888BF63B3C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68977" y="4512647"/>
            <a:ext cx="7422879" cy="79418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3D54AC5C-0497-BF56-6338-261EA66D8C3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68979" y="6144946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85554EF3-9B9D-6D03-BD44-3843EDD599A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68977" y="7886041"/>
            <a:ext cx="7422879" cy="79418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5A591902-2A6F-1139-7165-806554ACEE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9DF463F0-B359-BF34-94E6-F795D7F098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3" name="Текст 16">
            <a:extLst>
              <a:ext uri="{FF2B5EF4-FFF2-40B4-BE49-F238E27FC236}">
                <a16:creationId xmlns:a16="http://schemas.microsoft.com/office/drawing/2014/main" id="{2F5EBD66-D6C8-A274-0089-39D597BBF0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6250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цифра и плаш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11">
            <a:extLst>
              <a:ext uri="{FF2B5EF4-FFF2-40B4-BE49-F238E27FC236}">
                <a16:creationId xmlns:a16="http://schemas.microsoft.com/office/drawing/2014/main" id="{A7EAC19C-A765-3680-B56B-7AAC39A486A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262667" y="2251317"/>
            <a:ext cx="8071277" cy="6121158"/>
          </a:xfrm>
          <a:prstGeom prst="roundRect">
            <a:avLst>
              <a:gd name="adj" fmla="val 7501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2499" y="2383155"/>
            <a:ext cx="7610733" cy="1097343"/>
          </a:xfrm>
        </p:spPr>
        <p:txBody>
          <a:bodyPr>
            <a:noAutofit/>
          </a:bodyPr>
          <a:lstStyle>
            <a:lvl1pPr>
              <a:defRPr sz="20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 Разместите свой текст здесь. Текст может быть в несколько строк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8569A155-D24B-4FB4-6A61-88584A3FD0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6054811"/>
            <a:ext cx="7524235" cy="2574839"/>
          </a:xfrm>
        </p:spPr>
        <p:txBody>
          <a:bodyPr anchor="ctr">
            <a:noAutofit/>
          </a:bodyPr>
          <a:lstStyle>
            <a:lvl1pPr>
              <a:defRPr sz="2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86%</a:t>
            </a:r>
            <a:endParaRPr lang="ru-RU" dirty="0"/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628B96BA-AE54-3E60-10FA-0F6EDC2585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15500" y="5908594"/>
            <a:ext cx="3419732" cy="2321006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4829D41F-6F6F-BA93-9C86-8D1C687DCA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406822" y="5908594"/>
            <a:ext cx="3419732" cy="2321006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2F297A59-A346-046A-ABE4-D2C748F698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715500" y="5454485"/>
            <a:ext cx="7111054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C2E8CE40-8CDF-ACD4-C61C-67C1858546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715500" y="3326032"/>
            <a:ext cx="7111054" cy="665200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7837975F-F791-01E5-15ED-A7F497DD660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15500" y="2871923"/>
            <a:ext cx="7111054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5525F492-7911-4BE0-DE85-5E08CC70DD4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996485" y="4252789"/>
            <a:ext cx="2019301" cy="986476"/>
          </a:xfrm>
        </p:spPr>
        <p:txBody>
          <a:bodyPr>
            <a:noAutofit/>
          </a:bodyPr>
          <a:lstStyle>
            <a:lvl1pPr>
              <a:defRPr sz="11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38BBFCBE-3112-A919-2885-EDC2F6350E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454581" y="4252789"/>
            <a:ext cx="2019301" cy="986476"/>
          </a:xfrm>
        </p:spPr>
        <p:txBody>
          <a:bodyPr>
            <a:noAutofit/>
          </a:bodyPr>
          <a:lstStyle>
            <a:lvl1pPr>
              <a:defRPr sz="11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5D09C124-65D5-10BE-1AD4-778A2FFEA61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864149" y="4252789"/>
            <a:ext cx="2019301" cy="986476"/>
          </a:xfrm>
        </p:spPr>
        <p:txBody>
          <a:bodyPr>
            <a:noAutofit/>
          </a:bodyPr>
          <a:lstStyle>
            <a:lvl1pPr>
              <a:defRPr sz="11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8" name="Рисунок 16">
            <a:extLst>
              <a:ext uri="{FF2B5EF4-FFF2-40B4-BE49-F238E27FC236}">
                <a16:creationId xmlns:a16="http://schemas.microsoft.com/office/drawing/2014/main" id="{2097D422-5D04-87E2-165F-32E7CCED36F4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9721508" y="4247893"/>
            <a:ext cx="228600" cy="228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6">
            <a:extLst>
              <a:ext uri="{FF2B5EF4-FFF2-40B4-BE49-F238E27FC236}">
                <a16:creationId xmlns:a16="http://schemas.microsoft.com/office/drawing/2014/main" id="{D7C182A4-3160-6970-3378-0F92973B2826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2178958" y="4247893"/>
            <a:ext cx="228600" cy="228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B5188D03-9CA3-DACE-CCCB-2E8B7BBF9416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14593546" y="4247893"/>
            <a:ext cx="228600" cy="228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FD62CB35-F67A-0822-FA4C-8A644F37E3B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F621B410-C06C-4C3F-329E-4B14E7CDA1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DDCF7DE7-8716-B66F-0B91-9CE2679D139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7786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блок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11">
            <a:extLst>
              <a:ext uri="{FF2B5EF4-FFF2-40B4-BE49-F238E27FC236}">
                <a16:creationId xmlns:a16="http://schemas.microsoft.com/office/drawing/2014/main" id="{F92F4DF4-C4C5-1D4E-4280-2191202F5B44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509305" y="5068517"/>
            <a:ext cx="5300916" cy="3912974"/>
          </a:xfrm>
          <a:prstGeom prst="roundRect">
            <a:avLst>
              <a:gd name="adj" fmla="val 7213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5" name="Рисунок 34">
            <a:extLst>
              <a:ext uri="{FF2B5EF4-FFF2-40B4-BE49-F238E27FC236}">
                <a16:creationId xmlns:a16="http://schemas.microsoft.com/office/drawing/2014/main" id="{79538282-A385-1BD3-E5DA-8A998E2F6362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6865938" y="6315075"/>
            <a:ext cx="1839912" cy="457200"/>
          </a:xfrm>
          <a:prstGeom prst="roundRect">
            <a:avLst>
              <a:gd name="adj" fmla="val 27318"/>
            </a:avLst>
          </a:prstGeom>
          <a:solidFill>
            <a:srgbClr val="00B050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6" name="Рисунок 34">
            <a:extLst>
              <a:ext uri="{FF2B5EF4-FFF2-40B4-BE49-F238E27FC236}">
                <a16:creationId xmlns:a16="http://schemas.microsoft.com/office/drawing/2014/main" id="{9BFD9EC4-8853-B8B7-05C4-248801893938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9582085" y="6315075"/>
            <a:ext cx="1839912" cy="457200"/>
          </a:xfrm>
          <a:prstGeom prst="roundRect">
            <a:avLst>
              <a:gd name="adj" fmla="val 27318"/>
            </a:avLst>
          </a:prstGeom>
          <a:solidFill>
            <a:srgbClr val="00B050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11">
            <a:extLst>
              <a:ext uri="{FF2B5EF4-FFF2-40B4-BE49-F238E27FC236}">
                <a16:creationId xmlns:a16="http://schemas.microsoft.com/office/drawing/2014/main" id="{E12401C0-0F09-4EE6-B1B2-7216490E14EF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12033028" y="2476500"/>
            <a:ext cx="5300916" cy="2362200"/>
          </a:xfrm>
          <a:prstGeom prst="roundRect">
            <a:avLst>
              <a:gd name="adj" fmla="val 11505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26594825-5535-380F-0E9D-B10695BFE234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6509305" y="2476500"/>
            <a:ext cx="5300916" cy="2362200"/>
          </a:xfrm>
          <a:prstGeom prst="roundRect">
            <a:avLst>
              <a:gd name="adj" fmla="val 11505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23E130BC-2112-85E6-E378-E5821345349E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948260" y="2476500"/>
            <a:ext cx="5300916" cy="2362200"/>
          </a:xfrm>
          <a:prstGeom prst="roundRect">
            <a:avLst>
              <a:gd name="adj" fmla="val 11505"/>
            </a:avLst>
          </a:prstGeom>
          <a:solidFill>
            <a:srgbClr val="EA0B4C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1">
            <a:extLst>
              <a:ext uri="{FF2B5EF4-FFF2-40B4-BE49-F238E27FC236}">
                <a16:creationId xmlns:a16="http://schemas.microsoft.com/office/drawing/2014/main" id="{AB42EC88-919B-9C33-F693-8C235CA43D72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12033028" y="5068517"/>
            <a:ext cx="5300916" cy="3912974"/>
          </a:xfrm>
          <a:prstGeom prst="roundRect">
            <a:avLst>
              <a:gd name="adj" fmla="val 7213"/>
            </a:avLst>
          </a:prstGeom>
          <a:solidFill>
            <a:srgbClr val="EA0B4C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0692A7CB-0285-C213-BAA3-66EAB4771C5E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948260" y="5068517"/>
            <a:ext cx="5300916" cy="3912974"/>
          </a:xfrm>
          <a:prstGeom prst="roundRect">
            <a:avLst>
              <a:gd name="adj" fmla="val 769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63" name="Текст 39">
            <a:extLst>
              <a:ext uri="{FF2B5EF4-FFF2-40B4-BE49-F238E27FC236}">
                <a16:creationId xmlns:a16="http://schemas.microsoft.com/office/drawing/2014/main" id="{10F39709-4978-F3CC-1632-30D2A8CDF1C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67502" y="2771262"/>
            <a:ext cx="2834746" cy="343925"/>
          </a:xfr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424B8DD7-5960-EA9B-98DE-F6EA0DEE19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415686" y="2771262"/>
            <a:ext cx="2834746" cy="343925"/>
          </a:xfr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2D7B6F6F-DF2F-B8C9-87D3-9CA42DC9EE5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6389" y="2771262"/>
            <a:ext cx="2834746" cy="343925"/>
          </a:xfr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6" name="Текст 39">
            <a:extLst>
              <a:ext uri="{FF2B5EF4-FFF2-40B4-BE49-F238E27FC236}">
                <a16:creationId xmlns:a16="http://schemas.microsoft.com/office/drawing/2014/main" id="{39DBA640-1B8B-10D8-C881-575BA6FA6D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67502" y="5489749"/>
            <a:ext cx="2834746" cy="343925"/>
          </a:xfr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7" name="Текст 39">
            <a:extLst>
              <a:ext uri="{FF2B5EF4-FFF2-40B4-BE49-F238E27FC236}">
                <a16:creationId xmlns:a16="http://schemas.microsoft.com/office/drawing/2014/main" id="{238ABB33-C09A-D269-A2F4-77E0888CCE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415686" y="5489749"/>
            <a:ext cx="2834746" cy="343925"/>
          </a:xfr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74BEDA4A-0856-268D-72BC-0A67924101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66352" y="4133850"/>
            <a:ext cx="862064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млн</a:t>
            </a:r>
          </a:p>
        </p:txBody>
      </p:sp>
      <p:sp>
        <p:nvSpPr>
          <p:cNvPr id="69" name="Текст 39">
            <a:extLst>
              <a:ext uri="{FF2B5EF4-FFF2-40B4-BE49-F238E27FC236}">
                <a16:creationId xmlns:a16="http://schemas.microsoft.com/office/drawing/2014/main" id="{2130E20A-20CD-59E6-6ABA-2F3192A0D8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66352" y="3471473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89FCF4A7-F34A-02C3-41CD-52BD8D4E406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78210" y="3471473"/>
            <a:ext cx="1902993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+11%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57E060E4-758A-89E1-C845-696F257E5C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411000" y="4133850"/>
            <a:ext cx="862064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млн</a:t>
            </a:r>
          </a:p>
        </p:txBody>
      </p:sp>
      <p:sp>
        <p:nvSpPr>
          <p:cNvPr id="72" name="Текст 39">
            <a:extLst>
              <a:ext uri="{FF2B5EF4-FFF2-40B4-BE49-F238E27FC236}">
                <a16:creationId xmlns:a16="http://schemas.microsoft.com/office/drawing/2014/main" id="{10195068-DCE9-35C4-FA9C-14789256A8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411000" y="3471473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3" name="Текст 39">
            <a:extLst>
              <a:ext uri="{FF2B5EF4-FFF2-40B4-BE49-F238E27FC236}">
                <a16:creationId xmlns:a16="http://schemas.microsoft.com/office/drawing/2014/main" id="{69C78CC1-DD63-1A96-B360-1359BB643D1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622858" y="3471473"/>
            <a:ext cx="1902993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+11%</a:t>
            </a:r>
          </a:p>
        </p:txBody>
      </p:sp>
      <p:sp>
        <p:nvSpPr>
          <p:cNvPr id="74" name="Текст 39">
            <a:extLst>
              <a:ext uri="{FF2B5EF4-FFF2-40B4-BE49-F238E27FC236}">
                <a16:creationId xmlns:a16="http://schemas.microsoft.com/office/drawing/2014/main" id="{2FA6F4F1-76F8-B732-8D22-10BCE320B6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411000" y="7531958"/>
            <a:ext cx="862064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млн</a:t>
            </a:r>
          </a:p>
        </p:txBody>
      </p:sp>
      <p:sp>
        <p:nvSpPr>
          <p:cNvPr id="75" name="Текст 39">
            <a:extLst>
              <a:ext uri="{FF2B5EF4-FFF2-40B4-BE49-F238E27FC236}">
                <a16:creationId xmlns:a16="http://schemas.microsoft.com/office/drawing/2014/main" id="{67DE019E-7EF9-5104-16AD-40A463CC97D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411000" y="6869581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6" name="Текст 39">
            <a:extLst>
              <a:ext uri="{FF2B5EF4-FFF2-40B4-BE49-F238E27FC236}">
                <a16:creationId xmlns:a16="http://schemas.microsoft.com/office/drawing/2014/main" id="{F20CDB78-A2FC-04FC-5F44-19147C8FF7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622858" y="6671873"/>
            <a:ext cx="1902993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+11%</a:t>
            </a:r>
          </a:p>
        </p:txBody>
      </p:sp>
      <p:sp>
        <p:nvSpPr>
          <p:cNvPr id="77" name="Текст 39">
            <a:extLst>
              <a:ext uri="{FF2B5EF4-FFF2-40B4-BE49-F238E27FC236}">
                <a16:creationId xmlns:a16="http://schemas.microsoft.com/office/drawing/2014/main" id="{43D39E9A-DA90-DE13-EA52-ADAD422BD99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635217" y="8151214"/>
            <a:ext cx="1902992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 2 года</a:t>
            </a:r>
          </a:p>
        </p:txBody>
      </p:sp>
      <p:sp>
        <p:nvSpPr>
          <p:cNvPr id="78" name="Текст 39">
            <a:extLst>
              <a:ext uri="{FF2B5EF4-FFF2-40B4-BE49-F238E27FC236}">
                <a16:creationId xmlns:a16="http://schemas.microsoft.com/office/drawing/2014/main" id="{73BE41CB-BE06-592B-9144-13762039ADD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4635217" y="7488837"/>
            <a:ext cx="1902992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2CE83FA7-53D4-A06B-BC1C-848F021CCC4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866352" y="7655526"/>
            <a:ext cx="862064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млн</a:t>
            </a:r>
          </a:p>
        </p:txBody>
      </p:sp>
      <p:sp>
        <p:nvSpPr>
          <p:cNvPr id="80" name="Текст 39">
            <a:extLst>
              <a:ext uri="{FF2B5EF4-FFF2-40B4-BE49-F238E27FC236}">
                <a16:creationId xmlns:a16="http://schemas.microsoft.com/office/drawing/2014/main" id="{6CFDBF91-680D-1B19-24C9-841DC56658A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866352" y="6993149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81" name="Текст 39">
            <a:extLst>
              <a:ext uri="{FF2B5EF4-FFF2-40B4-BE49-F238E27FC236}">
                <a16:creationId xmlns:a16="http://schemas.microsoft.com/office/drawing/2014/main" id="{323EE48A-EA46-6B50-32A6-D7081D2728E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09552" y="7655526"/>
            <a:ext cx="862064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млн</a:t>
            </a:r>
          </a:p>
        </p:txBody>
      </p:sp>
      <p:sp>
        <p:nvSpPr>
          <p:cNvPr id="82" name="Текст 39">
            <a:extLst>
              <a:ext uri="{FF2B5EF4-FFF2-40B4-BE49-F238E27FC236}">
                <a16:creationId xmlns:a16="http://schemas.microsoft.com/office/drawing/2014/main" id="{D3D49E52-F045-B468-E8B1-0FF623FB64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609552" y="6993149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83" name="Текст 39">
            <a:extLst>
              <a:ext uri="{FF2B5EF4-FFF2-40B4-BE49-F238E27FC236}">
                <a16:creationId xmlns:a16="http://schemas.microsoft.com/office/drawing/2014/main" id="{D7CF66D3-6E3B-D99C-DCA5-66419BFC5A9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356388" y="5489749"/>
            <a:ext cx="4104730" cy="1577806"/>
          </a:xfrm>
        </p:spPr>
        <p:txBody>
          <a:bodyPr anchor="t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несколько</a:t>
            </a:r>
            <a:br>
              <a:rPr lang="ru-RU" dirty="0"/>
            </a:br>
            <a:r>
              <a:rPr lang="ru-RU" dirty="0"/>
              <a:t>строк с важной информацией</a:t>
            </a:r>
          </a:p>
        </p:txBody>
      </p:sp>
      <p:sp>
        <p:nvSpPr>
          <p:cNvPr id="84" name="Текст 39">
            <a:extLst>
              <a:ext uri="{FF2B5EF4-FFF2-40B4-BE49-F238E27FC236}">
                <a16:creationId xmlns:a16="http://schemas.microsoft.com/office/drawing/2014/main" id="{6B2FCED4-427D-B345-896E-A45129BA05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318168" y="4133850"/>
            <a:ext cx="862064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млн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C9AED66D-F8E7-168E-BCB0-F4DACB3473B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318168" y="3471473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263A9E40-46C5-6BE2-D5B4-BB158787346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530026" y="3471473"/>
            <a:ext cx="1902993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+11%</a:t>
            </a:r>
          </a:p>
        </p:txBody>
      </p:sp>
      <p:sp>
        <p:nvSpPr>
          <p:cNvPr id="87" name="Текст 39">
            <a:extLst>
              <a:ext uri="{FF2B5EF4-FFF2-40B4-BE49-F238E27FC236}">
                <a16:creationId xmlns:a16="http://schemas.microsoft.com/office/drawing/2014/main" id="{90D07B49-1807-F911-4D5A-C481C4DECC8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03549" y="6374663"/>
            <a:ext cx="1245420" cy="343925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2025 год</a:t>
            </a:r>
          </a:p>
        </p:txBody>
      </p:sp>
      <p:sp>
        <p:nvSpPr>
          <p:cNvPr id="90" name="Текст 39">
            <a:extLst>
              <a:ext uri="{FF2B5EF4-FFF2-40B4-BE49-F238E27FC236}">
                <a16:creationId xmlns:a16="http://schemas.microsoft.com/office/drawing/2014/main" id="{2E9FF644-F78F-2CF0-8D3C-4D068569201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12335" y="6374663"/>
            <a:ext cx="1245420" cy="343925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2025 год</a:t>
            </a:r>
          </a:p>
        </p:txBody>
      </p:sp>
      <p:sp>
        <p:nvSpPr>
          <p:cNvPr id="6" name="Рисунок 16">
            <a:extLst>
              <a:ext uri="{FF2B5EF4-FFF2-40B4-BE49-F238E27FC236}">
                <a16:creationId xmlns:a16="http://schemas.microsoft.com/office/drawing/2014/main" id="{F2D2E075-265E-FA97-6A80-207860EBF217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5534024" y="5463154"/>
            <a:ext cx="342901" cy="35752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66AFD0E1-FF12-EC7D-2C49-8FEC5BCDCFCD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1121163" y="5463154"/>
            <a:ext cx="342901" cy="35752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6">
            <a:extLst>
              <a:ext uri="{FF2B5EF4-FFF2-40B4-BE49-F238E27FC236}">
                <a16:creationId xmlns:a16="http://schemas.microsoft.com/office/drawing/2014/main" id="{008D2FD1-73A5-6AF8-E0D6-E49C0702E952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5529566" y="2757661"/>
            <a:ext cx="342901" cy="357526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16">
            <a:extLst>
              <a:ext uri="{FF2B5EF4-FFF2-40B4-BE49-F238E27FC236}">
                <a16:creationId xmlns:a16="http://schemas.microsoft.com/office/drawing/2014/main" id="{8D95F498-47D8-9BD3-C7BC-4C63EEC21BEA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9665541" y="6403183"/>
            <a:ext cx="288872" cy="301193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2E2FEB9-E615-7559-0F65-A902976C78CA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6945491" y="6403183"/>
            <a:ext cx="288872" cy="301193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Рисунок 20">
            <a:extLst>
              <a:ext uri="{FF2B5EF4-FFF2-40B4-BE49-F238E27FC236}">
                <a16:creationId xmlns:a16="http://schemas.microsoft.com/office/drawing/2014/main" id="{68FA71E7-1BD7-C877-BDD8-2BCDC2476D8C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14149410" y="6679328"/>
            <a:ext cx="28800" cy="177165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9" name="Рисунок 20">
            <a:extLst>
              <a:ext uri="{FF2B5EF4-FFF2-40B4-BE49-F238E27FC236}">
                <a16:creationId xmlns:a16="http://schemas.microsoft.com/office/drawing/2014/main" id="{6DD4E6AE-5A8D-7DD6-440F-B3153A05A689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9037082" y="6993149"/>
            <a:ext cx="21600" cy="1006302"/>
          </a:xfrm>
          <a:solidFill>
            <a:schemeClr val="tx1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Рисунок 20">
            <a:extLst>
              <a:ext uri="{FF2B5EF4-FFF2-40B4-BE49-F238E27FC236}">
                <a16:creationId xmlns:a16="http://schemas.microsoft.com/office/drawing/2014/main" id="{86DEBA17-5E5D-48E4-4B02-76E487A04591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8709100" y="3471473"/>
            <a:ext cx="21600" cy="1006302"/>
          </a:xfrm>
          <a:solidFill>
            <a:schemeClr val="tx1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1" name="Рисунок 20">
            <a:extLst>
              <a:ext uri="{FF2B5EF4-FFF2-40B4-BE49-F238E27FC236}">
                <a16:creationId xmlns:a16="http://schemas.microsoft.com/office/drawing/2014/main" id="{50D0B4E3-9E5F-30E2-BBB3-C8EEFA3373E7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14253841" y="3471473"/>
            <a:ext cx="21600" cy="1006302"/>
          </a:xfrm>
          <a:solidFill>
            <a:schemeClr val="tx1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2" name="Рисунок 20">
            <a:extLst>
              <a:ext uri="{FF2B5EF4-FFF2-40B4-BE49-F238E27FC236}">
                <a16:creationId xmlns:a16="http://schemas.microsoft.com/office/drawing/2014/main" id="{F3C4ECB1-B5F6-2A6B-F37F-D6AD3EF4207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3153126" y="3471473"/>
            <a:ext cx="21600" cy="1006302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291A9DA0-2D77-3C7E-C7DC-948511C17CD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E0B09B9E-F236-7082-400F-99DEF40EA7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A0B70EBE-70C6-86A5-DEA4-4C8D6A6C22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668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17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бло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11">
            <a:extLst>
              <a:ext uri="{FF2B5EF4-FFF2-40B4-BE49-F238E27FC236}">
                <a16:creationId xmlns:a16="http://schemas.microsoft.com/office/drawing/2014/main" id="{B9C6A9E2-A2F1-7270-5578-C0D185A2AF6B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48260" y="2476500"/>
            <a:ext cx="9430718" cy="3138574"/>
          </a:xfrm>
          <a:prstGeom prst="roundRect">
            <a:avLst>
              <a:gd name="adj" fmla="val 1150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1">
            <a:extLst>
              <a:ext uri="{FF2B5EF4-FFF2-40B4-BE49-F238E27FC236}">
                <a16:creationId xmlns:a16="http://schemas.microsoft.com/office/drawing/2014/main" id="{21C789BA-34B4-1355-64DB-9E42A624722D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948260" y="5854182"/>
            <a:ext cx="9430718" cy="3138574"/>
          </a:xfrm>
          <a:prstGeom prst="roundRect">
            <a:avLst>
              <a:gd name="adj" fmla="val 1150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89A227BE-8FEA-91EC-640E-1CCE387CD54B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871882" y="3472957"/>
            <a:ext cx="4015068" cy="1123950"/>
          </a:xfrm>
          <a:prstGeom prst="roundRect">
            <a:avLst>
              <a:gd name="adj" fmla="val 11505"/>
            </a:avLst>
          </a:prstGeom>
          <a:solidFill>
            <a:srgbClr val="00B050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A398ABE2-9C11-D499-9C25-C886BC672628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5871882" y="6850638"/>
            <a:ext cx="4015068" cy="1123950"/>
          </a:xfrm>
          <a:prstGeom prst="roundRect">
            <a:avLst>
              <a:gd name="adj" fmla="val 11505"/>
            </a:avLst>
          </a:prstGeom>
          <a:solidFill>
            <a:srgbClr val="00B050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11">
            <a:extLst>
              <a:ext uri="{FF2B5EF4-FFF2-40B4-BE49-F238E27FC236}">
                <a16:creationId xmlns:a16="http://schemas.microsoft.com/office/drawing/2014/main" id="{16A9F8F9-9C34-43EC-A9F8-7B3EF9A6F332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0607578" y="2476499"/>
            <a:ext cx="6726366" cy="3138573"/>
          </a:xfrm>
          <a:prstGeom prst="roundRect">
            <a:avLst>
              <a:gd name="adj" fmla="val 11505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96F34B83-9E77-8B50-06C5-71A241FDC9A3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0607578" y="5854181"/>
            <a:ext cx="6726366" cy="3138573"/>
          </a:xfrm>
          <a:prstGeom prst="roundRect">
            <a:avLst>
              <a:gd name="adj" fmla="val 11505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F114A16F-8155-6491-1593-52E08A4FBB3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447800" y="6639037"/>
            <a:ext cx="2482867" cy="643326"/>
          </a:xfrm>
        </p:spPr>
        <p:txBody>
          <a:bodyPr anchor="ctr">
            <a:noAutofit/>
          </a:bodyPr>
          <a:lstStyle>
            <a:lvl1pPr>
              <a:defRPr sz="72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9155A9FB-17C1-F919-C5DE-8F6EDB7E407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447800" y="7419574"/>
            <a:ext cx="2482866" cy="66306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B4631006-FC11-3C6D-47B9-606322555AF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052554" y="7068476"/>
            <a:ext cx="364969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r>
              <a:rPr lang="ru-RU" dirty="0"/>
              <a:t> тыс.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4166617F-8F5A-4569-00C8-1BCE41E1F3F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1040035" y="6738351"/>
            <a:ext cx="2482867" cy="643326"/>
          </a:xfrm>
        </p:spPr>
        <p:txBody>
          <a:bodyPr anchor="ctr">
            <a:noAutofit/>
          </a:bodyPr>
          <a:lstStyle>
            <a:lvl1pPr>
              <a:defRPr sz="72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61D61F47-1EDF-ECBC-BA54-65406841348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1040035" y="7518888"/>
            <a:ext cx="2482866" cy="66306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F91AE394-1E6E-2729-692C-3A2F1D730AC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4428694" y="6738351"/>
            <a:ext cx="2482867" cy="643326"/>
          </a:xfrm>
        </p:spPr>
        <p:txBody>
          <a:bodyPr anchor="ctr">
            <a:noAutofit/>
          </a:bodyPr>
          <a:lstStyle>
            <a:lvl1pPr>
              <a:defRPr sz="72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55A0B813-4A6C-FD4A-1D3A-01F55BB7441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4428694" y="7518888"/>
            <a:ext cx="2482866" cy="66306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A9DA6ACB-2174-F0E8-D26E-0E356A7E6C24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447800" y="3268307"/>
            <a:ext cx="2482867" cy="643326"/>
          </a:xfrm>
        </p:spPr>
        <p:txBody>
          <a:bodyPr anchor="ctr">
            <a:noAutofit/>
          </a:bodyPr>
          <a:lstStyle>
            <a:lvl1pPr>
              <a:defRPr sz="72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BB516A3B-6606-7574-382F-78927CB14C3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47800" y="4048844"/>
            <a:ext cx="2482866" cy="66306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770AA70-F1BC-5B38-5493-10021D67E25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052554" y="3697746"/>
            <a:ext cx="364969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r>
              <a:rPr lang="ru-RU" dirty="0"/>
              <a:t> тыс.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F6169280-A404-7A0B-9DF7-CA1B31D0B3B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1040035" y="3367621"/>
            <a:ext cx="2482867" cy="643326"/>
          </a:xfrm>
        </p:spPr>
        <p:txBody>
          <a:bodyPr anchor="ctr">
            <a:noAutofit/>
          </a:bodyPr>
          <a:lstStyle>
            <a:lvl1pPr>
              <a:defRPr sz="72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3" name="Текст 39">
            <a:extLst>
              <a:ext uri="{FF2B5EF4-FFF2-40B4-BE49-F238E27FC236}">
                <a16:creationId xmlns:a16="http://schemas.microsoft.com/office/drawing/2014/main" id="{E4994E91-519B-1DDA-D2C5-1997EE3D589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1040035" y="4148158"/>
            <a:ext cx="2482866" cy="66306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0A454608-1D27-5B30-3D1E-59CE2E775418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5376501" y="4290686"/>
            <a:ext cx="1905825" cy="1905824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20">
            <a:extLst>
              <a:ext uri="{FF2B5EF4-FFF2-40B4-BE49-F238E27FC236}">
                <a16:creationId xmlns:a16="http://schemas.microsoft.com/office/drawing/2014/main" id="{17DA9366-322E-2745-9D59-D4516EA6703D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13970181" y="6534150"/>
            <a:ext cx="28800" cy="1771650"/>
          </a:xfrm>
          <a:solidFill>
            <a:schemeClr val="tx1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BE4485B8-8282-9B6D-1552-C121313C867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36ACEADE-C025-511F-D6CA-DB4CC2F062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9164B33F-7EA4-841E-CA24-E08347A806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7606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блока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B154CC16-B43C-DC88-7343-7A72708B8495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958422" y="2581276"/>
            <a:ext cx="8071277" cy="6324600"/>
          </a:xfrm>
          <a:prstGeom prst="roundRect">
            <a:avLst>
              <a:gd name="adj" fmla="val 5189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7E90EB22-8326-78C8-2CCD-B9A578060E5E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9244007" y="2581276"/>
            <a:ext cx="3919544" cy="6324600"/>
          </a:xfrm>
          <a:prstGeom prst="roundRect">
            <a:avLst>
              <a:gd name="adj" fmla="val 5189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B3796C72-F94F-26FA-DFEA-384BA266CA6F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13480105" y="2581276"/>
            <a:ext cx="3849473" cy="6324600"/>
          </a:xfrm>
          <a:prstGeom prst="roundRect">
            <a:avLst>
              <a:gd name="adj" fmla="val 5189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82F6767E-D00C-064B-447C-F18E0B9763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318307" y="3314550"/>
            <a:ext cx="2526825" cy="59085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</a:t>
            </a:r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722BADC6-8948-44DD-7B76-2A55D280E8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23409" y="3314550"/>
            <a:ext cx="2526825" cy="59085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</a:t>
            </a:r>
          </a:p>
        </p:txBody>
      </p:sp>
      <p:sp>
        <p:nvSpPr>
          <p:cNvPr id="61" name="Текст 39">
            <a:extLst>
              <a:ext uri="{FF2B5EF4-FFF2-40B4-BE49-F238E27FC236}">
                <a16:creationId xmlns:a16="http://schemas.microsoft.com/office/drawing/2014/main" id="{333B57C3-D30F-D747-684C-9F1C25D170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18307" y="5475859"/>
            <a:ext cx="2526825" cy="59085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694C7BE2-3E5F-9382-0058-55FB8D2071B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23409" y="5475859"/>
            <a:ext cx="2526825" cy="59085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</a:t>
            </a:r>
          </a:p>
        </p:txBody>
      </p:sp>
      <p:sp>
        <p:nvSpPr>
          <p:cNvPr id="67" name="Текст 39">
            <a:extLst>
              <a:ext uri="{FF2B5EF4-FFF2-40B4-BE49-F238E27FC236}">
                <a16:creationId xmlns:a16="http://schemas.microsoft.com/office/drawing/2014/main" id="{120BEC4E-FCA2-C146-BDB5-38C0DC3B07C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318307" y="7470914"/>
            <a:ext cx="2526825" cy="59085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38F9F243-71DF-2360-E69F-78E6B423CA0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23409" y="7470914"/>
            <a:ext cx="2526825" cy="59085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</a:t>
            </a:r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010CCE27-4DB9-745A-B7C6-6BDD25A6718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715500" y="4977958"/>
            <a:ext cx="2409206" cy="563399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Показатель в несколько строк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533986F5-11C8-2EE8-3AF8-35FED3235B6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15500" y="4315581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2" name="Текст 39">
            <a:extLst>
              <a:ext uri="{FF2B5EF4-FFF2-40B4-BE49-F238E27FC236}">
                <a16:creationId xmlns:a16="http://schemas.microsoft.com/office/drawing/2014/main" id="{35CF45A7-4368-567D-AEFA-FEAD1B712BE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15500" y="6486124"/>
            <a:ext cx="2409206" cy="563399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Показатель в несколько строк</a:t>
            </a:r>
          </a:p>
        </p:txBody>
      </p:sp>
      <p:sp>
        <p:nvSpPr>
          <p:cNvPr id="73" name="Текст 39">
            <a:extLst>
              <a:ext uri="{FF2B5EF4-FFF2-40B4-BE49-F238E27FC236}">
                <a16:creationId xmlns:a16="http://schemas.microsoft.com/office/drawing/2014/main" id="{1AD04CED-A396-8878-CADC-FF0E48795E2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15500" y="5823747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4" name="Текст 39">
            <a:extLst>
              <a:ext uri="{FF2B5EF4-FFF2-40B4-BE49-F238E27FC236}">
                <a16:creationId xmlns:a16="http://schemas.microsoft.com/office/drawing/2014/main" id="{2188ACEB-EDD3-D55F-4036-D7892EE049B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15500" y="7970539"/>
            <a:ext cx="2409206" cy="563399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Показатель в несколько строк</a:t>
            </a:r>
          </a:p>
        </p:txBody>
      </p:sp>
      <p:sp>
        <p:nvSpPr>
          <p:cNvPr id="75" name="Текст 39">
            <a:extLst>
              <a:ext uri="{FF2B5EF4-FFF2-40B4-BE49-F238E27FC236}">
                <a16:creationId xmlns:a16="http://schemas.microsoft.com/office/drawing/2014/main" id="{315EF9CF-0154-2901-336E-823054E6D7F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15500" y="7308162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6" name="Текст 39">
            <a:extLst>
              <a:ext uri="{FF2B5EF4-FFF2-40B4-BE49-F238E27FC236}">
                <a16:creationId xmlns:a16="http://schemas.microsoft.com/office/drawing/2014/main" id="{33E850C5-D8E7-B75D-EFDF-5350D980986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715499" y="3133725"/>
            <a:ext cx="3028950" cy="906660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81" name="Текст 39">
            <a:extLst>
              <a:ext uri="{FF2B5EF4-FFF2-40B4-BE49-F238E27FC236}">
                <a16:creationId xmlns:a16="http://schemas.microsoft.com/office/drawing/2014/main" id="{46E49832-3C67-BF7E-E727-DE692958A5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3883739" y="4977958"/>
            <a:ext cx="2409206" cy="563399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Показатель в несколько строк</a:t>
            </a:r>
          </a:p>
        </p:txBody>
      </p:sp>
      <p:sp>
        <p:nvSpPr>
          <p:cNvPr id="82" name="Текст 39">
            <a:extLst>
              <a:ext uri="{FF2B5EF4-FFF2-40B4-BE49-F238E27FC236}">
                <a16:creationId xmlns:a16="http://schemas.microsoft.com/office/drawing/2014/main" id="{3461F51F-9A99-2552-87D3-0BA629824C3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883739" y="4315581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83" name="Текст 39">
            <a:extLst>
              <a:ext uri="{FF2B5EF4-FFF2-40B4-BE49-F238E27FC236}">
                <a16:creationId xmlns:a16="http://schemas.microsoft.com/office/drawing/2014/main" id="{B62CD940-C61F-ECFB-7FBE-69842188AA3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3883739" y="6486124"/>
            <a:ext cx="2409206" cy="563399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Показатель в несколько строк</a:t>
            </a:r>
          </a:p>
        </p:txBody>
      </p:sp>
      <p:sp>
        <p:nvSpPr>
          <p:cNvPr id="84" name="Текст 39">
            <a:extLst>
              <a:ext uri="{FF2B5EF4-FFF2-40B4-BE49-F238E27FC236}">
                <a16:creationId xmlns:a16="http://schemas.microsoft.com/office/drawing/2014/main" id="{8545AF44-63E4-5BA5-2B05-133A9979FBD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3883739" y="5823747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909062C0-FA38-3D50-70BE-4B41558E26E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3883739" y="7970539"/>
            <a:ext cx="2409206" cy="563399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Показатель в несколько строк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02B5EBCE-637D-1450-D31E-35071C5A1BC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3883739" y="7308162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87" name="Текст 39">
            <a:extLst>
              <a:ext uri="{FF2B5EF4-FFF2-40B4-BE49-F238E27FC236}">
                <a16:creationId xmlns:a16="http://schemas.microsoft.com/office/drawing/2014/main" id="{E21A7E82-C3C2-C10F-0CD9-AEB0AFA313A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3883738" y="3133725"/>
            <a:ext cx="3028950" cy="906660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6" name="Рисунок 16">
            <a:extLst>
              <a:ext uri="{FF2B5EF4-FFF2-40B4-BE49-F238E27FC236}">
                <a16:creationId xmlns:a16="http://schemas.microsoft.com/office/drawing/2014/main" id="{A10512C1-6B32-283E-86B7-6B39939B03C2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447801" y="5403446"/>
            <a:ext cx="685800" cy="685800"/>
          </a:xfrm>
          <a:noFill/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6">
            <a:extLst>
              <a:ext uri="{FF2B5EF4-FFF2-40B4-BE49-F238E27FC236}">
                <a16:creationId xmlns:a16="http://schemas.microsoft.com/office/drawing/2014/main" id="{FEED9065-5690-5232-2037-369ABEDCB540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5165957" y="5403446"/>
            <a:ext cx="685800" cy="685800"/>
          </a:xfrm>
          <a:noFill/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6">
            <a:extLst>
              <a:ext uri="{FF2B5EF4-FFF2-40B4-BE49-F238E27FC236}">
                <a16:creationId xmlns:a16="http://schemas.microsoft.com/office/drawing/2014/main" id="{38E722B2-05CB-0F65-9DCC-42FA6A5B6E87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1447801" y="7423438"/>
            <a:ext cx="685800" cy="685800"/>
          </a:xfrm>
          <a:noFill/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01037C3C-B71B-50FB-64A6-5F8BBBBD2A11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5165957" y="7423438"/>
            <a:ext cx="685800" cy="685800"/>
          </a:xfrm>
          <a:noFill/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6">
            <a:extLst>
              <a:ext uri="{FF2B5EF4-FFF2-40B4-BE49-F238E27FC236}">
                <a16:creationId xmlns:a16="http://schemas.microsoft.com/office/drawing/2014/main" id="{F8874C58-6D79-C559-7CAE-BA9E59829F64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1447801" y="3273563"/>
            <a:ext cx="685800" cy="685800"/>
          </a:xfrm>
          <a:noFill/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8" name="Рисунок 16">
            <a:extLst>
              <a:ext uri="{FF2B5EF4-FFF2-40B4-BE49-F238E27FC236}">
                <a16:creationId xmlns:a16="http://schemas.microsoft.com/office/drawing/2014/main" id="{DDAB9918-D642-2F24-8EE7-E3D946270F1B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5165957" y="3273563"/>
            <a:ext cx="685800" cy="685800"/>
          </a:xfrm>
          <a:noFill/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0034D6BB-FA25-EFB8-0139-312FF4779938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1447800" y="4603143"/>
            <a:ext cx="704850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2" name="Рисунок 20">
            <a:extLst>
              <a:ext uri="{FF2B5EF4-FFF2-40B4-BE49-F238E27FC236}">
                <a16:creationId xmlns:a16="http://schemas.microsoft.com/office/drawing/2014/main" id="{97F1AE2A-33C8-00E3-6527-B88A50E47209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1447800" y="6738342"/>
            <a:ext cx="704850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3" name="Рисунок 20">
            <a:extLst>
              <a:ext uri="{FF2B5EF4-FFF2-40B4-BE49-F238E27FC236}">
                <a16:creationId xmlns:a16="http://schemas.microsoft.com/office/drawing/2014/main" id="{A461A914-0A96-83ED-6AD2-14C604BB0953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9715499" y="4151587"/>
            <a:ext cx="302895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Рисунок 20">
            <a:extLst>
              <a:ext uri="{FF2B5EF4-FFF2-40B4-BE49-F238E27FC236}">
                <a16:creationId xmlns:a16="http://schemas.microsoft.com/office/drawing/2014/main" id="{CD68FF59-A435-519A-56A9-2639E6A4F4BC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9715499" y="5664298"/>
            <a:ext cx="302895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5" name="Рисунок 20">
            <a:extLst>
              <a:ext uri="{FF2B5EF4-FFF2-40B4-BE49-F238E27FC236}">
                <a16:creationId xmlns:a16="http://schemas.microsoft.com/office/drawing/2014/main" id="{305222EF-97E5-1FE3-973E-DB3F7BDC635A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9715499" y="7188298"/>
            <a:ext cx="302895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6" name="Рисунок 20">
            <a:extLst>
              <a:ext uri="{FF2B5EF4-FFF2-40B4-BE49-F238E27FC236}">
                <a16:creationId xmlns:a16="http://schemas.microsoft.com/office/drawing/2014/main" id="{9C9AAE53-F43A-553F-3241-99556C2B4A85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13847232" y="4151587"/>
            <a:ext cx="302895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7" name="Рисунок 20">
            <a:extLst>
              <a:ext uri="{FF2B5EF4-FFF2-40B4-BE49-F238E27FC236}">
                <a16:creationId xmlns:a16="http://schemas.microsoft.com/office/drawing/2014/main" id="{1EE40225-2B54-50B0-9C9E-E0856E575CF5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13847232" y="5664298"/>
            <a:ext cx="302895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Рисунок 20">
            <a:extLst>
              <a:ext uri="{FF2B5EF4-FFF2-40B4-BE49-F238E27FC236}">
                <a16:creationId xmlns:a16="http://schemas.microsoft.com/office/drawing/2014/main" id="{A3324564-E923-B7ED-8423-571D43134A3E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13847232" y="7188298"/>
            <a:ext cx="302895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128253AA-C933-FD72-DA1D-523C200889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5F881BF7-2E12-77B3-0F98-743EED1158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7A1B2CF0-C0C6-F2D0-DBF0-189F41280F1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6455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" descr="preencoded.png">
            <a:extLst>
              <a:ext uri="{FF2B5EF4-FFF2-40B4-BE49-F238E27FC236}">
                <a16:creationId xmlns:a16="http://schemas.microsoft.com/office/drawing/2014/main" id="{ED855917-5E3F-6DDE-3C2C-5BB1D56888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5849600" y="762000"/>
            <a:ext cx="1485900" cy="571500"/>
          </a:xfrm>
          <a:prstGeom prst="rect">
            <a:avLst/>
          </a:prstGeom>
        </p:spPr>
      </p:pic>
      <p:sp>
        <p:nvSpPr>
          <p:cNvPr id="7" name="Рисунок 19">
            <a:extLst>
              <a:ext uri="{FF2B5EF4-FFF2-40B4-BE49-F238E27FC236}">
                <a16:creationId xmlns:a16="http://schemas.microsoft.com/office/drawing/2014/main" id="{767C170C-72EA-756E-E530-F97CAADDC3E8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006192"/>
            <a:ext cx="7734301" cy="5926526"/>
          </a:xfrm>
          <a:prstGeom prst="roundRect">
            <a:avLst>
              <a:gd name="adj" fmla="val 6668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9">
            <a:extLst>
              <a:ext uri="{FF2B5EF4-FFF2-40B4-BE49-F238E27FC236}">
                <a16:creationId xmlns:a16="http://schemas.microsoft.com/office/drawing/2014/main" id="{74C86196-9D32-9CB9-EC95-1B97FF22E58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9618647" y="2006192"/>
            <a:ext cx="7734300" cy="5926526"/>
          </a:xfrm>
          <a:prstGeom prst="roundRect">
            <a:avLst>
              <a:gd name="adj" fmla="val 6311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508EBBE0-C063-0FC9-150A-BFB51704422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52500" y="8094981"/>
            <a:ext cx="766020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19744F5A-8B32-482D-6A34-D39E724A218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52500" y="8451453"/>
            <a:ext cx="766020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49A39391-7402-B300-8EC0-A61FC46A7978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692741" y="8094981"/>
            <a:ext cx="766020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0CF4B110-2C14-FA68-6EE8-06A0EBEF8AB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9692741" y="8451453"/>
            <a:ext cx="766020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0ECFD83E-C2C3-119F-6D56-5EA32984DB6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479318" y="762000"/>
            <a:ext cx="1485900" cy="571500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9A9FE51D-5140-4678-A72B-7B3AF6AF26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164459" y="762000"/>
            <a:ext cx="1485900" cy="571500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2462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" descr="preencoded.png">
            <a:extLst>
              <a:ext uri="{FF2B5EF4-FFF2-40B4-BE49-F238E27FC236}">
                <a16:creationId xmlns:a16="http://schemas.microsoft.com/office/drawing/2014/main" id="{ED855917-5E3F-6DDE-3C2C-5BB1D56888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5849600" y="762000"/>
            <a:ext cx="1485900" cy="571500"/>
          </a:xfrm>
          <a:prstGeom prst="rect">
            <a:avLst/>
          </a:prstGeom>
        </p:spPr>
      </p:pic>
      <p:sp>
        <p:nvSpPr>
          <p:cNvPr id="7" name="Рисунок 19">
            <a:extLst>
              <a:ext uri="{FF2B5EF4-FFF2-40B4-BE49-F238E27FC236}">
                <a16:creationId xmlns:a16="http://schemas.microsoft.com/office/drawing/2014/main" id="{767C170C-72EA-756E-E530-F97CAADDC3E8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006192"/>
            <a:ext cx="5225879" cy="5926526"/>
          </a:xfrm>
          <a:prstGeom prst="roundRect">
            <a:avLst>
              <a:gd name="adj" fmla="val 6668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9">
            <a:extLst>
              <a:ext uri="{FF2B5EF4-FFF2-40B4-BE49-F238E27FC236}">
                <a16:creationId xmlns:a16="http://schemas.microsoft.com/office/drawing/2014/main" id="{74C86196-9D32-9CB9-EC95-1B97FF22E58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531061" y="2006192"/>
            <a:ext cx="5225878" cy="5926526"/>
          </a:xfrm>
          <a:prstGeom prst="roundRect">
            <a:avLst>
              <a:gd name="adj" fmla="val 6311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9">
            <a:extLst>
              <a:ext uri="{FF2B5EF4-FFF2-40B4-BE49-F238E27FC236}">
                <a16:creationId xmlns:a16="http://schemas.microsoft.com/office/drawing/2014/main" id="{A9CA2622-8B14-8D0C-1164-1DB326C986FB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2123010" y="2006192"/>
            <a:ext cx="5225877" cy="5926526"/>
          </a:xfrm>
          <a:prstGeom prst="roundRect">
            <a:avLst>
              <a:gd name="adj" fmla="val 5954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508EBBE0-C063-0FC9-150A-BFB51704422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52500" y="8094981"/>
            <a:ext cx="510391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19744F5A-8B32-482D-6A34-D39E724A218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52500" y="8451453"/>
            <a:ext cx="510391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49A39391-7402-B300-8EC0-A61FC46A7978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605155" y="8094981"/>
            <a:ext cx="510391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0CF4B110-2C14-FA68-6EE8-06A0EBEF8AB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605155" y="8451453"/>
            <a:ext cx="510391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5E4D41ED-B726-8352-263C-7188433C147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186556" y="8094981"/>
            <a:ext cx="510391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CEF3B216-E2C3-0F8C-BA7D-B902FA9D3CDF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186556" y="8451453"/>
            <a:ext cx="510391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0ECFD83E-C2C3-119F-6D56-5EA32984DB6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479318" y="762000"/>
            <a:ext cx="1485900" cy="571500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9A9FE51D-5140-4678-A72B-7B3AF6AF26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164459" y="762000"/>
            <a:ext cx="1485900" cy="571500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8884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9">
            <a:extLst>
              <a:ext uri="{FF2B5EF4-FFF2-40B4-BE49-F238E27FC236}">
                <a16:creationId xmlns:a16="http://schemas.microsoft.com/office/drawing/2014/main" id="{767C170C-72EA-756E-E530-F97CAADDC3E8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500" y="2077442"/>
            <a:ext cx="3592482" cy="5225881"/>
          </a:xfrm>
          <a:prstGeom prst="roundRect">
            <a:avLst>
              <a:gd name="adj" fmla="val 7317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508EBBE0-C063-0FC9-150A-BFB51704422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52499" y="7396469"/>
            <a:ext cx="3490557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19744F5A-8B32-482D-6A34-D39E724A218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52499" y="7752941"/>
            <a:ext cx="3490557" cy="1488194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3" name="Рисунок 19">
            <a:extLst>
              <a:ext uri="{FF2B5EF4-FFF2-40B4-BE49-F238E27FC236}">
                <a16:creationId xmlns:a16="http://schemas.microsoft.com/office/drawing/2014/main" id="{F6155EC5-0B9C-1102-D97F-59B9639218D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230097" y="2077442"/>
            <a:ext cx="3592482" cy="5225881"/>
          </a:xfrm>
          <a:prstGeom prst="roundRect">
            <a:avLst>
              <a:gd name="adj" fmla="val 5759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2EEEC783-3ABB-E6BD-F4EA-FF89F18DF9D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230096" y="7396469"/>
            <a:ext cx="3490557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FD142524-378A-692B-7374-018DD9C7D8E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230096" y="7752941"/>
            <a:ext cx="3490557" cy="1488194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3" name="Рисунок 19">
            <a:extLst>
              <a:ext uri="{FF2B5EF4-FFF2-40B4-BE49-F238E27FC236}">
                <a16:creationId xmlns:a16="http://schemas.microsoft.com/office/drawing/2014/main" id="{223D49C8-9DF4-D4A4-9272-BC2930C030DE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9465422" y="2077442"/>
            <a:ext cx="3592482" cy="5225881"/>
          </a:xfrm>
          <a:prstGeom prst="roundRect">
            <a:avLst>
              <a:gd name="adj" fmla="val 472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A1DFD8F0-2330-F17F-BF80-B7064B44199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465421" y="7396469"/>
            <a:ext cx="3490557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08F1873A-A0CD-4A08-AA00-A82FE759F421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465421" y="7752941"/>
            <a:ext cx="3490557" cy="1488194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8" name="Рисунок 19">
            <a:extLst>
              <a:ext uri="{FF2B5EF4-FFF2-40B4-BE49-F238E27FC236}">
                <a16:creationId xmlns:a16="http://schemas.microsoft.com/office/drawing/2014/main" id="{981E672A-8A25-93C0-35A1-F26FB0B96F6A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3743018" y="2077442"/>
            <a:ext cx="3592482" cy="5225881"/>
          </a:xfrm>
          <a:prstGeom prst="roundRect">
            <a:avLst>
              <a:gd name="adj" fmla="val 7317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8473FD56-677D-95FE-3B3E-2E9DFE18C05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3743017" y="7396469"/>
            <a:ext cx="3490557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C4B68A3F-4E1C-5F8B-E37E-CB6C80E1713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3743017" y="7752941"/>
            <a:ext cx="3490557" cy="1488194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8F1AC13F-D76D-96CA-F603-8EED49210DC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FE49109F-CC13-4B0E-6F0B-09B1BF330B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98E01FB0-21F2-7861-BDE6-31A648EB78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4462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фото и белые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9">
            <a:extLst>
              <a:ext uri="{FF2B5EF4-FFF2-40B4-BE49-F238E27FC236}">
                <a16:creationId xmlns:a16="http://schemas.microsoft.com/office/drawing/2014/main" id="{767C170C-72EA-756E-E530-F97CAADDC3E8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006191"/>
            <a:ext cx="5225879" cy="7518809"/>
          </a:xfrm>
          <a:prstGeom prst="roundRect">
            <a:avLst>
              <a:gd name="adj" fmla="val 7025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9">
            <a:extLst>
              <a:ext uri="{FF2B5EF4-FFF2-40B4-BE49-F238E27FC236}">
                <a16:creationId xmlns:a16="http://schemas.microsoft.com/office/drawing/2014/main" id="{74C86196-9D32-9CB9-EC95-1B97FF22E58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531061" y="2006192"/>
            <a:ext cx="5225878" cy="7457192"/>
          </a:xfrm>
          <a:prstGeom prst="roundRect">
            <a:avLst>
              <a:gd name="adj" fmla="val 7025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9">
            <a:extLst>
              <a:ext uri="{FF2B5EF4-FFF2-40B4-BE49-F238E27FC236}">
                <a16:creationId xmlns:a16="http://schemas.microsoft.com/office/drawing/2014/main" id="{A9CA2622-8B14-8D0C-1164-1DB326C986FB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2123010" y="2006192"/>
            <a:ext cx="5225877" cy="7457192"/>
          </a:xfrm>
          <a:prstGeom prst="roundRect">
            <a:avLst>
              <a:gd name="adj" fmla="val 8454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8" name="Рисунок 11">
            <a:extLst>
              <a:ext uri="{FF2B5EF4-FFF2-40B4-BE49-F238E27FC236}">
                <a16:creationId xmlns:a16="http://schemas.microsoft.com/office/drawing/2014/main" id="{B7F92134-204A-D6DF-2306-9F79606600C1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1160273" y="7340169"/>
            <a:ext cx="4788756" cy="1986679"/>
          </a:xfrm>
          <a:prstGeom prst="roundRect">
            <a:avLst>
              <a:gd name="adj" fmla="val 1364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9" name="Рисунок 11">
            <a:extLst>
              <a:ext uri="{FF2B5EF4-FFF2-40B4-BE49-F238E27FC236}">
                <a16:creationId xmlns:a16="http://schemas.microsoft.com/office/drawing/2014/main" id="{E38B72AC-7E58-953D-643D-1641B0B98B41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6758640" y="7340169"/>
            <a:ext cx="4788756" cy="1986679"/>
          </a:xfrm>
          <a:prstGeom prst="roundRect">
            <a:avLst>
              <a:gd name="adj" fmla="val 1364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0" name="Рисунок 11">
            <a:extLst>
              <a:ext uri="{FF2B5EF4-FFF2-40B4-BE49-F238E27FC236}">
                <a16:creationId xmlns:a16="http://schemas.microsoft.com/office/drawing/2014/main" id="{D936C2D2-9021-E1DA-0C49-63E4C74A73F5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12338346" y="7340169"/>
            <a:ext cx="4788756" cy="1986679"/>
          </a:xfrm>
          <a:prstGeom prst="roundRect">
            <a:avLst>
              <a:gd name="adj" fmla="val 1364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508EBBE0-C063-0FC9-150A-BFB51704422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383726" y="7586071"/>
            <a:ext cx="4328305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19744F5A-8B32-482D-6A34-D39E724A218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383726" y="7942543"/>
            <a:ext cx="4328305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D34C0E75-F9C8-EFA3-0C13-5BEB04D302C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018147" y="7586071"/>
            <a:ext cx="4328305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049ABB4-F1A9-12EC-130A-7A3AC9453CB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018147" y="7942543"/>
            <a:ext cx="4328305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A613AFCD-B8EA-7952-82F2-B1CBCB3042DE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575798" y="7586071"/>
            <a:ext cx="4328305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7120E521-D8A7-5E23-59ED-9FD5BDF6AC28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575798" y="7942543"/>
            <a:ext cx="4328305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10" name="Рисунок 3">
            <a:extLst>
              <a:ext uri="{FF2B5EF4-FFF2-40B4-BE49-F238E27FC236}">
                <a16:creationId xmlns:a16="http://schemas.microsoft.com/office/drawing/2014/main" id="{BA9730FF-8C27-2860-5446-CCF5E9773A8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7D54F810-4885-78CA-4854-F7DCFC7DFE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E69FD028-674F-2B80-6737-27F00A40A9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413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фото и красные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8" name="Рисунок 19">
            <a:extLst>
              <a:ext uri="{FF2B5EF4-FFF2-40B4-BE49-F238E27FC236}">
                <a16:creationId xmlns:a16="http://schemas.microsoft.com/office/drawing/2014/main" id="{E1EAFA1E-5FE5-2F05-284D-05169060F896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006191"/>
            <a:ext cx="5225879" cy="7518809"/>
          </a:xfrm>
          <a:prstGeom prst="roundRect">
            <a:avLst>
              <a:gd name="adj" fmla="val 7025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9" name="Рисунок 19">
            <a:extLst>
              <a:ext uri="{FF2B5EF4-FFF2-40B4-BE49-F238E27FC236}">
                <a16:creationId xmlns:a16="http://schemas.microsoft.com/office/drawing/2014/main" id="{040CA95E-276B-A175-3C3D-17731A3F0B60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531061" y="2006192"/>
            <a:ext cx="5225878" cy="7457192"/>
          </a:xfrm>
          <a:prstGeom prst="roundRect">
            <a:avLst>
              <a:gd name="adj" fmla="val 7025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6FB94E98-8A2E-482C-0008-928D97ADEFF7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2123010" y="2006192"/>
            <a:ext cx="5225877" cy="7457192"/>
          </a:xfrm>
          <a:prstGeom prst="roundRect">
            <a:avLst>
              <a:gd name="adj" fmla="val 8454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1" name="Рисунок 11">
            <a:extLst>
              <a:ext uri="{FF2B5EF4-FFF2-40B4-BE49-F238E27FC236}">
                <a16:creationId xmlns:a16="http://schemas.microsoft.com/office/drawing/2014/main" id="{58A33629-006C-9C89-1FA1-A654032FBCC6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1160273" y="7340169"/>
            <a:ext cx="4788756" cy="1986679"/>
          </a:xfrm>
          <a:prstGeom prst="roundRect">
            <a:avLst>
              <a:gd name="adj" fmla="val 13643"/>
            </a:avLst>
          </a:prstGeom>
          <a:solidFill>
            <a:srgbClr val="EA0B4C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5" name="Рисунок 11">
            <a:extLst>
              <a:ext uri="{FF2B5EF4-FFF2-40B4-BE49-F238E27FC236}">
                <a16:creationId xmlns:a16="http://schemas.microsoft.com/office/drawing/2014/main" id="{D3B117A9-E718-59B8-50E7-5D0EC8A9D48B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6758640" y="7340169"/>
            <a:ext cx="4788756" cy="1986679"/>
          </a:xfrm>
          <a:prstGeom prst="roundRect">
            <a:avLst>
              <a:gd name="adj" fmla="val 13643"/>
            </a:avLst>
          </a:prstGeom>
          <a:solidFill>
            <a:srgbClr val="EA0B4C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6" name="Рисунок 11">
            <a:extLst>
              <a:ext uri="{FF2B5EF4-FFF2-40B4-BE49-F238E27FC236}">
                <a16:creationId xmlns:a16="http://schemas.microsoft.com/office/drawing/2014/main" id="{C2525BDA-4711-8A38-E9AA-52A9833988F9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12338346" y="7340169"/>
            <a:ext cx="4788756" cy="1986679"/>
          </a:xfrm>
          <a:prstGeom prst="roundRect">
            <a:avLst>
              <a:gd name="adj" fmla="val 13643"/>
            </a:avLst>
          </a:prstGeom>
          <a:solidFill>
            <a:srgbClr val="EA0B4C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6903C977-6253-74F8-B758-BF4FD7A25CA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383726" y="7586071"/>
            <a:ext cx="4328305" cy="300408"/>
          </a:xfrm>
        </p:spPr>
        <p:txBody>
          <a:bodyPr anchor="ctr">
            <a:noAutofit/>
          </a:bodyPr>
          <a:lstStyle>
            <a:lvl1pPr algn="l"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AFDA227A-396A-70C1-1BAF-3B6A1D63CE1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383726" y="7942543"/>
            <a:ext cx="4328305" cy="1011931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1885BBBA-A02A-AA42-96C3-8335F297DA4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018147" y="7586071"/>
            <a:ext cx="4328305" cy="300408"/>
          </a:xfrm>
        </p:spPr>
        <p:txBody>
          <a:bodyPr anchor="ctr">
            <a:noAutofit/>
          </a:bodyPr>
          <a:lstStyle>
            <a:lvl1pPr algn="l"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85F6FB32-CE77-7AE2-B628-1C407D9F793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018147" y="7942543"/>
            <a:ext cx="4328305" cy="1011931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6DF2AD45-BA7E-A516-2294-CFF0BC1E9E6C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575798" y="7586071"/>
            <a:ext cx="4328305" cy="300408"/>
          </a:xfrm>
        </p:spPr>
        <p:txBody>
          <a:bodyPr anchor="ctr">
            <a:noAutofit/>
          </a:bodyPr>
          <a:lstStyle>
            <a:lvl1pPr algn="l"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48DD1AA8-CB59-DF9F-08E7-4D857EA48B6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575798" y="7942543"/>
            <a:ext cx="4328305" cy="1011931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CB4EC83C-2D80-87F6-338C-CBA845F953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B76C9983-735F-3424-1A7B-68C802AEF9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AD3AD925-745D-1BB4-990D-F8F5B83CE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553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фото и 2 красных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0715A366-883E-9BEC-14EC-990FD5085338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395855" y="6413155"/>
            <a:ext cx="3902033" cy="2711793"/>
          </a:xfrm>
          <a:prstGeom prst="roundRect">
            <a:avLst>
              <a:gd name="adj" fmla="val 11553"/>
            </a:avLst>
          </a:prstGeom>
          <a:solidFill>
            <a:srgbClr val="EA0B4C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40B73AD1-570C-D24B-121E-580339897E1E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13426679" y="6413155"/>
            <a:ext cx="3902033" cy="2711793"/>
          </a:xfrm>
          <a:prstGeom prst="roundRect">
            <a:avLst>
              <a:gd name="adj" fmla="val 11553"/>
            </a:avLst>
          </a:prstGeom>
          <a:solidFill>
            <a:srgbClr val="EA0B4C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0" name="Рисунок 19">
            <a:extLst>
              <a:ext uri="{FF2B5EF4-FFF2-40B4-BE49-F238E27FC236}">
                <a16:creationId xmlns:a16="http://schemas.microsoft.com/office/drawing/2014/main" id="{406BD1FD-0EEA-0CC4-796D-351CF6515C2E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395856" y="1856350"/>
            <a:ext cx="7934325" cy="4344425"/>
          </a:xfrm>
          <a:prstGeom prst="roundRect">
            <a:avLst>
              <a:gd name="adj" fmla="val 5069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3903911"/>
            <a:ext cx="7515288" cy="1133061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8" name="Текст 39">
            <a:extLst>
              <a:ext uri="{FF2B5EF4-FFF2-40B4-BE49-F238E27FC236}">
                <a16:creationId xmlns:a16="http://schemas.microsoft.com/office/drawing/2014/main" id="{AB4A1367-3CE6-67F7-D443-3C97FCD1E3A3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915493" y="5252007"/>
            <a:ext cx="7552295" cy="2352725"/>
          </a:xfrm>
        </p:spPr>
        <p:txBody>
          <a:bodyPr>
            <a:noAutofit/>
          </a:bodyPr>
          <a:lstStyle>
            <a:lvl1pPr algn="l"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 Разместите свой текст тут. Текст может быть в несколько строк Разместите свой текст тут. Текст может быть в несколько строк Разместите свой текст тут</a:t>
            </a:r>
          </a:p>
        </p:txBody>
      </p:sp>
      <p:sp>
        <p:nvSpPr>
          <p:cNvPr id="43" name="Текст 39">
            <a:extLst>
              <a:ext uri="{FF2B5EF4-FFF2-40B4-BE49-F238E27FC236}">
                <a16:creationId xmlns:a16="http://schemas.microsoft.com/office/drawing/2014/main" id="{D3239833-340D-CF6B-6A3A-7FDB22E978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3799133" y="8086725"/>
            <a:ext cx="3135079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4" name="Текст 39">
            <a:extLst>
              <a:ext uri="{FF2B5EF4-FFF2-40B4-BE49-F238E27FC236}">
                <a16:creationId xmlns:a16="http://schemas.microsoft.com/office/drawing/2014/main" id="{F1915B14-358E-2BE7-4ED7-9496556BBE3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3799134" y="7214800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C1487CAE-F40C-5324-F843-70E19F36A78A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9761523" y="8086725"/>
            <a:ext cx="3135079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7" name="Текст 39">
            <a:extLst>
              <a:ext uri="{FF2B5EF4-FFF2-40B4-BE49-F238E27FC236}">
                <a16:creationId xmlns:a16="http://schemas.microsoft.com/office/drawing/2014/main" id="{830D01EE-3171-400A-0EC2-F43FC90DF511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761524" y="7214800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7F29C629-1FCF-9A87-9BA7-DB9E642A30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962079" y="6594986"/>
            <a:ext cx="1086655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Новое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D9919DDC-2E63-9AF0-832F-E6E2E5BBD23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680D7B2A-0B53-F659-0457-7368247BF2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A196C80F-4722-4F8A-3DF0-EA7D583EA5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25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фото и 2 серых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9">
            <a:extLst>
              <a:ext uri="{FF2B5EF4-FFF2-40B4-BE49-F238E27FC236}">
                <a16:creationId xmlns:a16="http://schemas.microsoft.com/office/drawing/2014/main" id="{3EE6CFB9-C7CD-DA57-9CBA-BB637055CD05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260601"/>
            <a:ext cx="10972799" cy="3473450"/>
          </a:xfrm>
          <a:prstGeom prst="roundRect">
            <a:avLst>
              <a:gd name="adj" fmla="val 7317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9">
            <a:extLst>
              <a:ext uri="{FF2B5EF4-FFF2-40B4-BE49-F238E27FC236}">
                <a16:creationId xmlns:a16="http://schemas.microsoft.com/office/drawing/2014/main" id="{8F6C7CD3-D9D5-A408-9AB6-7C26806CBD1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952499" y="6036734"/>
            <a:ext cx="10972799" cy="3426650"/>
          </a:xfrm>
          <a:prstGeom prst="roundRect">
            <a:avLst>
              <a:gd name="adj" fmla="val 7317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9">
            <a:extLst>
              <a:ext uri="{FF2B5EF4-FFF2-40B4-BE49-F238E27FC236}">
                <a16:creationId xmlns:a16="http://schemas.microsoft.com/office/drawing/2014/main" id="{A9CA2622-8B14-8D0C-1164-1DB326C986FB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2123010" y="2260600"/>
            <a:ext cx="5225877" cy="7202784"/>
          </a:xfrm>
          <a:prstGeom prst="roundRect">
            <a:avLst>
              <a:gd name="adj" fmla="val 5002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1FB3BFEE-DCD1-2DCC-6F1A-A8B7FF3B1E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543" y="3023179"/>
            <a:ext cx="3242957" cy="24505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01918D90-353C-B392-0A3B-DA77823563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06210" y="3023179"/>
            <a:ext cx="3242957" cy="24505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FF241AFD-1B84-B6EE-08A9-4EF1D26EFE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5542" y="2569070"/>
            <a:ext cx="103676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AC3D7923-7DC3-758C-3C7E-1C042D7D01D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78233" y="3023179"/>
            <a:ext cx="3454966" cy="24505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0D1BB6DC-078A-55AD-FE97-60BF3748E53C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265543" y="7858843"/>
            <a:ext cx="3242957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4D8F130F-8E4B-B7E2-98FD-FED99ADABEA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706210" y="7858843"/>
            <a:ext cx="3242957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1F0EBD8D-6D29-2998-22F6-E0AB1803AA59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65542" y="6328270"/>
            <a:ext cx="103676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3C550886-0161-04CA-E93C-E334707D66D1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8178233" y="7858843"/>
            <a:ext cx="3454966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0E0F4663-1840-35A4-2F00-0ACFE39DF06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265543" y="6766643"/>
            <a:ext cx="10367656" cy="343925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одну строку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3B56E317-ECF8-F20C-DFE2-F50B2B0638B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265543" y="7420470"/>
            <a:ext cx="3242958" cy="343925"/>
          </a:xfrm>
        </p:spPr>
        <p:txBody>
          <a:bodyPr anchor="ctr">
            <a:noAutofit/>
          </a:bodyPr>
          <a:lstStyle>
            <a:lvl1pPr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383FA0B6-5F7A-B4C8-AC75-08773E6A801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707243" y="7420470"/>
            <a:ext cx="3242958" cy="343925"/>
          </a:xfrm>
        </p:spPr>
        <p:txBody>
          <a:bodyPr anchor="ctr">
            <a:noAutofit/>
          </a:bodyPr>
          <a:lstStyle>
            <a:lvl1pPr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E7C2B6A2-3505-97A0-9320-4AAD8B412F45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174343" y="7420470"/>
            <a:ext cx="3454966" cy="343925"/>
          </a:xfrm>
        </p:spPr>
        <p:txBody>
          <a:bodyPr anchor="ctr">
            <a:noAutofit/>
          </a:bodyPr>
          <a:lstStyle>
            <a:lvl1pPr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Рисунок 20">
            <a:extLst>
              <a:ext uri="{FF2B5EF4-FFF2-40B4-BE49-F238E27FC236}">
                <a16:creationId xmlns:a16="http://schemas.microsoft.com/office/drawing/2014/main" id="{0BB7C602-CE8C-5ADA-BC0D-CA303174A69E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1265541" y="7256519"/>
            <a:ext cx="10363767" cy="18000"/>
          </a:xfrm>
          <a:solidFill>
            <a:srgbClr val="EA0B4C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D1A72BB2-07A9-D943-E5BE-49989CE6F2C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476944AD-02B0-97A9-8BF6-B05D261CB4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2F4AE597-87E4-8035-6573-43A41E9D74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9500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фото и 2 серых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19">
            <a:extLst>
              <a:ext uri="{FF2B5EF4-FFF2-40B4-BE49-F238E27FC236}">
                <a16:creationId xmlns:a16="http://schemas.microsoft.com/office/drawing/2014/main" id="{16A10ABD-39D7-6F95-7DF0-98664C09B96C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260601"/>
            <a:ext cx="10972799" cy="3485910"/>
          </a:xfrm>
          <a:prstGeom prst="roundRect">
            <a:avLst>
              <a:gd name="adj" fmla="val 7317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9">
            <a:extLst>
              <a:ext uri="{FF2B5EF4-FFF2-40B4-BE49-F238E27FC236}">
                <a16:creationId xmlns:a16="http://schemas.microsoft.com/office/drawing/2014/main" id="{1E7BD296-8939-9D9A-20D7-8F568F8F475A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12154365" y="2260601"/>
            <a:ext cx="5133672" cy="3485910"/>
          </a:xfrm>
          <a:prstGeom prst="roundRect">
            <a:avLst>
              <a:gd name="adj" fmla="val 7317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9">
            <a:extLst>
              <a:ext uri="{FF2B5EF4-FFF2-40B4-BE49-F238E27FC236}">
                <a16:creationId xmlns:a16="http://schemas.microsoft.com/office/drawing/2014/main" id="{7CD7C921-BA79-B119-6749-279582DEFE10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952500" y="5985934"/>
            <a:ext cx="5069410" cy="3576015"/>
          </a:xfrm>
          <a:prstGeom prst="roundRect">
            <a:avLst>
              <a:gd name="adj" fmla="val 7317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9">
            <a:extLst>
              <a:ext uri="{FF2B5EF4-FFF2-40B4-BE49-F238E27FC236}">
                <a16:creationId xmlns:a16="http://schemas.microsoft.com/office/drawing/2014/main" id="{153E41F5-1DC3-9C75-ED0E-DA5BA6A77399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6371167" y="5985934"/>
            <a:ext cx="10896852" cy="3576015"/>
          </a:xfrm>
          <a:prstGeom prst="roundRect">
            <a:avLst>
              <a:gd name="adj" fmla="val 7317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1FB3BFEE-DCD1-2DCC-6F1A-A8B7FF3B1E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543" y="3023179"/>
            <a:ext cx="3242957" cy="24505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01918D90-353C-B392-0A3B-DA77823563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06210" y="3023179"/>
            <a:ext cx="3242957" cy="24505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FF241AFD-1B84-B6EE-08A9-4EF1D26EFE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5542" y="2569070"/>
            <a:ext cx="103676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AC3D7923-7DC3-758C-3C7E-1C042D7D01D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78233" y="3023179"/>
            <a:ext cx="3454966" cy="24505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0D1BB6DC-078A-55AD-FE97-60BF3748E53C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630943" y="7858843"/>
            <a:ext cx="3242957" cy="1316685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4D8F130F-8E4B-B7E2-98FD-FED99ADABEA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0071610" y="7858843"/>
            <a:ext cx="3242957" cy="1316685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1F0EBD8D-6D29-2998-22F6-E0AB1803AA59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630942" y="6328270"/>
            <a:ext cx="103676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3C550886-0161-04CA-E93C-E334707D66D1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3543633" y="7858843"/>
            <a:ext cx="3454966" cy="1316685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0E0F4663-1840-35A4-2F00-0ACFE39DF06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6630943" y="6766643"/>
            <a:ext cx="10367656" cy="343925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одну строку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3B56E317-ECF8-F20C-DFE2-F50B2B0638B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6630943" y="7420470"/>
            <a:ext cx="3242958" cy="343925"/>
          </a:xfrm>
        </p:spPr>
        <p:txBody>
          <a:bodyPr anchor="ctr">
            <a:noAutofit/>
          </a:bodyPr>
          <a:lstStyle>
            <a:lvl1pPr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383FA0B6-5F7A-B4C8-AC75-08773E6A801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0072643" y="7420470"/>
            <a:ext cx="3242958" cy="343925"/>
          </a:xfrm>
        </p:spPr>
        <p:txBody>
          <a:bodyPr anchor="ctr">
            <a:noAutofit/>
          </a:bodyPr>
          <a:lstStyle>
            <a:lvl1pPr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E7C2B6A2-3505-97A0-9320-4AAD8B412F45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3539743" y="7420470"/>
            <a:ext cx="3454966" cy="343925"/>
          </a:xfrm>
        </p:spPr>
        <p:txBody>
          <a:bodyPr anchor="ctr">
            <a:noAutofit/>
          </a:bodyPr>
          <a:lstStyle>
            <a:lvl1pPr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Рисунок 20">
            <a:extLst>
              <a:ext uri="{FF2B5EF4-FFF2-40B4-BE49-F238E27FC236}">
                <a16:creationId xmlns:a16="http://schemas.microsoft.com/office/drawing/2014/main" id="{8E49E258-C2F8-B304-90E3-385C0662952D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6632886" y="7256519"/>
            <a:ext cx="10363767" cy="18000"/>
          </a:xfrm>
          <a:solidFill>
            <a:srgbClr val="EA0B4C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6953E50B-69D6-299F-D8B4-7804F314EE4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5BD8D46C-F0F2-887A-C60C-C591ACCEBD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F591A2EB-BA5E-0EB6-86A3-44D7078D7F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8512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фото и 2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9">
            <a:extLst>
              <a:ext uri="{FF2B5EF4-FFF2-40B4-BE49-F238E27FC236}">
                <a16:creationId xmlns:a16="http://schemas.microsoft.com/office/drawing/2014/main" id="{355067B1-10BE-D526-CBF3-55F9E7ABB883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13492764" y="2466191"/>
            <a:ext cx="3732113" cy="6525409"/>
          </a:xfrm>
          <a:prstGeom prst="roundRect">
            <a:avLst>
              <a:gd name="adj" fmla="val 8046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9">
            <a:extLst>
              <a:ext uri="{FF2B5EF4-FFF2-40B4-BE49-F238E27FC236}">
                <a16:creationId xmlns:a16="http://schemas.microsoft.com/office/drawing/2014/main" id="{DFA388E7-BD98-6C7F-BACE-AC8EBDE8A7FE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5200101" y="2466191"/>
            <a:ext cx="3732113" cy="6525409"/>
          </a:xfrm>
          <a:prstGeom prst="roundRect">
            <a:avLst>
              <a:gd name="adj" fmla="val 85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9">
            <a:extLst>
              <a:ext uri="{FF2B5EF4-FFF2-40B4-BE49-F238E27FC236}">
                <a16:creationId xmlns:a16="http://schemas.microsoft.com/office/drawing/2014/main" id="{80B06C57-853B-C07F-AB63-7DCAD821A4B9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9344097" y="2466191"/>
            <a:ext cx="3732113" cy="6525409"/>
          </a:xfrm>
          <a:prstGeom prst="roundRect">
            <a:avLst>
              <a:gd name="adj" fmla="val 8046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9">
            <a:extLst>
              <a:ext uri="{FF2B5EF4-FFF2-40B4-BE49-F238E27FC236}">
                <a16:creationId xmlns:a16="http://schemas.microsoft.com/office/drawing/2014/main" id="{5C706CFE-4E94-118A-95A7-77E0371AF592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051434" y="2466191"/>
            <a:ext cx="3732113" cy="6525409"/>
          </a:xfrm>
          <a:prstGeom prst="roundRect">
            <a:avLst>
              <a:gd name="adj" fmla="val 850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CD6289F8-1AFB-2714-15A7-BA8906B93A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9798" y="4791167"/>
            <a:ext cx="3268662" cy="41910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53" name="Текст 39">
            <a:extLst>
              <a:ext uri="{FF2B5EF4-FFF2-40B4-BE49-F238E27FC236}">
                <a16:creationId xmlns:a16="http://schemas.microsoft.com/office/drawing/2014/main" id="{CB8A923F-F5A2-A7F8-61EC-64F6D1F21F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28918" y="4777919"/>
            <a:ext cx="3268662" cy="419101"/>
          </a:xfrm>
        </p:spPr>
        <p:txBody>
          <a:bodyPr anchor="ctr"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CBAF15B9-1C94-6222-A486-D86AEAA634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19798" y="5255970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B6EAA98B-3A09-31BD-A648-0DCD581283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23538" y="5262595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7" name="Рисунок 16">
            <a:extLst>
              <a:ext uri="{FF2B5EF4-FFF2-40B4-BE49-F238E27FC236}">
                <a16:creationId xmlns:a16="http://schemas.microsoft.com/office/drawing/2014/main" id="{DF025616-BD14-8E80-EDCC-76941C94A4DE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5438069" y="4315102"/>
            <a:ext cx="365415" cy="381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2D3911A9-C9E9-54AF-9ACB-B6ED31FC9739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3725542" y="4315102"/>
            <a:ext cx="365415" cy="3810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3B5A26A6-4923-F5CE-1C3B-4C55EB50D3B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385599C0-1F75-0CB7-8E04-3D6B5C7F54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7679A736-EE21-3507-CDB2-C57C23285D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2983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плашек и 1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9">
            <a:extLst>
              <a:ext uri="{FF2B5EF4-FFF2-40B4-BE49-F238E27FC236}">
                <a16:creationId xmlns:a16="http://schemas.microsoft.com/office/drawing/2014/main" id="{98E638CA-A4D6-D515-7784-47E429D3EAFF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952500" y="2457509"/>
            <a:ext cx="9239250" cy="1151484"/>
          </a:xfrm>
          <a:prstGeom prst="roundRect">
            <a:avLst>
              <a:gd name="adj" fmla="val 21281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9">
            <a:extLst>
              <a:ext uri="{FF2B5EF4-FFF2-40B4-BE49-F238E27FC236}">
                <a16:creationId xmlns:a16="http://schemas.microsoft.com/office/drawing/2014/main" id="{98F4606F-FC07-4AD7-4887-9C7020D34048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52500" y="3829109"/>
            <a:ext cx="9239250" cy="1151484"/>
          </a:xfrm>
          <a:prstGeom prst="roundRect">
            <a:avLst>
              <a:gd name="adj" fmla="val 21281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9">
            <a:extLst>
              <a:ext uri="{FF2B5EF4-FFF2-40B4-BE49-F238E27FC236}">
                <a16:creationId xmlns:a16="http://schemas.microsoft.com/office/drawing/2014/main" id="{5D6C6B7E-A114-2690-E39B-15740C8B84F8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952500" y="5200709"/>
            <a:ext cx="9239250" cy="1151484"/>
          </a:xfrm>
          <a:prstGeom prst="roundRect">
            <a:avLst>
              <a:gd name="adj" fmla="val 21281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9">
            <a:extLst>
              <a:ext uri="{FF2B5EF4-FFF2-40B4-BE49-F238E27FC236}">
                <a16:creationId xmlns:a16="http://schemas.microsoft.com/office/drawing/2014/main" id="{8F7D67F1-1734-ED02-FD56-049981B518C7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952500" y="6572309"/>
            <a:ext cx="9239250" cy="1151484"/>
          </a:xfrm>
          <a:prstGeom prst="roundRect">
            <a:avLst>
              <a:gd name="adj" fmla="val 21281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9">
            <a:extLst>
              <a:ext uri="{FF2B5EF4-FFF2-40B4-BE49-F238E27FC236}">
                <a16:creationId xmlns:a16="http://schemas.microsoft.com/office/drawing/2014/main" id="{40A11857-27F3-5E7F-AD9A-430C2971FF73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952500" y="7943909"/>
            <a:ext cx="9239250" cy="1151484"/>
          </a:xfrm>
          <a:prstGeom prst="roundRect">
            <a:avLst>
              <a:gd name="adj" fmla="val 21281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9" name="Рисунок 19">
            <a:extLst>
              <a:ext uri="{FF2B5EF4-FFF2-40B4-BE49-F238E27FC236}">
                <a16:creationId xmlns:a16="http://schemas.microsoft.com/office/drawing/2014/main" id="{E4469E42-F346-9A76-49EC-379D615C13C8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0687050" y="2457508"/>
            <a:ext cx="6648450" cy="6667442"/>
          </a:xfrm>
          <a:prstGeom prst="roundRect">
            <a:avLst>
              <a:gd name="adj" fmla="val 546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F051BF7B-92C2-59D3-C4E7-5911DAD13E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7878" y="2690485"/>
            <a:ext cx="7916122" cy="65180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BA905B78-B887-5264-4C4F-FB382D03AC6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7878" y="4062087"/>
            <a:ext cx="7916122" cy="65180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91DF4A9F-EBFA-A69F-2BCF-C050ED5209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27878" y="5441240"/>
            <a:ext cx="7916122" cy="65180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2C088245-4744-F847-5E32-EB04759F91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7878" y="6804300"/>
            <a:ext cx="7916122" cy="65180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4901B762-52E8-37F8-1693-17311D8F85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7878" y="8214985"/>
            <a:ext cx="7916122" cy="65180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8" name="Рисунок 16">
            <a:extLst>
              <a:ext uri="{FF2B5EF4-FFF2-40B4-BE49-F238E27FC236}">
                <a16:creationId xmlns:a16="http://schemas.microsoft.com/office/drawing/2014/main" id="{89BA49AE-1237-E94B-E4EC-6D4954A15121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9314978" y="2776835"/>
            <a:ext cx="490208" cy="47910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5AC8CC63-841E-F50D-2EA1-FF4AA2571102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9314978" y="4143909"/>
            <a:ext cx="490208" cy="47910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Рисунок 16">
            <a:extLst>
              <a:ext uri="{FF2B5EF4-FFF2-40B4-BE49-F238E27FC236}">
                <a16:creationId xmlns:a16="http://schemas.microsoft.com/office/drawing/2014/main" id="{39CF9CF2-438F-12AE-80DE-5CEC94417930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9314978" y="5538143"/>
            <a:ext cx="490208" cy="47910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6">
            <a:extLst>
              <a:ext uri="{FF2B5EF4-FFF2-40B4-BE49-F238E27FC236}">
                <a16:creationId xmlns:a16="http://schemas.microsoft.com/office/drawing/2014/main" id="{D22A441A-A93D-26E2-655E-502DA11D3FA6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9314978" y="6914270"/>
            <a:ext cx="490208" cy="47910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Рисунок 16">
            <a:extLst>
              <a:ext uri="{FF2B5EF4-FFF2-40B4-BE49-F238E27FC236}">
                <a16:creationId xmlns:a16="http://schemas.microsoft.com/office/drawing/2014/main" id="{CBB5355D-A36F-836E-1DE2-3C5CC30C39DB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9314978" y="8299450"/>
            <a:ext cx="490208" cy="47910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3E994B60-B095-C3D8-4543-FF10739940C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F51F2373-C21F-3DCE-3456-CC162699F1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B028F476-BA39-9733-DD93-84AD9BA64BD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4451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фото и текс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19">
            <a:extLst>
              <a:ext uri="{FF2B5EF4-FFF2-40B4-BE49-F238E27FC236}">
                <a16:creationId xmlns:a16="http://schemas.microsoft.com/office/drawing/2014/main" id="{E4469E42-F346-9A76-49EC-379D615C13C8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0687050" y="2457508"/>
            <a:ext cx="6648450" cy="6667442"/>
          </a:xfrm>
          <a:prstGeom prst="roundRect">
            <a:avLst>
              <a:gd name="adj" fmla="val 6479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F051BF7B-92C2-59D3-C4E7-5911DAD13E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500" y="2457509"/>
            <a:ext cx="9152618" cy="6667442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A00FE027-E300-A171-3BBC-DC0312FA2E5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610D93DC-909F-E080-A3BF-ACD0430BB6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EB6A36DB-703E-A0FD-5AD1-864D30C7FD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3293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на весь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19">
            <a:extLst>
              <a:ext uri="{FF2B5EF4-FFF2-40B4-BE49-F238E27FC236}">
                <a16:creationId xmlns:a16="http://schemas.microsoft.com/office/drawing/2014/main" id="{E4469E42-F346-9A76-49EC-379D615C13C8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0" y="0"/>
            <a:ext cx="18288000" cy="10287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D41435FA-24F0-1C8A-2893-3B8DCA83CDD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63D7BCF4-C9A4-B471-8475-150EF902E7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AD7B371C-089B-272E-DA41-95FEA566005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2417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колонки и телефо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SmartArt 2">
            <a:extLst>
              <a:ext uri="{FF2B5EF4-FFF2-40B4-BE49-F238E27FC236}">
                <a16:creationId xmlns:a16="http://schemas.microsoft.com/office/drawing/2014/main" id="{88134BFB-7E25-01C4-7892-96C76F789A6D}"/>
              </a:ext>
            </a:extLst>
          </p:cNvPr>
          <p:cNvSpPr>
            <a:spLocks noGrp="1"/>
          </p:cNvSpPr>
          <p:nvPr>
            <p:ph type="dgm" sz="quarter" idx="83" hasCustomPrompt="1"/>
          </p:nvPr>
        </p:nvSpPr>
        <p:spPr>
          <a:xfrm>
            <a:off x="14349137" y="2005253"/>
            <a:ext cx="3064047" cy="645332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16" name="Рисунок 19">
            <a:extLst>
              <a:ext uri="{FF2B5EF4-FFF2-40B4-BE49-F238E27FC236}">
                <a16:creationId xmlns:a16="http://schemas.microsoft.com/office/drawing/2014/main" id="{F63F8019-3726-6553-CA93-6C31FBA7BB21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14433228" y="2081266"/>
            <a:ext cx="2882711" cy="6295917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Рисунок SmartArt 7">
            <a:extLst>
              <a:ext uri="{FF2B5EF4-FFF2-40B4-BE49-F238E27FC236}">
                <a16:creationId xmlns:a16="http://schemas.microsoft.com/office/drawing/2014/main" id="{1EC26D35-3622-2D22-047C-3FAC6013AC2E}"/>
              </a:ext>
            </a:extLst>
          </p:cNvPr>
          <p:cNvSpPr>
            <a:spLocks noGrp="1"/>
          </p:cNvSpPr>
          <p:nvPr>
            <p:ph type="dgm" sz="quarter" idx="85" hasCustomPrompt="1"/>
          </p:nvPr>
        </p:nvSpPr>
        <p:spPr>
          <a:xfrm>
            <a:off x="15456240" y="2231805"/>
            <a:ext cx="849839" cy="244312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5D0361E3-52A7-81E6-5E5C-839A65E5C767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 rot="21290365">
            <a:off x="12533374" y="3041865"/>
            <a:ext cx="3253697" cy="1173539"/>
          </a:xfrm>
          <a:prstGeom prst="roundRect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77" name="Текст 39">
            <a:extLst>
              <a:ext uri="{FF2B5EF4-FFF2-40B4-BE49-F238E27FC236}">
                <a16:creationId xmlns:a16="http://schemas.microsoft.com/office/drawing/2014/main" id="{E7AEEDD2-7D9F-0E1A-417E-F73D308C422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 rot="21276874">
            <a:off x="13593490" y="3236766"/>
            <a:ext cx="1816354" cy="300408"/>
          </a:xfrm>
        </p:spPr>
        <p:txBody>
          <a:bodyPr anchor="ctr">
            <a:noAutofit/>
          </a:bodyPr>
          <a:lstStyle>
            <a:lvl1pPr algn="l"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в 10 раз</a:t>
            </a:r>
          </a:p>
        </p:txBody>
      </p:sp>
      <p:sp>
        <p:nvSpPr>
          <p:cNvPr id="78" name="Текст 39">
            <a:extLst>
              <a:ext uri="{FF2B5EF4-FFF2-40B4-BE49-F238E27FC236}">
                <a16:creationId xmlns:a16="http://schemas.microsoft.com/office/drawing/2014/main" id="{155F5E14-D419-6E0E-6963-FD0ACDA3738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 rot="21276874">
            <a:off x="13625021" y="3593238"/>
            <a:ext cx="1816354" cy="300409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Эффективнее</a:t>
            </a:r>
          </a:p>
        </p:txBody>
      </p:sp>
      <p:sp>
        <p:nvSpPr>
          <p:cNvPr id="80" name="Текст 39">
            <a:extLst>
              <a:ext uri="{FF2B5EF4-FFF2-40B4-BE49-F238E27FC236}">
                <a16:creationId xmlns:a16="http://schemas.microsoft.com/office/drawing/2014/main" id="{D9A134B5-3AB2-DC69-D432-C821B7CEE9DD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273073" y="3171825"/>
            <a:ext cx="3852129" cy="753789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1" name="Текст 39">
            <a:extLst>
              <a:ext uri="{FF2B5EF4-FFF2-40B4-BE49-F238E27FC236}">
                <a16:creationId xmlns:a16="http://schemas.microsoft.com/office/drawing/2014/main" id="{3408F8A7-856B-6255-FB3E-46BA23D6CA4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819900" y="2434949"/>
            <a:ext cx="3490557" cy="408063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Что сравниваем</a:t>
            </a:r>
          </a:p>
        </p:txBody>
      </p:sp>
      <p:sp>
        <p:nvSpPr>
          <p:cNvPr id="82" name="Текст 39">
            <a:extLst>
              <a:ext uri="{FF2B5EF4-FFF2-40B4-BE49-F238E27FC236}">
                <a16:creationId xmlns:a16="http://schemas.microsoft.com/office/drawing/2014/main" id="{E7249191-2A65-4ACE-D25C-36A682E9F88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955128" y="2434949"/>
            <a:ext cx="3490557" cy="408063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chemeClr val="bg2">
                    <a:lumMod val="75000"/>
                  </a:schemeClr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 чем сравниваем</a:t>
            </a:r>
          </a:p>
        </p:txBody>
      </p:sp>
      <p:sp>
        <p:nvSpPr>
          <p:cNvPr id="83" name="Текст 39">
            <a:extLst>
              <a:ext uri="{FF2B5EF4-FFF2-40B4-BE49-F238E27FC236}">
                <a16:creationId xmlns:a16="http://schemas.microsoft.com/office/drawing/2014/main" id="{4C139F5C-817C-3ACA-D6E1-CFF1C8ED3227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273073" y="4149287"/>
            <a:ext cx="3852129" cy="611899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4" name="Текст 39">
            <a:extLst>
              <a:ext uri="{FF2B5EF4-FFF2-40B4-BE49-F238E27FC236}">
                <a16:creationId xmlns:a16="http://schemas.microsoft.com/office/drawing/2014/main" id="{D853EBAF-1946-9DEA-655F-535477A39C1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273073" y="4890266"/>
            <a:ext cx="3852129" cy="1557831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F3E45967-E456-5032-B1BB-D8A01F3E9B7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273073" y="6608708"/>
            <a:ext cx="3852129" cy="611899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95E1121E-D8A9-F9F4-198C-3F580275F1CF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273073" y="7349687"/>
            <a:ext cx="3852129" cy="753789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7" name="Текст 39">
            <a:extLst>
              <a:ext uri="{FF2B5EF4-FFF2-40B4-BE49-F238E27FC236}">
                <a16:creationId xmlns:a16="http://schemas.microsoft.com/office/drawing/2014/main" id="{350E0ED1-2900-15B9-9018-A31DA52C33AB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408301" y="3171825"/>
            <a:ext cx="3852129" cy="879866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8" name="Текст 39">
            <a:extLst>
              <a:ext uri="{FF2B5EF4-FFF2-40B4-BE49-F238E27FC236}">
                <a16:creationId xmlns:a16="http://schemas.microsoft.com/office/drawing/2014/main" id="{688D149C-0DF8-F19C-B095-3DC912B0AB75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408301" y="4149287"/>
            <a:ext cx="3852129" cy="879866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9" name="Текст 39">
            <a:extLst>
              <a:ext uri="{FF2B5EF4-FFF2-40B4-BE49-F238E27FC236}">
                <a16:creationId xmlns:a16="http://schemas.microsoft.com/office/drawing/2014/main" id="{E964F3A2-99CF-652D-0053-678C0054D4C2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408301" y="5133975"/>
            <a:ext cx="3852129" cy="620439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90" name="Текст 39">
            <a:extLst>
              <a:ext uri="{FF2B5EF4-FFF2-40B4-BE49-F238E27FC236}">
                <a16:creationId xmlns:a16="http://schemas.microsoft.com/office/drawing/2014/main" id="{349524AB-CB00-9650-F3AF-943C0D0888B1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408301" y="5859188"/>
            <a:ext cx="3852129" cy="1094062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91" name="Текст 39">
            <a:extLst>
              <a:ext uri="{FF2B5EF4-FFF2-40B4-BE49-F238E27FC236}">
                <a16:creationId xmlns:a16="http://schemas.microsoft.com/office/drawing/2014/main" id="{B9B04EA9-4681-BE59-D276-59FD2E939E1D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408301" y="7073133"/>
            <a:ext cx="3852129" cy="753789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3" name="Рисунок 16">
            <a:extLst>
              <a:ext uri="{FF2B5EF4-FFF2-40B4-BE49-F238E27FC236}">
                <a16:creationId xmlns:a16="http://schemas.microsoft.com/office/drawing/2014/main" id="{E6223182-28CB-5EC0-53F6-F2266CA4C0A5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1004460" y="3171825"/>
            <a:ext cx="342900" cy="33513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6">
            <a:extLst>
              <a:ext uri="{FF2B5EF4-FFF2-40B4-BE49-F238E27FC236}">
                <a16:creationId xmlns:a16="http://schemas.microsoft.com/office/drawing/2014/main" id="{0EE377E2-1BD2-C0AA-897D-0656DCCB53CB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1004460" y="4148965"/>
            <a:ext cx="342900" cy="33513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6">
            <a:extLst>
              <a:ext uri="{FF2B5EF4-FFF2-40B4-BE49-F238E27FC236}">
                <a16:creationId xmlns:a16="http://schemas.microsoft.com/office/drawing/2014/main" id="{32846AD6-EE7E-20C3-F137-F3F65E29DA9C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1004460" y="5121355"/>
            <a:ext cx="342900" cy="33513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6">
            <a:extLst>
              <a:ext uri="{FF2B5EF4-FFF2-40B4-BE49-F238E27FC236}">
                <a16:creationId xmlns:a16="http://schemas.microsoft.com/office/drawing/2014/main" id="{935832C9-BE3D-B6A3-A354-818E5CCEF301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1004460" y="5859188"/>
            <a:ext cx="342900" cy="33513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6">
            <a:extLst>
              <a:ext uri="{FF2B5EF4-FFF2-40B4-BE49-F238E27FC236}">
                <a16:creationId xmlns:a16="http://schemas.microsoft.com/office/drawing/2014/main" id="{F2B34BC3-C632-FB92-ECD9-186237E44AA8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1004460" y="7073133"/>
            <a:ext cx="342900" cy="33513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6">
            <a:extLst>
              <a:ext uri="{FF2B5EF4-FFF2-40B4-BE49-F238E27FC236}">
                <a16:creationId xmlns:a16="http://schemas.microsoft.com/office/drawing/2014/main" id="{CDA59A0C-B23D-F9D4-B82E-BC8405854023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6792806" y="3147530"/>
            <a:ext cx="419326" cy="409827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6">
            <a:extLst>
              <a:ext uri="{FF2B5EF4-FFF2-40B4-BE49-F238E27FC236}">
                <a16:creationId xmlns:a16="http://schemas.microsoft.com/office/drawing/2014/main" id="{BD3C219C-904E-687B-F24C-1181FD526011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6792806" y="4118575"/>
            <a:ext cx="419326" cy="409827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42B12094-E945-FCD0-413B-763CF6830726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6792806" y="4854950"/>
            <a:ext cx="419326" cy="409827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6">
            <a:extLst>
              <a:ext uri="{FF2B5EF4-FFF2-40B4-BE49-F238E27FC236}">
                <a16:creationId xmlns:a16="http://schemas.microsoft.com/office/drawing/2014/main" id="{7F9D5AB5-ABD1-DB01-8048-7F3F0A4720E0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6792806" y="6578553"/>
            <a:ext cx="419326" cy="409827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6">
            <a:extLst>
              <a:ext uri="{FF2B5EF4-FFF2-40B4-BE49-F238E27FC236}">
                <a16:creationId xmlns:a16="http://schemas.microsoft.com/office/drawing/2014/main" id="{989CFEBC-0895-CEF0-3A57-9F61DD3FC05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6792806" y="7323020"/>
            <a:ext cx="419326" cy="409827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9" name="Рисунок 3">
            <a:extLst>
              <a:ext uri="{FF2B5EF4-FFF2-40B4-BE49-F238E27FC236}">
                <a16:creationId xmlns:a16="http://schemas.microsoft.com/office/drawing/2014/main" id="{ED25F315-A8F9-4761-780B-FA204E363DB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0" name="Текст 16">
            <a:extLst>
              <a:ext uri="{FF2B5EF4-FFF2-40B4-BE49-F238E27FC236}">
                <a16:creationId xmlns:a16="http://schemas.microsoft.com/office/drawing/2014/main" id="{37DF0144-CE3A-0831-B523-B15FC4598B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1" name="Текст 16">
            <a:extLst>
              <a:ext uri="{FF2B5EF4-FFF2-40B4-BE49-F238E27FC236}">
                <a16:creationId xmlns:a16="http://schemas.microsoft.com/office/drawing/2014/main" id="{7E8525DA-6D25-4BD1-8630-EC37755E22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Рисунок 21">
            <a:extLst>
              <a:ext uri="{FF2B5EF4-FFF2-40B4-BE49-F238E27FC236}">
                <a16:creationId xmlns:a16="http://schemas.microsoft.com/office/drawing/2014/main" id="{8A10D6C3-4D89-F1FE-A503-0FF0BF203CDE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 rot="21251680">
            <a:off x="12717404" y="3320567"/>
            <a:ext cx="805595" cy="805595"/>
          </a:xfrm>
          <a:blipFill>
            <a:blip r:embed="rId10"/>
            <a:srcRect/>
            <a:stretch>
              <a:fillRect t="13399" b="13399"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3200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колонки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11">
            <a:extLst>
              <a:ext uri="{FF2B5EF4-FFF2-40B4-BE49-F238E27FC236}">
                <a16:creationId xmlns:a16="http://schemas.microsoft.com/office/drawing/2014/main" id="{0B2483DE-4EC8-17AF-3C51-36025B8EEBF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46129" y="2562225"/>
            <a:ext cx="3902033" cy="6543675"/>
          </a:xfrm>
          <a:prstGeom prst="roundRect">
            <a:avLst>
              <a:gd name="adj" fmla="val 938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DAB97F3D-6AA7-1C85-543E-B4D6819A4CB9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46129" y="5829300"/>
            <a:ext cx="3902033" cy="3280833"/>
          </a:xfrm>
          <a:prstGeom prst="roundRect">
            <a:avLst>
              <a:gd name="adj" fmla="val 9383"/>
            </a:avLst>
          </a:prstGeom>
          <a:solidFill>
            <a:schemeClr val="accent5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53" name="Текст 39">
            <a:extLst>
              <a:ext uri="{FF2B5EF4-FFF2-40B4-BE49-F238E27FC236}">
                <a16:creationId xmlns:a16="http://schemas.microsoft.com/office/drawing/2014/main" id="{CB8A923F-F5A2-A7F8-61EC-64F6D1F21F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55490" y="287613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B6EAA98B-3A09-31BD-A648-0DCD581283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55490" y="3850509"/>
            <a:ext cx="3268662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A1949EF2-B10D-1507-6B1B-5F6FC9B39C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55490" y="677021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2D510926-B827-241B-7689-28FB4541629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55490" y="7744589"/>
            <a:ext cx="3268662" cy="113139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C9A0EFA3-3808-9A68-073D-654F851695D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5077862" y="2562225"/>
            <a:ext cx="3902033" cy="6543675"/>
          </a:xfrm>
          <a:prstGeom prst="roundRect">
            <a:avLst>
              <a:gd name="adj" fmla="val 938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1">
            <a:extLst>
              <a:ext uri="{FF2B5EF4-FFF2-40B4-BE49-F238E27FC236}">
                <a16:creationId xmlns:a16="http://schemas.microsoft.com/office/drawing/2014/main" id="{5111EFB9-9038-5E2E-311F-41C0177B07A0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077862" y="5829300"/>
            <a:ext cx="3902033" cy="3280833"/>
          </a:xfrm>
          <a:prstGeom prst="roundRect">
            <a:avLst>
              <a:gd name="adj" fmla="val 9383"/>
            </a:avLst>
          </a:prstGeom>
          <a:solidFill>
            <a:schemeClr val="accent5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D4FB270-60F4-DCC5-1D6B-E1E70563BA1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87223" y="287613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1B558328-3FCD-78A3-0A10-8971B0FF151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87223" y="3850509"/>
            <a:ext cx="3268662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19BF5A60-0FD3-BBBB-1F9C-B49FB2E12BA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387223" y="677021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62F68C15-BA5D-9299-6538-F0219ACD4AD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87223" y="7744589"/>
            <a:ext cx="3268662" cy="113139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16" name="Рисунок 11">
            <a:extLst>
              <a:ext uri="{FF2B5EF4-FFF2-40B4-BE49-F238E27FC236}">
                <a16:creationId xmlns:a16="http://schemas.microsoft.com/office/drawing/2014/main" id="{6EC76F3B-C000-B75C-8750-9DB0322CB55F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294262" y="2562225"/>
            <a:ext cx="3902033" cy="6543675"/>
          </a:xfrm>
          <a:prstGeom prst="roundRect">
            <a:avLst>
              <a:gd name="adj" fmla="val 938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Рисунок 11">
            <a:extLst>
              <a:ext uri="{FF2B5EF4-FFF2-40B4-BE49-F238E27FC236}">
                <a16:creationId xmlns:a16="http://schemas.microsoft.com/office/drawing/2014/main" id="{F547E68A-1D53-3DF9-153B-BAA8ADF08042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9294262" y="5829300"/>
            <a:ext cx="3902033" cy="3280833"/>
          </a:xfrm>
          <a:prstGeom prst="roundRect">
            <a:avLst>
              <a:gd name="adj" fmla="val 9383"/>
            </a:avLst>
          </a:prstGeom>
          <a:solidFill>
            <a:schemeClr val="accent5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EF48D125-CDB4-A006-843C-AEAD3127A88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603623" y="287613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EC0EBE5B-953F-DFF7-E831-49189E95278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603623" y="3850509"/>
            <a:ext cx="3268662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55CF7E68-3403-B5AD-4F09-8EA66BF2702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603623" y="677021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C447B1D5-A54A-F709-E78C-D47A0045502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03623" y="7744589"/>
            <a:ext cx="3268662" cy="113139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47" name="Рисунок 11">
            <a:extLst>
              <a:ext uri="{FF2B5EF4-FFF2-40B4-BE49-F238E27FC236}">
                <a16:creationId xmlns:a16="http://schemas.microsoft.com/office/drawing/2014/main" id="{89C07108-EBE9-5585-BE45-88C3B180B6F0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13425995" y="2562225"/>
            <a:ext cx="3902033" cy="6543675"/>
          </a:xfrm>
          <a:prstGeom prst="roundRect">
            <a:avLst>
              <a:gd name="adj" fmla="val 938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8" name="Рисунок 11">
            <a:extLst>
              <a:ext uri="{FF2B5EF4-FFF2-40B4-BE49-F238E27FC236}">
                <a16:creationId xmlns:a16="http://schemas.microsoft.com/office/drawing/2014/main" id="{AED3CDF3-6597-3F81-16D1-4D602D62E24D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3425995" y="5829300"/>
            <a:ext cx="3902033" cy="3280833"/>
          </a:xfrm>
          <a:prstGeom prst="roundRect">
            <a:avLst>
              <a:gd name="adj" fmla="val 9383"/>
            </a:avLst>
          </a:prstGeom>
          <a:solidFill>
            <a:schemeClr val="accent5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259E1C2B-3AD8-20DA-5C05-959E3B8274D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3735356" y="287613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51" name="Текст 39">
            <a:extLst>
              <a:ext uri="{FF2B5EF4-FFF2-40B4-BE49-F238E27FC236}">
                <a16:creationId xmlns:a16="http://schemas.microsoft.com/office/drawing/2014/main" id="{76B01F81-3113-89AA-AB9D-7371117B2CE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3735356" y="3850509"/>
            <a:ext cx="3268662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52" name="Текст 39">
            <a:extLst>
              <a:ext uri="{FF2B5EF4-FFF2-40B4-BE49-F238E27FC236}">
                <a16:creationId xmlns:a16="http://schemas.microsoft.com/office/drawing/2014/main" id="{471B413E-BDD0-9642-7AEE-5A538AC05B8C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3735356" y="677021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C9A1F012-62C3-1967-E079-16AA54D7D2C6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3735356" y="7744589"/>
            <a:ext cx="3268662" cy="113139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" name="Рисунок 16">
            <a:extLst>
              <a:ext uri="{FF2B5EF4-FFF2-40B4-BE49-F238E27FC236}">
                <a16:creationId xmlns:a16="http://schemas.microsoft.com/office/drawing/2014/main" id="{A5E89B2F-8D8F-A5E3-7D04-434665BAD7B7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1255490" y="6092014"/>
            <a:ext cx="620463" cy="606407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6">
            <a:extLst>
              <a:ext uri="{FF2B5EF4-FFF2-40B4-BE49-F238E27FC236}">
                <a16:creationId xmlns:a16="http://schemas.microsoft.com/office/drawing/2014/main" id="{6169AD12-0310-2BEC-695C-019F3805ED61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5403572" y="6092014"/>
            <a:ext cx="620463" cy="606407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2" name="Рисунок 16">
            <a:extLst>
              <a:ext uri="{FF2B5EF4-FFF2-40B4-BE49-F238E27FC236}">
                <a16:creationId xmlns:a16="http://schemas.microsoft.com/office/drawing/2014/main" id="{E5CCBA3C-5DDF-06B9-9449-E6A98C7F1082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9603783" y="6092014"/>
            <a:ext cx="620463" cy="606407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3" name="Рисунок 16">
            <a:extLst>
              <a:ext uri="{FF2B5EF4-FFF2-40B4-BE49-F238E27FC236}">
                <a16:creationId xmlns:a16="http://schemas.microsoft.com/office/drawing/2014/main" id="{3B94C2D1-98E2-BB71-81AA-DCD02B7EC66F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13735356" y="6092014"/>
            <a:ext cx="620463" cy="606407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8" name="Рисунок 3">
            <a:extLst>
              <a:ext uri="{FF2B5EF4-FFF2-40B4-BE49-F238E27FC236}">
                <a16:creationId xmlns:a16="http://schemas.microsoft.com/office/drawing/2014/main" id="{FD758BD8-E9B3-A10A-A3D4-5B07296D97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Текст 16">
            <a:extLst>
              <a:ext uri="{FF2B5EF4-FFF2-40B4-BE49-F238E27FC236}">
                <a16:creationId xmlns:a16="http://schemas.microsoft.com/office/drawing/2014/main" id="{FE19ACCF-520D-AC6E-B81F-EFCE97D796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5" name="Текст 16">
            <a:extLst>
              <a:ext uri="{FF2B5EF4-FFF2-40B4-BE49-F238E27FC236}">
                <a16:creationId xmlns:a16="http://schemas.microsoft.com/office/drawing/2014/main" id="{67D05A0B-1F18-31FA-17C0-E24B51BCC2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5802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диаграмм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39">
            <a:extLst>
              <a:ext uri="{FF2B5EF4-FFF2-40B4-BE49-F238E27FC236}">
                <a16:creationId xmlns:a16="http://schemas.microsoft.com/office/drawing/2014/main" id="{2A8D7BDE-8D27-99EF-367C-17D0B4574BE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52500" y="8094981"/>
            <a:ext cx="510391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1A7116A-174B-2749-718A-1FBBE0393FD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52500" y="8451453"/>
            <a:ext cx="510391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E1C197A4-6237-671D-10A0-139D48DD546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536592" y="8094981"/>
            <a:ext cx="510391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89EE3F70-1506-4B13-7A96-81FFFD8AE91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536592" y="8451453"/>
            <a:ext cx="510391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DCA2C106-AB65-619C-F641-51D31918A869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106275" y="8094981"/>
            <a:ext cx="510391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46256BA3-012D-02BA-8FA7-93085C3CCA88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106275" y="8451453"/>
            <a:ext cx="510391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3" name="Диаграмма 22">
            <a:extLst>
              <a:ext uri="{FF2B5EF4-FFF2-40B4-BE49-F238E27FC236}">
                <a16:creationId xmlns:a16="http://schemas.microsoft.com/office/drawing/2014/main" id="{8C11CD6C-195D-B0A2-774F-FC5F961CC85A}"/>
              </a:ext>
            </a:extLst>
          </p:cNvPr>
          <p:cNvSpPr>
            <a:spLocks noGrp="1"/>
          </p:cNvSpPr>
          <p:nvPr>
            <p:ph type="chart" sz="quarter" idx="76" hasCustomPrompt="1"/>
          </p:nvPr>
        </p:nvSpPr>
        <p:spPr>
          <a:xfrm>
            <a:off x="952500" y="2381996"/>
            <a:ext cx="5226050" cy="52260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Диаграмма 22">
            <a:extLst>
              <a:ext uri="{FF2B5EF4-FFF2-40B4-BE49-F238E27FC236}">
                <a16:creationId xmlns:a16="http://schemas.microsoft.com/office/drawing/2014/main" id="{63FBCE6B-9878-14BF-3AA8-2568EE79A2CF}"/>
              </a:ext>
            </a:extLst>
          </p:cNvPr>
          <p:cNvSpPr>
            <a:spLocks noGrp="1"/>
          </p:cNvSpPr>
          <p:nvPr>
            <p:ph type="chart" sz="quarter" idx="77" hasCustomPrompt="1"/>
          </p:nvPr>
        </p:nvSpPr>
        <p:spPr>
          <a:xfrm>
            <a:off x="6530975" y="2381996"/>
            <a:ext cx="5226050" cy="52260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5" name="Диаграмма 22">
            <a:extLst>
              <a:ext uri="{FF2B5EF4-FFF2-40B4-BE49-F238E27FC236}">
                <a16:creationId xmlns:a16="http://schemas.microsoft.com/office/drawing/2014/main" id="{AFF224BF-E50F-47D1-DA2D-F2E1ABCBC5EA}"/>
              </a:ext>
            </a:extLst>
          </p:cNvPr>
          <p:cNvSpPr>
            <a:spLocks noGrp="1"/>
          </p:cNvSpPr>
          <p:nvPr>
            <p:ph type="chart" sz="quarter" idx="78" hasCustomPrompt="1"/>
          </p:nvPr>
        </p:nvSpPr>
        <p:spPr>
          <a:xfrm>
            <a:off x="12106275" y="2381996"/>
            <a:ext cx="5226050" cy="52260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65DC0DD3-BEBD-7864-3381-5C85DAE65F7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9E9FB36F-50FD-1A95-B2C1-884A056ABA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1C6E6110-D283-9C34-74ED-BC0762917C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4742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диаграмм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07365A86-B668-BAB5-C3EA-95FF555F4743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11255205" y="2476500"/>
            <a:ext cx="6080292" cy="6543675"/>
          </a:xfrm>
          <a:prstGeom prst="roundRect">
            <a:avLst>
              <a:gd name="adj" fmla="val 9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2" name="Диаграмма 22">
            <a:extLst>
              <a:ext uri="{FF2B5EF4-FFF2-40B4-BE49-F238E27FC236}">
                <a16:creationId xmlns:a16="http://schemas.microsoft.com/office/drawing/2014/main" id="{41DBB872-D507-7D27-7720-2B7267A2B287}"/>
              </a:ext>
            </a:extLst>
          </p:cNvPr>
          <p:cNvSpPr>
            <a:spLocks noGrp="1"/>
          </p:cNvSpPr>
          <p:nvPr>
            <p:ph type="chart" sz="quarter" idx="76" hasCustomPrompt="1"/>
          </p:nvPr>
        </p:nvSpPr>
        <p:spPr>
          <a:xfrm>
            <a:off x="2847973" y="3246386"/>
            <a:ext cx="5276851" cy="52768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27" name="Текст 39">
            <a:extLst>
              <a:ext uri="{FF2B5EF4-FFF2-40B4-BE49-F238E27FC236}">
                <a16:creationId xmlns:a16="http://schemas.microsoft.com/office/drawing/2014/main" id="{A5A47C6B-E69D-1238-BF76-327A4A78908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42975" y="3361190"/>
            <a:ext cx="2118725" cy="766763"/>
          </a:xfrm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128" name="Текст 39">
            <a:extLst>
              <a:ext uri="{FF2B5EF4-FFF2-40B4-BE49-F238E27FC236}">
                <a16:creationId xmlns:a16="http://schemas.microsoft.com/office/drawing/2014/main" id="{7521124C-2AEF-20B9-1522-FBC4282F967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42976" y="2768259"/>
            <a:ext cx="2118724" cy="541678"/>
          </a:xfrm>
        </p:spPr>
        <p:txBody>
          <a:bodyPr anchor="ctr">
            <a:noAutofit/>
          </a:bodyPr>
          <a:lstStyle>
            <a:lvl1pPr algn="ctr">
              <a:defRPr sz="44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29" name="Текст 39">
            <a:extLst>
              <a:ext uri="{FF2B5EF4-FFF2-40B4-BE49-F238E27FC236}">
                <a16:creationId xmlns:a16="http://schemas.microsoft.com/office/drawing/2014/main" id="{3F6E8EB4-17F7-5315-0ED2-512706F527C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12185" y="3361190"/>
            <a:ext cx="2118725" cy="766763"/>
          </a:xfrm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130" name="Текст 39">
            <a:extLst>
              <a:ext uri="{FF2B5EF4-FFF2-40B4-BE49-F238E27FC236}">
                <a16:creationId xmlns:a16="http://schemas.microsoft.com/office/drawing/2014/main" id="{12CDE458-FE06-68C1-202F-234B4EB966D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12186" y="2768259"/>
            <a:ext cx="2118724" cy="541678"/>
          </a:xfrm>
        </p:spPr>
        <p:txBody>
          <a:bodyPr anchor="ctr">
            <a:noAutofit/>
          </a:bodyPr>
          <a:lstStyle>
            <a:lvl1pPr algn="ctr">
              <a:defRPr sz="44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31" name="Текст 39">
            <a:extLst>
              <a:ext uri="{FF2B5EF4-FFF2-40B4-BE49-F238E27FC236}">
                <a16:creationId xmlns:a16="http://schemas.microsoft.com/office/drawing/2014/main" id="{FAA41082-4BB5-D4A1-74FF-1E8B77119C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42975" y="8303893"/>
            <a:ext cx="2118725" cy="766763"/>
          </a:xfrm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132" name="Текст 39">
            <a:extLst>
              <a:ext uri="{FF2B5EF4-FFF2-40B4-BE49-F238E27FC236}">
                <a16:creationId xmlns:a16="http://schemas.microsoft.com/office/drawing/2014/main" id="{22269FBA-A883-A656-95ED-8028D516ABB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42976" y="7710962"/>
            <a:ext cx="2118724" cy="541678"/>
          </a:xfrm>
        </p:spPr>
        <p:txBody>
          <a:bodyPr anchor="ctr">
            <a:noAutofit/>
          </a:bodyPr>
          <a:lstStyle>
            <a:lvl1pPr algn="ctr">
              <a:defRPr sz="44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33" name="Текст 39">
            <a:extLst>
              <a:ext uri="{FF2B5EF4-FFF2-40B4-BE49-F238E27FC236}">
                <a16:creationId xmlns:a16="http://schemas.microsoft.com/office/drawing/2014/main" id="{64894D22-4584-B077-18AF-AE157DBD5D7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12185" y="8303893"/>
            <a:ext cx="2118725" cy="766763"/>
          </a:xfrm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134" name="Текст 39">
            <a:extLst>
              <a:ext uri="{FF2B5EF4-FFF2-40B4-BE49-F238E27FC236}">
                <a16:creationId xmlns:a16="http://schemas.microsoft.com/office/drawing/2014/main" id="{CC75A5FE-D16E-FE65-B4D8-4E842BAB224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12186" y="7710962"/>
            <a:ext cx="2118724" cy="541678"/>
          </a:xfrm>
        </p:spPr>
        <p:txBody>
          <a:bodyPr anchor="ctr">
            <a:noAutofit/>
          </a:bodyPr>
          <a:lstStyle>
            <a:lvl1pPr algn="ctr">
              <a:defRPr sz="44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53" name="Текст 39">
            <a:extLst>
              <a:ext uri="{FF2B5EF4-FFF2-40B4-BE49-F238E27FC236}">
                <a16:creationId xmlns:a16="http://schemas.microsoft.com/office/drawing/2014/main" id="{E03A95FF-6F7D-DA1F-CF59-FE3041DDDDA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689492" y="4666737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5" name="Текст 39">
            <a:extLst>
              <a:ext uri="{FF2B5EF4-FFF2-40B4-BE49-F238E27FC236}">
                <a16:creationId xmlns:a16="http://schemas.microsoft.com/office/drawing/2014/main" id="{7FB79F36-41E1-A188-D2BF-286F18930B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689492" y="2871923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6" name="Текст 39">
            <a:extLst>
              <a:ext uri="{FF2B5EF4-FFF2-40B4-BE49-F238E27FC236}">
                <a16:creationId xmlns:a16="http://schemas.microsoft.com/office/drawing/2014/main" id="{37656241-9F1D-374E-86F1-D241D46D17C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999439" y="3368509"/>
            <a:ext cx="2019301" cy="986476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57" name="Текст 39">
            <a:extLst>
              <a:ext uri="{FF2B5EF4-FFF2-40B4-BE49-F238E27FC236}">
                <a16:creationId xmlns:a16="http://schemas.microsoft.com/office/drawing/2014/main" id="{07F0A62C-F512-4A9D-26DA-454F996815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433720" y="3368509"/>
            <a:ext cx="2019301" cy="986476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pic>
        <p:nvPicPr>
          <p:cNvPr id="159" name="Frame 2131330160" descr="preencoded.png">
            <a:extLst>
              <a:ext uri="{FF2B5EF4-FFF2-40B4-BE49-F238E27FC236}">
                <a16:creationId xmlns:a16="http://schemas.microsoft.com/office/drawing/2014/main" id="{C2B09D12-2763-9125-7D19-956AD5D862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689492" y="5238750"/>
            <a:ext cx="419100" cy="419100"/>
          </a:xfrm>
          <a:prstGeom prst="rect">
            <a:avLst/>
          </a:prstGeom>
        </p:spPr>
      </p:pic>
      <p:sp>
        <p:nvSpPr>
          <p:cNvPr id="160" name="Текст 41">
            <a:extLst>
              <a:ext uri="{FF2B5EF4-FFF2-40B4-BE49-F238E27FC236}">
                <a16:creationId xmlns:a16="http://schemas.microsoft.com/office/drawing/2014/main" id="{A1332958-170C-CC01-4E4F-6976BD85B6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689492" y="5238750"/>
            <a:ext cx="419100" cy="419100"/>
          </a:xfrm>
        </p:spPr>
        <p:txBody>
          <a:bodyPr anchor="ctr">
            <a:noAutofit/>
          </a:bodyPr>
          <a:lstStyle>
            <a:lvl1pPr algn="ctr">
              <a:defRPr sz="16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62" name="Текст 39">
            <a:extLst>
              <a:ext uri="{FF2B5EF4-FFF2-40B4-BE49-F238E27FC236}">
                <a16:creationId xmlns:a16="http://schemas.microsoft.com/office/drawing/2014/main" id="{4F2731CB-C127-B6FB-2F28-C6A8335450E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1689492" y="5815146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pic>
        <p:nvPicPr>
          <p:cNvPr id="163" name="Frame 2131330160" descr="preencoded.png">
            <a:extLst>
              <a:ext uri="{FF2B5EF4-FFF2-40B4-BE49-F238E27FC236}">
                <a16:creationId xmlns:a16="http://schemas.microsoft.com/office/drawing/2014/main" id="{6B06E27E-615A-EC29-31D2-3D5DC716C0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4432692" y="5238750"/>
            <a:ext cx="419100" cy="419100"/>
          </a:xfrm>
          <a:prstGeom prst="rect">
            <a:avLst/>
          </a:prstGeom>
        </p:spPr>
      </p:pic>
      <p:sp>
        <p:nvSpPr>
          <p:cNvPr id="164" name="Текст 41">
            <a:extLst>
              <a:ext uri="{FF2B5EF4-FFF2-40B4-BE49-F238E27FC236}">
                <a16:creationId xmlns:a16="http://schemas.microsoft.com/office/drawing/2014/main" id="{B90FEF15-82B7-D2E8-81A9-3625AA06EA2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432692" y="5238750"/>
            <a:ext cx="419100" cy="419100"/>
          </a:xfrm>
        </p:spPr>
        <p:txBody>
          <a:bodyPr anchor="ctr">
            <a:noAutofit/>
          </a:bodyPr>
          <a:lstStyle>
            <a:lvl1pPr algn="ctr">
              <a:defRPr sz="16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65" name="Текст 39">
            <a:extLst>
              <a:ext uri="{FF2B5EF4-FFF2-40B4-BE49-F238E27FC236}">
                <a16:creationId xmlns:a16="http://schemas.microsoft.com/office/drawing/2014/main" id="{32CB13ED-2A3E-CEDE-3D14-26EE6726051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4432692" y="5815146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pic>
        <p:nvPicPr>
          <p:cNvPr id="166" name="Frame 2131330160" descr="preencoded.png">
            <a:extLst>
              <a:ext uri="{FF2B5EF4-FFF2-40B4-BE49-F238E27FC236}">
                <a16:creationId xmlns:a16="http://schemas.microsoft.com/office/drawing/2014/main" id="{89F0AE78-5A43-238F-563F-E00EDD0714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689492" y="6968696"/>
            <a:ext cx="419100" cy="419100"/>
          </a:xfrm>
          <a:prstGeom prst="rect">
            <a:avLst/>
          </a:prstGeom>
        </p:spPr>
      </p:pic>
      <p:sp>
        <p:nvSpPr>
          <p:cNvPr id="167" name="Текст 41">
            <a:extLst>
              <a:ext uri="{FF2B5EF4-FFF2-40B4-BE49-F238E27FC236}">
                <a16:creationId xmlns:a16="http://schemas.microsoft.com/office/drawing/2014/main" id="{E16F8228-1AB8-B55E-AC7B-BA1799CE9E8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1689492" y="6968696"/>
            <a:ext cx="419100" cy="419100"/>
          </a:xfrm>
        </p:spPr>
        <p:txBody>
          <a:bodyPr anchor="ctr">
            <a:noAutofit/>
          </a:bodyPr>
          <a:lstStyle>
            <a:lvl1pPr algn="ctr">
              <a:defRPr sz="16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168" name="Текст 39">
            <a:extLst>
              <a:ext uri="{FF2B5EF4-FFF2-40B4-BE49-F238E27FC236}">
                <a16:creationId xmlns:a16="http://schemas.microsoft.com/office/drawing/2014/main" id="{DE29769E-2835-18A6-5CF3-CA771C600FE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1689492" y="7545092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pic>
        <p:nvPicPr>
          <p:cNvPr id="169" name="Frame 2131330160" descr="preencoded.png">
            <a:extLst>
              <a:ext uri="{FF2B5EF4-FFF2-40B4-BE49-F238E27FC236}">
                <a16:creationId xmlns:a16="http://schemas.microsoft.com/office/drawing/2014/main" id="{C249E3D2-FD64-33BF-2336-360C147FC0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4432692" y="6968696"/>
            <a:ext cx="419100" cy="419100"/>
          </a:xfrm>
          <a:prstGeom prst="rect">
            <a:avLst/>
          </a:prstGeom>
        </p:spPr>
      </p:pic>
      <p:sp>
        <p:nvSpPr>
          <p:cNvPr id="170" name="Текст 41">
            <a:extLst>
              <a:ext uri="{FF2B5EF4-FFF2-40B4-BE49-F238E27FC236}">
                <a16:creationId xmlns:a16="http://schemas.microsoft.com/office/drawing/2014/main" id="{CC8A1C5E-CD52-04B2-5F9A-EA9EA222F5D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4432692" y="6968696"/>
            <a:ext cx="419100" cy="419100"/>
          </a:xfrm>
        </p:spPr>
        <p:txBody>
          <a:bodyPr anchor="ctr">
            <a:noAutofit/>
          </a:bodyPr>
          <a:lstStyle>
            <a:lvl1pPr algn="ctr">
              <a:defRPr sz="16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171" name="Текст 39">
            <a:extLst>
              <a:ext uri="{FF2B5EF4-FFF2-40B4-BE49-F238E27FC236}">
                <a16:creationId xmlns:a16="http://schemas.microsoft.com/office/drawing/2014/main" id="{342FA4F9-D0DD-6C31-9367-9169D26B0F4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32692" y="7545092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4" name="Рисунок 16">
            <a:extLst>
              <a:ext uri="{FF2B5EF4-FFF2-40B4-BE49-F238E27FC236}">
                <a16:creationId xmlns:a16="http://schemas.microsoft.com/office/drawing/2014/main" id="{431613E3-A76C-7A3E-79A1-2CC8A53E634B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11689492" y="3368509"/>
            <a:ext cx="245105" cy="23955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6">
            <a:extLst>
              <a:ext uri="{FF2B5EF4-FFF2-40B4-BE49-F238E27FC236}">
                <a16:creationId xmlns:a16="http://schemas.microsoft.com/office/drawing/2014/main" id="{149590A7-FFA3-344C-0F0D-27ED65EA43CB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4140460" y="3368509"/>
            <a:ext cx="245105" cy="23955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990F34E3-8731-C9DB-16F2-8EE5868525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9E3FCA17-D7AB-FF82-09DB-577DDB3DB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B115E20B-78B2-0950-8D06-018BE14478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6685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диаграмм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963EB750-7331-E33F-912D-B0874AAA9528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9391648" y="2476500"/>
            <a:ext cx="7943849" cy="6543675"/>
          </a:xfrm>
          <a:prstGeom prst="roundRect">
            <a:avLst>
              <a:gd name="adj" fmla="val 9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B2741B01-825A-7674-CFD4-EF2630FA539F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964043" y="2466446"/>
            <a:ext cx="7943849" cy="6543675"/>
          </a:xfrm>
          <a:prstGeom prst="roundRect">
            <a:avLst>
              <a:gd name="adj" fmla="val 9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2" name="Диаграмма 22">
            <a:extLst>
              <a:ext uri="{FF2B5EF4-FFF2-40B4-BE49-F238E27FC236}">
                <a16:creationId xmlns:a16="http://schemas.microsoft.com/office/drawing/2014/main" id="{41DBB872-D507-7D27-7720-2B7267A2B287}"/>
              </a:ext>
            </a:extLst>
          </p:cNvPr>
          <p:cNvSpPr>
            <a:spLocks noGrp="1"/>
          </p:cNvSpPr>
          <p:nvPr>
            <p:ph type="chart" sz="quarter" idx="76" hasCustomPrompt="1"/>
          </p:nvPr>
        </p:nvSpPr>
        <p:spPr>
          <a:xfrm>
            <a:off x="11225287" y="3983471"/>
            <a:ext cx="4299432" cy="4299431"/>
          </a:xfrm>
        </p:spPr>
        <p:txBody>
          <a:bodyPr anchor="ctr">
            <a:normAutofit/>
          </a:bodyPr>
          <a:lstStyle>
            <a:lvl1pPr algn="ctr">
              <a:defRPr sz="20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27" name="Текст 39">
            <a:extLst>
              <a:ext uri="{FF2B5EF4-FFF2-40B4-BE49-F238E27FC236}">
                <a16:creationId xmlns:a16="http://schemas.microsoft.com/office/drawing/2014/main" id="{A5A47C6B-E69D-1238-BF76-327A4A78908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78059" y="4342100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128" name="Текст 39">
            <a:extLst>
              <a:ext uri="{FF2B5EF4-FFF2-40B4-BE49-F238E27FC236}">
                <a16:creationId xmlns:a16="http://schemas.microsoft.com/office/drawing/2014/main" id="{7521124C-2AEF-20B9-1522-FBC4282F967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778059" y="3806227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15310FBD-2051-D1A6-9F69-E7613F49FE5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5326243" y="4342100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0CE4560E-8290-EA92-AEE5-C9D7E4186568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5326243" y="3806227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3FAAC817-9028-F9ED-2F0C-29897C80D16D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9778059" y="8135624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A0DF1D1B-50B4-9C21-3040-F5A30F3E1AA1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778059" y="7599751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5DCDE957-08E3-E294-8430-FBEF8A48037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5326243" y="8135624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252B2460-F4FC-6875-F686-7203EBD1FDCD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5326243" y="7599751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7F584D5A-7C9E-B7E3-AB0C-9187F1EF89C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717742" y="2812295"/>
            <a:ext cx="3291661" cy="580587"/>
          </a:xfrm>
        </p:spPr>
        <p:txBody>
          <a:bodyPr anchor="ctr">
            <a:noAutofit/>
          </a:bodyPr>
          <a:lstStyle>
            <a:lvl1pPr algn="ctr"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максимум в две строки</a:t>
            </a:r>
          </a:p>
        </p:txBody>
      </p:sp>
      <p:sp>
        <p:nvSpPr>
          <p:cNvPr id="34" name="Диаграмма 22">
            <a:extLst>
              <a:ext uri="{FF2B5EF4-FFF2-40B4-BE49-F238E27FC236}">
                <a16:creationId xmlns:a16="http://schemas.microsoft.com/office/drawing/2014/main" id="{72ED7AE1-AA07-F5B4-8373-CAD8AE6A49F8}"/>
              </a:ext>
            </a:extLst>
          </p:cNvPr>
          <p:cNvSpPr>
            <a:spLocks noGrp="1"/>
          </p:cNvSpPr>
          <p:nvPr>
            <p:ph type="chart" sz="quarter" idx="83" hasCustomPrompt="1"/>
          </p:nvPr>
        </p:nvSpPr>
        <p:spPr>
          <a:xfrm>
            <a:off x="2785622" y="3983471"/>
            <a:ext cx="4299432" cy="4299431"/>
          </a:xfrm>
        </p:spPr>
        <p:txBody>
          <a:bodyPr anchor="ctr">
            <a:normAutofit/>
          </a:bodyPr>
          <a:lstStyle>
            <a:lvl1pPr algn="ctr">
              <a:defRPr sz="20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D525A173-4FB9-DAC1-A8BD-A4AEA8D261D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338394" y="4342100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99C07193-5247-90F0-095B-88C4867B1B98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338394" y="3806227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5A6E49BD-B7A1-B7B5-DB6B-0780AB8296D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6886578" y="4342100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BD132BAC-676E-9BE1-A46A-29AFA5C75A17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886578" y="3806227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F00C6693-EE5C-997B-784C-36B91C0DECCF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338394" y="8135624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70A26CB-4A56-9602-6673-84878A75E4C3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338394" y="7599751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5CCA07B8-DE56-808F-BC36-C18EF3BF46F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6886578" y="8135624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85E82FAC-37D9-4710-D4A9-4BAB64B6E9C2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6886578" y="7599751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3" name="Текст 39">
            <a:extLst>
              <a:ext uri="{FF2B5EF4-FFF2-40B4-BE49-F238E27FC236}">
                <a16:creationId xmlns:a16="http://schemas.microsoft.com/office/drawing/2014/main" id="{C9DAFA5D-2018-DCBB-B85F-638C7319D463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3278077" y="2812295"/>
            <a:ext cx="3291661" cy="580587"/>
          </a:xfrm>
        </p:spPr>
        <p:txBody>
          <a:bodyPr anchor="ctr">
            <a:noAutofit/>
          </a:bodyPr>
          <a:lstStyle>
            <a:lvl1pPr algn="ctr"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максимум в две строки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04E64466-5A38-10FB-8FEA-AE21140B5AB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9E73B096-CA8F-C801-98BF-BB97CD6062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07CDF973-87D6-9944-47A0-B29B54C458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6803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и 4 плашки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1">
            <a:extLst>
              <a:ext uri="{FF2B5EF4-FFF2-40B4-BE49-F238E27FC236}">
                <a16:creationId xmlns:a16="http://schemas.microsoft.com/office/drawing/2014/main" id="{F4237B99-72F8-158D-133D-A7AA22516763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952500" y="2924175"/>
            <a:ext cx="3924300" cy="3048000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C7E232AC-894B-76BC-EEC6-3EE81911E8E7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5101167" y="2924175"/>
            <a:ext cx="3924300" cy="3048000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D47BBA13-8FB6-5C11-BE4C-631DE3CABB85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952500" y="6192308"/>
            <a:ext cx="3924300" cy="3048000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1">
            <a:extLst>
              <a:ext uri="{FF2B5EF4-FFF2-40B4-BE49-F238E27FC236}">
                <a16:creationId xmlns:a16="http://schemas.microsoft.com/office/drawing/2014/main" id="{E7E3888E-47AB-1986-B901-E66A26AE91F8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5101167" y="6192308"/>
            <a:ext cx="3924300" cy="3048000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1">
            <a:extLst>
              <a:ext uri="{FF2B5EF4-FFF2-40B4-BE49-F238E27FC236}">
                <a16:creationId xmlns:a16="http://schemas.microsoft.com/office/drawing/2014/main" id="{838DFD1D-D576-3375-1310-226BEEBC58FE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9255214" y="2430784"/>
            <a:ext cx="8080284" cy="6815930"/>
          </a:xfrm>
          <a:prstGeom prst="roundRect">
            <a:avLst>
              <a:gd name="adj" fmla="val 5656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2" name="Диаграмма 22">
            <a:extLst>
              <a:ext uri="{FF2B5EF4-FFF2-40B4-BE49-F238E27FC236}">
                <a16:creationId xmlns:a16="http://schemas.microsoft.com/office/drawing/2014/main" id="{41DBB872-D507-7D27-7720-2B7267A2B287}"/>
              </a:ext>
            </a:extLst>
          </p:cNvPr>
          <p:cNvSpPr>
            <a:spLocks noGrp="1"/>
          </p:cNvSpPr>
          <p:nvPr>
            <p:ph type="chart" sz="quarter" idx="76" hasCustomPrompt="1"/>
          </p:nvPr>
        </p:nvSpPr>
        <p:spPr>
          <a:xfrm>
            <a:off x="9514702" y="2656703"/>
            <a:ext cx="7599405" cy="6240161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7F584D5A-7C9E-B7E3-AB0C-9187F1EF89C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78878" y="2819089"/>
            <a:ext cx="2134182" cy="1026280"/>
          </a:xfrm>
        </p:spPr>
        <p:txBody>
          <a:bodyPr anchor="t">
            <a:noAutofit/>
          </a:bodyPr>
          <a:lstStyle>
            <a:lvl1pPr algn="l"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BE774155-E7B6-4A81-4223-9193F1F79D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93171" y="4448175"/>
            <a:ext cx="3242957" cy="11741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4A78E65A-0385-A613-7B3C-4250DA494EE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1" y="2430783"/>
            <a:ext cx="8077200" cy="343925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8" name="Текст 39">
            <a:extLst>
              <a:ext uri="{FF2B5EF4-FFF2-40B4-BE49-F238E27FC236}">
                <a16:creationId xmlns:a16="http://schemas.microsoft.com/office/drawing/2014/main" id="{BE5EF889-6BC6-3F23-1377-AA4BBC323BE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293171" y="3983471"/>
            <a:ext cx="32429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584CD762-E43F-5D94-93A9-078D1BDCD625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445042" y="4448175"/>
            <a:ext cx="3242957" cy="11741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52" name="Текст 39">
            <a:extLst>
              <a:ext uri="{FF2B5EF4-FFF2-40B4-BE49-F238E27FC236}">
                <a16:creationId xmlns:a16="http://schemas.microsoft.com/office/drawing/2014/main" id="{1303B3F3-2FB1-987C-CEBF-FACC5AC8871E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5445042" y="3983471"/>
            <a:ext cx="32429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FC4F5B6A-EB96-6A25-7F81-D22679FDE66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293171" y="7722715"/>
            <a:ext cx="3242957" cy="11741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56" name="Текст 39">
            <a:extLst>
              <a:ext uri="{FF2B5EF4-FFF2-40B4-BE49-F238E27FC236}">
                <a16:creationId xmlns:a16="http://schemas.microsoft.com/office/drawing/2014/main" id="{605B58AD-7493-C27C-979B-E2EAD4ED9DC7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293171" y="7258011"/>
            <a:ext cx="32429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8" name="Текст 39">
            <a:extLst>
              <a:ext uri="{FF2B5EF4-FFF2-40B4-BE49-F238E27FC236}">
                <a16:creationId xmlns:a16="http://schemas.microsoft.com/office/drawing/2014/main" id="{46C2484D-BB1A-BAB0-BDE7-5F101233C471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5445042" y="7722715"/>
            <a:ext cx="3242957" cy="11741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60" name="Текст 39">
            <a:extLst>
              <a:ext uri="{FF2B5EF4-FFF2-40B4-BE49-F238E27FC236}">
                <a16:creationId xmlns:a16="http://schemas.microsoft.com/office/drawing/2014/main" id="{58BAC386-5B9D-8492-7C85-F665C303DEB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5445042" y="7258011"/>
            <a:ext cx="32429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" name="Рисунок 16">
            <a:extLst>
              <a:ext uri="{FF2B5EF4-FFF2-40B4-BE49-F238E27FC236}">
                <a16:creationId xmlns:a16="http://schemas.microsoft.com/office/drawing/2014/main" id="{B1CAD812-2F39-E13D-B7AD-0618FB21DD9C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1293171" y="3309883"/>
            <a:ext cx="533400" cy="5334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6">
            <a:extLst>
              <a:ext uri="{FF2B5EF4-FFF2-40B4-BE49-F238E27FC236}">
                <a16:creationId xmlns:a16="http://schemas.microsoft.com/office/drawing/2014/main" id="{E4B26442-601D-F492-7DE8-B715F77B4F44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>
            <a:off x="5438451" y="3309883"/>
            <a:ext cx="533400" cy="5334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6">
            <a:extLst>
              <a:ext uri="{FF2B5EF4-FFF2-40B4-BE49-F238E27FC236}">
                <a16:creationId xmlns:a16="http://schemas.microsoft.com/office/drawing/2014/main" id="{CD36D23D-0746-8A31-AE97-AE108A50AB80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1293171" y="6584306"/>
            <a:ext cx="533400" cy="5334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Рисунок 16">
            <a:extLst>
              <a:ext uri="{FF2B5EF4-FFF2-40B4-BE49-F238E27FC236}">
                <a16:creationId xmlns:a16="http://schemas.microsoft.com/office/drawing/2014/main" id="{8640EE6E-48D9-F1C2-40F9-B608F87923C6}"/>
              </a:ext>
            </a:extLst>
          </p:cNvPr>
          <p:cNvSpPr>
            <a:spLocks noGrp="1"/>
          </p:cNvSpPr>
          <p:nvPr>
            <p:ph type="pic" sz="quarter" idx="100" hasCustomPrompt="1"/>
          </p:nvPr>
        </p:nvSpPr>
        <p:spPr>
          <a:xfrm>
            <a:off x="5438451" y="6584306"/>
            <a:ext cx="533400" cy="5334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D2C90F05-F8E0-A4C8-BCB8-0AD926E02C6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128A2394-98B7-682E-6327-21548CFA5B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8E9AAAA3-EA2D-713D-26B0-537233C3EC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2715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и 2 маленьких диаграммы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11">
            <a:extLst>
              <a:ext uri="{FF2B5EF4-FFF2-40B4-BE49-F238E27FC236}">
                <a16:creationId xmlns:a16="http://schemas.microsoft.com/office/drawing/2014/main" id="{EDE4FD2C-EB0D-7542-ED1D-F1B51474D8B9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952500" y="2450754"/>
            <a:ext cx="3924300" cy="3258068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95283A4C-C7CA-16F1-7D64-276FC6DD2069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5103858" y="2430784"/>
            <a:ext cx="8080284" cy="6815930"/>
          </a:xfrm>
          <a:prstGeom prst="roundRect">
            <a:avLst>
              <a:gd name="adj" fmla="val 5656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1">
            <a:extLst>
              <a:ext uri="{FF2B5EF4-FFF2-40B4-BE49-F238E27FC236}">
                <a16:creationId xmlns:a16="http://schemas.microsoft.com/office/drawing/2014/main" id="{055D0675-347D-0C3E-0478-DA42A5DFD309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952500" y="5955954"/>
            <a:ext cx="3924300" cy="3258068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1">
            <a:extLst>
              <a:ext uri="{FF2B5EF4-FFF2-40B4-BE49-F238E27FC236}">
                <a16:creationId xmlns:a16="http://schemas.microsoft.com/office/drawing/2014/main" id="{45B05521-E4E5-75C5-4DD4-2EFCE50EA327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13485858" y="2430784"/>
            <a:ext cx="3845931" cy="4767545"/>
          </a:xfrm>
          <a:prstGeom prst="roundRect">
            <a:avLst>
              <a:gd name="adj" fmla="val 5656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1">
            <a:extLst>
              <a:ext uri="{FF2B5EF4-FFF2-40B4-BE49-F238E27FC236}">
                <a16:creationId xmlns:a16="http://schemas.microsoft.com/office/drawing/2014/main" id="{D29B5086-C400-8A90-53E1-2E3505F75829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13485858" y="7445549"/>
            <a:ext cx="3845931" cy="1767847"/>
          </a:xfrm>
          <a:prstGeom prst="roundRect">
            <a:avLst>
              <a:gd name="adj" fmla="val 5656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2" name="Диаграмма 22">
            <a:extLst>
              <a:ext uri="{FF2B5EF4-FFF2-40B4-BE49-F238E27FC236}">
                <a16:creationId xmlns:a16="http://schemas.microsoft.com/office/drawing/2014/main" id="{41DBB872-D507-7D27-7720-2B7267A2B287}"/>
              </a:ext>
            </a:extLst>
          </p:cNvPr>
          <p:cNvSpPr>
            <a:spLocks noGrp="1"/>
          </p:cNvSpPr>
          <p:nvPr>
            <p:ph type="chart" sz="quarter" idx="76" hasCustomPrompt="1"/>
          </p:nvPr>
        </p:nvSpPr>
        <p:spPr>
          <a:xfrm>
            <a:off x="5344297" y="2656703"/>
            <a:ext cx="7599405" cy="6240161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7F584D5A-7C9E-B7E3-AB0C-9187F1EF89C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08473" y="2819089"/>
            <a:ext cx="2134182" cy="1026280"/>
          </a:xfrm>
        </p:spPr>
        <p:txBody>
          <a:bodyPr anchor="t">
            <a:noAutofit/>
          </a:bodyPr>
          <a:lstStyle>
            <a:lvl1pPr algn="l"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BE774155-E7B6-4A81-4223-9193F1F79D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93171" y="4757353"/>
            <a:ext cx="3242957" cy="741401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FC4F5B6A-EB96-6A25-7F81-D22679FDE66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293171" y="8254319"/>
            <a:ext cx="3242957" cy="741401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6" name="Диаграмма 22">
            <a:extLst>
              <a:ext uri="{FF2B5EF4-FFF2-40B4-BE49-F238E27FC236}">
                <a16:creationId xmlns:a16="http://schemas.microsoft.com/office/drawing/2014/main" id="{B53C3BA4-F962-0AB7-521E-361352D8303D}"/>
              </a:ext>
            </a:extLst>
          </p:cNvPr>
          <p:cNvSpPr>
            <a:spLocks noGrp="1"/>
          </p:cNvSpPr>
          <p:nvPr>
            <p:ph type="chart" sz="quarter" idx="81" hasCustomPrompt="1"/>
          </p:nvPr>
        </p:nvSpPr>
        <p:spPr>
          <a:xfrm>
            <a:off x="1278925" y="2656703"/>
            <a:ext cx="3257204" cy="2100649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Диаграмма 22">
            <a:extLst>
              <a:ext uri="{FF2B5EF4-FFF2-40B4-BE49-F238E27FC236}">
                <a16:creationId xmlns:a16="http://schemas.microsoft.com/office/drawing/2014/main" id="{C1727DBE-AE25-89FA-F39E-E0F77F24DC94}"/>
              </a:ext>
            </a:extLst>
          </p:cNvPr>
          <p:cNvSpPr>
            <a:spLocks noGrp="1"/>
          </p:cNvSpPr>
          <p:nvPr>
            <p:ph type="chart" sz="quarter" idx="82" hasCustomPrompt="1"/>
          </p:nvPr>
        </p:nvSpPr>
        <p:spPr>
          <a:xfrm>
            <a:off x="1278925" y="6153665"/>
            <a:ext cx="3257204" cy="2100649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C2AD7E35-0559-4579-F5F6-842810BA7FA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3834311" y="4855572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990D3A22-2ABE-E52A-58D7-E3F1DA3BAE1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834311" y="4193194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6B903A68-BC9F-2DD3-5AB4-C9F1982F1BFF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3834311" y="3445721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BE03F46F-B49B-E07A-4492-77F491498C39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3834311" y="2783343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8711788C-BEE2-5074-90E7-9C9721F4884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3834311" y="6385093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9AA15519-FE2A-6902-4D52-E425CC37C333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3834311" y="5722715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BDAC90A8-E57F-6EFE-FA8A-0451B229E0BF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3834311" y="8497291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5377FAA7-6686-AC92-7D0B-83DB6CCD0A07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3834311" y="7834913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5" name="Рисунок 3">
            <a:extLst>
              <a:ext uri="{FF2B5EF4-FFF2-40B4-BE49-F238E27FC236}">
                <a16:creationId xmlns:a16="http://schemas.microsoft.com/office/drawing/2014/main" id="{C83B49DF-59E2-DD10-495B-1CD73E327B7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C76C3230-DE9D-6BED-4E07-8650AE8E27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9E69A87E-BF91-E470-FB1A-0BFE9DFFABA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8102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ирокая диаграмм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с двумя скругленными соседними углами 15">
            <a:extLst>
              <a:ext uri="{FF2B5EF4-FFF2-40B4-BE49-F238E27FC236}">
                <a16:creationId xmlns:a16="http://schemas.microsoft.com/office/drawing/2014/main" id="{E6500356-6291-724E-4ED9-B7BB13C1FCFA}"/>
              </a:ext>
            </a:extLst>
          </p:cNvPr>
          <p:cNvSpPr/>
          <p:nvPr userDrawn="1"/>
        </p:nvSpPr>
        <p:spPr>
          <a:xfrm>
            <a:off x="0" y="5529263"/>
            <a:ext cx="18288000" cy="4757737"/>
          </a:xfrm>
          <a:prstGeom prst="round2Same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51615472-83C7-05DE-D048-AF2305CB6E6E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952500" y="2450754"/>
            <a:ext cx="5289236" cy="2754660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9D294787-FA00-BA37-3CD5-E82DE7A903F9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6506633" y="2450754"/>
            <a:ext cx="5289236" cy="2754660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1">
            <a:extLst>
              <a:ext uri="{FF2B5EF4-FFF2-40B4-BE49-F238E27FC236}">
                <a16:creationId xmlns:a16="http://schemas.microsoft.com/office/drawing/2014/main" id="{F7D8326C-AE8E-C344-DCFF-D4BDD72DE1E8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12060766" y="2450754"/>
            <a:ext cx="5289236" cy="2754660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1">
            <a:extLst>
              <a:ext uri="{FF2B5EF4-FFF2-40B4-BE49-F238E27FC236}">
                <a16:creationId xmlns:a16="http://schemas.microsoft.com/office/drawing/2014/main" id="{7AEBFA7B-7BA7-3E07-2217-CA5DA04FDDB7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952500" y="6226887"/>
            <a:ext cx="16397502" cy="3298112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8" name="Диаграмма 22">
            <a:extLst>
              <a:ext uri="{FF2B5EF4-FFF2-40B4-BE49-F238E27FC236}">
                <a16:creationId xmlns:a16="http://schemas.microsoft.com/office/drawing/2014/main" id="{99FB3197-63CE-5811-B992-37EE1592C0D6}"/>
              </a:ext>
            </a:extLst>
          </p:cNvPr>
          <p:cNvSpPr>
            <a:spLocks noGrp="1"/>
          </p:cNvSpPr>
          <p:nvPr>
            <p:ph type="chart" sz="quarter" idx="81" hasCustomPrompt="1"/>
          </p:nvPr>
        </p:nvSpPr>
        <p:spPr>
          <a:xfrm>
            <a:off x="1257358" y="6531360"/>
            <a:ext cx="15773284" cy="2669790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5F3A10F4-C8E3-DEFF-E0B7-F35236A2B01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57358" y="2752142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26991E04-A291-8195-E377-666E93B02E5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4086" y="2752142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D10B3412-D21A-8E2A-B67E-7C65CF3722F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329913" y="2752142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50C8128F-6DC5-2AFC-73DE-B99DFEFAC3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57359" y="3765253"/>
            <a:ext cx="4686242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712EE35B-1A64-41AE-B090-DF985A1355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94085" y="3765253"/>
            <a:ext cx="4686242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B66AE09D-62B8-6993-56EE-2B8EF53B90A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2329912" y="3765253"/>
            <a:ext cx="4686242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7698BC26-2F44-2A13-80C5-8BC586BF91F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57358" y="6516641"/>
            <a:ext cx="7422878" cy="374483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F25F514E-D039-F4C8-1CF0-2822DA8083CF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5078437" y="2737272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2BAB7E50-A232-CD9E-0267-47EB2B9059F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0635176" y="2737272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3B036E63-6150-EEEC-F1B5-8D3ADD0265DF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16149711" y="2737272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ED35CF9C-AF02-EF02-E004-4758C199853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Текст 16">
            <a:extLst>
              <a:ext uri="{FF2B5EF4-FFF2-40B4-BE49-F238E27FC236}">
                <a16:creationId xmlns:a16="http://schemas.microsoft.com/office/drawing/2014/main" id="{E0B5351E-8BAE-CD46-11CC-EDCE7A36F2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4" name="Текст 16">
            <a:extLst>
              <a:ext uri="{FF2B5EF4-FFF2-40B4-BE49-F238E27FC236}">
                <a16:creationId xmlns:a16="http://schemas.microsoft.com/office/drawing/2014/main" id="{5C6BDAC1-5E65-E4B0-21E8-7A0067477E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1576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плашки и диаграмм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11">
            <a:extLst>
              <a:ext uri="{FF2B5EF4-FFF2-40B4-BE49-F238E27FC236}">
                <a16:creationId xmlns:a16="http://schemas.microsoft.com/office/drawing/2014/main" id="{492CFB1F-507E-8A35-BD4C-CEC156F16961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7915276" y="1730376"/>
            <a:ext cx="4571999" cy="2102174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Рисунок 11">
            <a:extLst>
              <a:ext uri="{FF2B5EF4-FFF2-40B4-BE49-F238E27FC236}">
                <a16:creationId xmlns:a16="http://schemas.microsoft.com/office/drawing/2014/main" id="{D3D36CCE-114B-6898-B76A-803A69AA719E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12775142" y="1730376"/>
            <a:ext cx="4571999" cy="2102174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11">
            <a:extLst>
              <a:ext uri="{FF2B5EF4-FFF2-40B4-BE49-F238E27FC236}">
                <a16:creationId xmlns:a16="http://schemas.microsoft.com/office/drawing/2014/main" id="{D0230DE3-53E9-5185-856C-BA9228F83D1A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7915276" y="4117976"/>
            <a:ext cx="4571999" cy="2102174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Рисунок 11">
            <a:extLst>
              <a:ext uri="{FF2B5EF4-FFF2-40B4-BE49-F238E27FC236}">
                <a16:creationId xmlns:a16="http://schemas.microsoft.com/office/drawing/2014/main" id="{4852F8FD-98A0-4FAD-2E70-00FEA4B316AE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>
            <a:off x="12775142" y="4117976"/>
            <a:ext cx="4571999" cy="2102174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Прямоугольник с двумя скругленными соседними углами 13">
            <a:extLst>
              <a:ext uri="{FF2B5EF4-FFF2-40B4-BE49-F238E27FC236}">
                <a16:creationId xmlns:a16="http://schemas.microsoft.com/office/drawing/2014/main" id="{AF02ABEF-8C51-7E44-6826-3B907F1A905E}"/>
              </a:ext>
            </a:extLst>
          </p:cNvPr>
          <p:cNvSpPr/>
          <p:nvPr userDrawn="1"/>
        </p:nvSpPr>
        <p:spPr>
          <a:xfrm rot="5400000">
            <a:off x="-1452562" y="1452565"/>
            <a:ext cx="10286998" cy="7381873"/>
          </a:xfrm>
          <a:prstGeom prst="round2SameRect">
            <a:avLst>
              <a:gd name="adj1" fmla="val 9406"/>
              <a:gd name="adj2" fmla="val 0"/>
            </a:avLst>
          </a:prstGeom>
          <a:gradFill flip="none" rotWithShape="1">
            <a:gsLst>
              <a:gs pos="0">
                <a:srgbClr val="F60428"/>
              </a:gs>
              <a:gs pos="50000">
                <a:srgbClr val="FF254A"/>
              </a:gs>
              <a:gs pos="100000">
                <a:srgbClr val="E4106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838462AE-EB10-8D06-4649-33EDBFDA55A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57090" y="6381750"/>
            <a:ext cx="5511370" cy="3248025"/>
          </a:xfrm>
        </p:spPr>
        <p:txBody>
          <a:bodyPr>
            <a:noAutofit/>
          </a:bodyPr>
          <a:lstStyle>
            <a:lvl1pPr algn="l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0" name="Заголовок 12">
            <a:extLst>
              <a:ext uri="{FF2B5EF4-FFF2-40B4-BE49-F238E27FC236}">
                <a16:creationId xmlns:a16="http://schemas.microsoft.com/office/drawing/2014/main" id="{365CB8E5-8859-3BE9-38DB-46FD9B730A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59" y="762000"/>
            <a:ext cx="5531201" cy="1264330"/>
          </a:xfrm>
        </p:spPr>
        <p:txBody>
          <a:bodyPr anchor="t"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 dirty="0"/>
              <a:t>Заголовок слайда в несколько строк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2E02FB4D-7CB4-CD59-433A-C9AE2A25AD26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8137831" y="2464703"/>
            <a:ext cx="3963682" cy="106622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C849E0A8-53AB-8B22-18B8-E83E1EB5FB24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8137830" y="2026330"/>
            <a:ext cx="3963683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39">
            <a:extLst>
              <a:ext uri="{FF2B5EF4-FFF2-40B4-BE49-F238E27FC236}">
                <a16:creationId xmlns:a16="http://schemas.microsoft.com/office/drawing/2014/main" id="{427BC4CF-84E0-BD3B-06E0-61F1D6DFEE1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3059924" y="2464703"/>
            <a:ext cx="3913626" cy="106622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98882353-99F4-0CE0-E1EE-B8D20FCA60B0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3059924" y="2026330"/>
            <a:ext cx="3913626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10C6C7DF-D272-1280-67D6-234C3184E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137831" y="4850716"/>
            <a:ext cx="3963682" cy="106622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96B49D4D-7842-DD88-65BA-881B4CC76B4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137830" y="4412343"/>
            <a:ext cx="3963683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E1DF3BD0-4DFF-786B-7016-F219BCA7DC2E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3059924" y="4850716"/>
            <a:ext cx="3913626" cy="106622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68B408ED-CE4D-C8F2-54D7-54304FEF8144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3059924" y="4412343"/>
            <a:ext cx="3913626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Диаграмма 22">
            <a:extLst>
              <a:ext uri="{FF2B5EF4-FFF2-40B4-BE49-F238E27FC236}">
                <a16:creationId xmlns:a16="http://schemas.microsoft.com/office/drawing/2014/main" id="{CDFAECBB-4B99-302E-AE23-D560D31FE042}"/>
              </a:ext>
            </a:extLst>
          </p:cNvPr>
          <p:cNvSpPr>
            <a:spLocks noGrp="1"/>
          </p:cNvSpPr>
          <p:nvPr>
            <p:ph type="chart" sz="quarter" idx="85" hasCustomPrompt="1"/>
          </p:nvPr>
        </p:nvSpPr>
        <p:spPr>
          <a:xfrm>
            <a:off x="7915276" y="6472237"/>
            <a:ext cx="9435464" cy="2886075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3">
            <a:extLst>
              <a:ext uri="{FF2B5EF4-FFF2-40B4-BE49-F238E27FC236}">
                <a16:creationId xmlns:a16="http://schemas.microsoft.com/office/drawing/2014/main" id="{B41D15D3-2046-9C28-C205-3037B0DF13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Текст 16">
            <a:extLst>
              <a:ext uri="{FF2B5EF4-FFF2-40B4-BE49-F238E27FC236}">
                <a16:creationId xmlns:a16="http://schemas.microsoft.com/office/drawing/2014/main" id="{14F8FB78-D91B-59BE-F6AE-43805415C4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1A3986A0-2C19-7105-8211-FFBF024569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9927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9" name="Таблица 8">
            <a:extLst>
              <a:ext uri="{FF2B5EF4-FFF2-40B4-BE49-F238E27FC236}">
                <a16:creationId xmlns:a16="http://schemas.microsoft.com/office/drawing/2014/main" id="{31E21953-0FDD-E16A-6A25-EE3886677AE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371725"/>
            <a:ext cx="16383000" cy="6886575"/>
          </a:xfrm>
        </p:spPr>
        <p:txBody>
          <a:bodyPr anchor="t">
            <a:normAutofit/>
          </a:bodyPr>
          <a:lstStyle>
            <a:lvl1pPr algn="ctr">
              <a:defRPr sz="2000"/>
            </a:lvl1pPr>
          </a:lstStyle>
          <a:p>
            <a:endParaRPr lang="ru-RU" dirty="0"/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591CEDDF-C0C7-DC9A-ECFE-97B1127D6D6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2A5228D5-C5E1-A993-F3CF-F63D2E8966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6473B929-5F65-6941-635D-5D0D40762D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7129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и текс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9" name="Таблица 8">
            <a:extLst>
              <a:ext uri="{FF2B5EF4-FFF2-40B4-BE49-F238E27FC236}">
                <a16:creationId xmlns:a16="http://schemas.microsoft.com/office/drawing/2014/main" id="{31E21953-0FDD-E16A-6A25-EE3886677AE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371725"/>
            <a:ext cx="11191875" cy="6886575"/>
          </a:xfrm>
        </p:spPr>
        <p:txBody>
          <a:bodyPr anchor="t">
            <a:normAutofit/>
          </a:bodyPr>
          <a:lstStyle>
            <a:lvl1pPr algn="ctr">
              <a:defRPr sz="2000"/>
            </a:lvl1pPr>
          </a:lstStyle>
          <a:p>
            <a:endParaRPr lang="ru-RU" dirty="0"/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699461D0-8D95-D64A-AEEF-494F29536731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3271804" y="2810098"/>
            <a:ext cx="4063695" cy="644820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D2716094-9B98-C320-C6CE-8BAB530BB8B4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3271804" y="2371725"/>
            <a:ext cx="4063696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E7A4F538-02EA-F26D-A1C3-E295ACFBD2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76871614-B40B-D06C-366E-1B7EDC30A8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40A9CF8B-AEB8-B5CB-B4C7-6AD3210D09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Рисунок 5">
            <a:extLst>
              <a:ext uri="{FF2B5EF4-FFF2-40B4-BE49-F238E27FC236}">
                <a16:creationId xmlns:a16="http://schemas.microsoft.com/office/drawing/2014/main" id="{2A995278-454F-AFCD-DD59-D4B1DD567555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12589040" y="5703466"/>
            <a:ext cx="299676" cy="661466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11407" b="11407"/>
            </a:stretch>
          </a:blipFill>
        </p:spPr>
        <p:txBody>
          <a:bodyPr>
            <a:noAutofit/>
          </a:bodyPr>
          <a:lstStyle>
            <a:lvl1pPr>
              <a:defRPr sz="18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7185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булле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с двумя скругленными соседними углами 13">
            <a:extLst>
              <a:ext uri="{FF2B5EF4-FFF2-40B4-BE49-F238E27FC236}">
                <a16:creationId xmlns:a16="http://schemas.microsoft.com/office/drawing/2014/main" id="{AF02ABEF-8C51-7E44-6826-3B907F1A905E}"/>
              </a:ext>
            </a:extLst>
          </p:cNvPr>
          <p:cNvSpPr/>
          <p:nvPr userDrawn="1"/>
        </p:nvSpPr>
        <p:spPr>
          <a:xfrm rot="5400000">
            <a:off x="-1452562" y="1452565"/>
            <a:ext cx="10286998" cy="7381873"/>
          </a:xfrm>
          <a:prstGeom prst="round2SameRect">
            <a:avLst>
              <a:gd name="adj1" fmla="val 9406"/>
              <a:gd name="adj2" fmla="val 0"/>
            </a:avLst>
          </a:prstGeom>
          <a:gradFill flip="none" rotWithShape="1">
            <a:gsLst>
              <a:gs pos="0">
                <a:srgbClr val="F60428"/>
              </a:gs>
              <a:gs pos="50000">
                <a:srgbClr val="FF254A"/>
              </a:gs>
              <a:gs pos="100000">
                <a:srgbClr val="E4106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12">
            <a:extLst>
              <a:ext uri="{FF2B5EF4-FFF2-40B4-BE49-F238E27FC236}">
                <a16:creationId xmlns:a16="http://schemas.microsoft.com/office/drawing/2014/main" id="{365CB8E5-8859-3BE9-38DB-46FD9B730A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4345781"/>
            <a:ext cx="5531200" cy="1595437"/>
          </a:xfrm>
        </p:spPr>
        <p:txBody>
          <a:bodyPr anchor="t"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 dirty="0"/>
              <a:t>Сформулируйте</a:t>
            </a:r>
            <a:br>
              <a:rPr lang="ru-RU" dirty="0"/>
            </a:br>
            <a:r>
              <a:rPr lang="ru-RU" dirty="0"/>
              <a:t>смысловой</a:t>
            </a:r>
            <a:br>
              <a:rPr lang="ru-RU" dirty="0"/>
            </a:br>
            <a:r>
              <a:rPr lang="ru-RU" dirty="0"/>
              <a:t>заголовок</a:t>
            </a:r>
            <a:br>
              <a:rPr lang="ru-RU" dirty="0"/>
            </a:br>
            <a:endParaRPr lang="ru-RU" dirty="0"/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7A2510E2-07F8-43CE-090D-FB16D551819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338167" y="2200276"/>
            <a:ext cx="6067425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430534CE-44F6-2C98-9C1B-12C56FD43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76255" y="2200275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ED82AC88-2D39-5FD9-6FCA-9BA1ADCB427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1338167" y="3871421"/>
            <a:ext cx="6067425" cy="232902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C729BF5A-F143-0E8A-12AA-DF9CF098700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76255" y="3871420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9E53A6FA-4296-2CD0-44D6-F0C81E1A969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1338167" y="6535794"/>
            <a:ext cx="6067425" cy="273433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A9586E6A-CD0C-F440-84C6-9B1D1854AB4B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176255" y="6535793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229512F2-3B5A-730E-A752-AEC246FA54F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18C0B43D-B230-2603-9F8C-DBA32719C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6A27196D-1FB4-98B9-8647-4E181F0F7A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2003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буллет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с двумя скругленными соседними углами 13">
            <a:extLst>
              <a:ext uri="{FF2B5EF4-FFF2-40B4-BE49-F238E27FC236}">
                <a16:creationId xmlns:a16="http://schemas.microsoft.com/office/drawing/2014/main" id="{AF02ABEF-8C51-7E44-6826-3B907F1A905E}"/>
              </a:ext>
            </a:extLst>
          </p:cNvPr>
          <p:cNvSpPr/>
          <p:nvPr userDrawn="1"/>
        </p:nvSpPr>
        <p:spPr>
          <a:xfrm rot="5400000">
            <a:off x="-1452564" y="1452564"/>
            <a:ext cx="10287000" cy="7381873"/>
          </a:xfrm>
          <a:prstGeom prst="round2SameRect">
            <a:avLst>
              <a:gd name="adj1" fmla="val 9406"/>
              <a:gd name="adj2" fmla="val 0"/>
            </a:avLst>
          </a:prstGeom>
          <a:gradFill flip="none" rotWithShape="1">
            <a:gsLst>
              <a:gs pos="0">
                <a:srgbClr val="F60428"/>
              </a:gs>
              <a:gs pos="50000">
                <a:srgbClr val="FF254A"/>
              </a:gs>
              <a:gs pos="100000">
                <a:srgbClr val="E4106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6A63D3F6-1F3C-5B00-5B69-65A8E2A470A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067496" y="5900040"/>
            <a:ext cx="2400965" cy="300408"/>
          </a:xfrm>
        </p:spPr>
        <p:txBody>
          <a:bodyPr anchor="ctr">
            <a:noAutofit/>
          </a:bodyPr>
          <a:lstStyle>
            <a:lvl1pPr algn="l">
              <a:defRPr sz="24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19A81112-2427-A619-5C59-DA5D469AA22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067495" y="6381750"/>
            <a:ext cx="2400965" cy="1724025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79D6796D-C2CC-B661-F557-5C771959DAE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57091" y="5900040"/>
            <a:ext cx="2400965" cy="300408"/>
          </a:xfrm>
        </p:spPr>
        <p:txBody>
          <a:bodyPr anchor="ctr">
            <a:noAutofit/>
          </a:bodyPr>
          <a:lstStyle>
            <a:lvl1pPr algn="l">
              <a:defRPr sz="24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838462AE-EB10-8D06-4649-33EDBFDA55A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57090" y="6381750"/>
            <a:ext cx="2400965" cy="1724025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0" name="Заголовок 12">
            <a:extLst>
              <a:ext uri="{FF2B5EF4-FFF2-40B4-BE49-F238E27FC236}">
                <a16:creationId xmlns:a16="http://schemas.microsoft.com/office/drawing/2014/main" id="{365CB8E5-8859-3BE9-38DB-46FD9B730A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2200275"/>
            <a:ext cx="5531200" cy="1595437"/>
          </a:xfrm>
        </p:spPr>
        <p:txBody>
          <a:bodyPr anchor="t"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 dirty="0"/>
              <a:t>Сформулируйте</a:t>
            </a:r>
            <a:br>
              <a:rPr lang="ru-RU" dirty="0"/>
            </a:br>
            <a:r>
              <a:rPr lang="ru-RU" dirty="0"/>
              <a:t>смысловой</a:t>
            </a:r>
            <a:br>
              <a:rPr lang="ru-RU" dirty="0"/>
            </a:br>
            <a:r>
              <a:rPr lang="ru-RU" dirty="0"/>
              <a:t>заголовок</a:t>
            </a:r>
            <a:br>
              <a:rPr lang="ru-RU" dirty="0"/>
            </a:br>
            <a:endParaRPr lang="ru-RU" dirty="0"/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7A2510E2-07F8-43CE-090D-FB16D551819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338167" y="2200276"/>
            <a:ext cx="6067425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430534CE-44F6-2C98-9C1B-12C56FD43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76255" y="2200275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ED82AC88-2D39-5FD9-6FCA-9BA1ADCB427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1338167" y="3871421"/>
            <a:ext cx="6067425" cy="232902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C729BF5A-F143-0E8A-12AA-DF9CF098700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76255" y="3871420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9E53A6FA-4296-2CD0-44D6-F0C81E1A969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1338167" y="6535794"/>
            <a:ext cx="6067425" cy="273433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A9586E6A-CD0C-F440-84C6-9B1D1854AB4B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176255" y="6535793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4" name="Рисунок 16">
            <a:extLst>
              <a:ext uri="{FF2B5EF4-FFF2-40B4-BE49-F238E27FC236}">
                <a16:creationId xmlns:a16="http://schemas.microsoft.com/office/drawing/2014/main" id="{810C1981-78CC-CC37-FF12-E43CABE289A6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4067495" y="5231350"/>
            <a:ext cx="498686" cy="487388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6">
            <a:extLst>
              <a:ext uri="{FF2B5EF4-FFF2-40B4-BE49-F238E27FC236}">
                <a16:creationId xmlns:a16="http://schemas.microsoft.com/office/drawing/2014/main" id="{CAAD15E5-DAD5-FCC2-15A7-6B616B7C81D4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939982" y="5231350"/>
            <a:ext cx="498686" cy="487388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C13221FB-2180-F387-A591-F125DB09181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FD4E0806-AC15-8514-714C-0364B374A0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D2E554B1-F541-D684-42D6-1F3431C82F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907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й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Текст 39">
            <a:extLst>
              <a:ext uri="{FF2B5EF4-FFF2-40B4-BE49-F238E27FC236}">
                <a16:creationId xmlns:a16="http://schemas.microsoft.com/office/drawing/2014/main" id="{7A2510E2-07F8-43CE-090D-FB16D551819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14412" y="2200276"/>
            <a:ext cx="13236963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430534CE-44F6-2C98-9C1B-12C56FD43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52500" y="2200275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ED82AC88-2D39-5FD9-6FCA-9BA1ADCB427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114412" y="3871421"/>
            <a:ext cx="13236963" cy="232902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C729BF5A-F143-0E8A-12AA-DF9CF098700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52500" y="3871420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9E53A6FA-4296-2CD0-44D6-F0C81E1A969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114412" y="6535794"/>
            <a:ext cx="13236963" cy="273433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A9586E6A-CD0C-F440-84C6-9B1D1854AB4B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52500" y="6535793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C13221FB-2180-F387-A591-F125DB09181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FD4E0806-AC15-8514-714C-0364B374A0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D2E554B1-F541-D684-42D6-1F3431C82F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Заголовок 32">
            <a:extLst>
              <a:ext uri="{FF2B5EF4-FFF2-40B4-BE49-F238E27FC236}">
                <a16:creationId xmlns:a16="http://schemas.microsoft.com/office/drawing/2014/main" id="{DE30DC53-470D-E637-0C29-B7BB01FE87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</p:spTree>
    <p:extLst>
      <p:ext uri="{BB962C8B-B14F-4D97-AF65-F5344CB8AC3E}">
        <p14:creationId xmlns:p14="http://schemas.microsoft.com/office/powerpoint/2010/main" val="2293128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й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Текст 39">
            <a:extLst>
              <a:ext uri="{FF2B5EF4-FFF2-40B4-BE49-F238E27FC236}">
                <a16:creationId xmlns:a16="http://schemas.microsoft.com/office/drawing/2014/main" id="{7A2510E2-07F8-43CE-090D-FB16D551819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2500" y="2200276"/>
            <a:ext cx="16398875" cy="73247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C13221FB-2180-F387-A591-F125DB09181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FD4E0806-AC15-8514-714C-0364B374A0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D2E554B1-F541-D684-42D6-1F3431C82F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Заголовок 32">
            <a:extLst>
              <a:ext uri="{FF2B5EF4-FFF2-40B4-BE49-F238E27FC236}">
                <a16:creationId xmlns:a16="http://schemas.microsoft.com/office/drawing/2014/main" id="{DE30DC53-470D-E637-0C29-B7BB01FE87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</p:spTree>
    <p:extLst>
      <p:ext uri="{BB962C8B-B14F-4D97-AF65-F5344CB8AC3E}">
        <p14:creationId xmlns:p14="http://schemas.microsoft.com/office/powerpoint/2010/main" val="3979259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ольшая цифр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1B5A020-5664-A360-9586-F4AD29C8A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81848" y="3328231"/>
            <a:ext cx="8853652" cy="3630537"/>
          </a:xfrm>
        </p:spPr>
        <p:txBody>
          <a:bodyPr anchor="t">
            <a:noAutofit/>
          </a:bodyPr>
          <a:lstStyle>
            <a:lvl1pPr algn="l">
              <a:defRPr sz="7200"/>
            </a:lvl1pPr>
          </a:lstStyle>
          <a:p>
            <a:r>
              <a:rPr lang="ru-RU" dirty="0"/>
              <a:t>Краткое описание сути показателя</a:t>
            </a:r>
            <a:br>
              <a:rPr lang="ru-RU" dirty="0"/>
            </a:br>
            <a:r>
              <a:rPr lang="ru-RU" dirty="0"/>
              <a:t>с пояснением</a:t>
            </a:r>
            <a:br>
              <a:rPr lang="ru-RU" dirty="0"/>
            </a:br>
            <a:r>
              <a:rPr lang="ru-RU" dirty="0"/>
              <a:t>в 4 строки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3782E30-8FB2-8D9C-47D8-24BA853849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9400" y="1047750"/>
            <a:ext cx="5979948" cy="8135938"/>
          </a:xfrm>
        </p:spPr>
        <p:txBody>
          <a:bodyPr anchor="ctr">
            <a:noAutofit/>
          </a:bodyPr>
          <a:lstStyle>
            <a:lvl1pPr>
              <a:defRPr sz="80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4DA5AA1E-A3A1-68F9-05E5-3B3E076750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8D0EFDB7-9784-AEBB-E45A-4F132CA146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EB6BA0F8-714E-B64C-2509-F761B333E9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5134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изыв к действию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EFD62D56-DB63-ACC9-8ECF-2BE60FAD3F01}"/>
              </a:ext>
            </a:extLst>
          </p:cNvPr>
          <p:cNvSpPr/>
          <p:nvPr userDrawn="1"/>
        </p:nvSpPr>
        <p:spPr>
          <a:xfrm>
            <a:off x="762000" y="762000"/>
            <a:ext cx="16764000" cy="8763000"/>
          </a:xfrm>
          <a:prstGeom prst="roundRect">
            <a:avLst>
              <a:gd name="adj" fmla="val 77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1B5A020-5664-A360-9586-F4AD29C8A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5175" y="5371573"/>
            <a:ext cx="8737650" cy="2715690"/>
          </a:xfrm>
        </p:spPr>
        <p:txBody>
          <a:bodyPr anchor="t">
            <a:noAutofit/>
          </a:bodyPr>
          <a:lstStyle>
            <a:lvl1pPr algn="ctr">
              <a:defRPr sz="7200"/>
            </a:lvl1pPr>
          </a:lstStyle>
          <a:p>
            <a:r>
              <a:rPr lang="ru-RU" dirty="0"/>
              <a:t>Напишите призыв к действию в 2-3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37527" y="8294673"/>
            <a:ext cx="4212946" cy="714375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Краткий текст-пояснение максимум в 2 строки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33EF155-C3A9-FA23-5985-A1BBC8D3C5D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185025" y="1501775"/>
            <a:ext cx="3608388" cy="3608388"/>
          </a:xfrm>
          <a:blipFill>
            <a:blip r:embed="rId4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0985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7619C8B5-B25F-85B2-D358-39D4DFE96488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5429248" y="2825405"/>
            <a:ext cx="4133849" cy="1165570"/>
          </a:xfrm>
          <a:prstGeom prst="roundRect">
            <a:avLst>
              <a:gd name="adj" fmla="val 1390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F7271998-F366-8AAE-20C6-269157EA22EF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5429248" y="4542445"/>
            <a:ext cx="4133849" cy="1165570"/>
          </a:xfrm>
          <a:prstGeom prst="roundRect">
            <a:avLst>
              <a:gd name="adj" fmla="val 1390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1">
            <a:extLst>
              <a:ext uri="{FF2B5EF4-FFF2-40B4-BE49-F238E27FC236}">
                <a16:creationId xmlns:a16="http://schemas.microsoft.com/office/drawing/2014/main" id="{5BAEF347-A30A-414B-28CA-5465D4D761A7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5429248" y="6320445"/>
            <a:ext cx="4133849" cy="1165570"/>
          </a:xfrm>
          <a:prstGeom prst="roundRect">
            <a:avLst>
              <a:gd name="adj" fmla="val 1390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1AACB762-5735-8E78-6867-71D91D9E2E91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9909809" y="3629023"/>
            <a:ext cx="3595722" cy="3086101"/>
          </a:xfrm>
          <a:prstGeom prst="roundRect">
            <a:avLst>
              <a:gd name="adj" fmla="val 8306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9867FD82-C0BB-7AF0-850C-584AC5AB3FAE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>
            <a:off x="13740129" y="3629023"/>
            <a:ext cx="3595722" cy="3086101"/>
          </a:xfrm>
          <a:prstGeom prst="roundRect">
            <a:avLst>
              <a:gd name="adj" fmla="val 8306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1">
            <a:extLst>
              <a:ext uri="{FF2B5EF4-FFF2-40B4-BE49-F238E27FC236}">
                <a16:creationId xmlns:a16="http://schemas.microsoft.com/office/drawing/2014/main" id="{0C16B71B-32E8-6FFD-C529-91B65F18D24C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9909808" y="6955307"/>
            <a:ext cx="7439261" cy="2495550"/>
          </a:xfrm>
          <a:prstGeom prst="roundRect">
            <a:avLst>
              <a:gd name="adj" fmla="val 8306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1">
            <a:extLst>
              <a:ext uri="{FF2B5EF4-FFF2-40B4-BE49-F238E27FC236}">
                <a16:creationId xmlns:a16="http://schemas.microsoft.com/office/drawing/2014/main" id="{D84516DB-CF1E-C8D3-9D0C-FF8AF50DCC20}"/>
              </a:ext>
            </a:extLst>
          </p:cNvPr>
          <p:cNvSpPr>
            <a:spLocks noGrp="1"/>
          </p:cNvSpPr>
          <p:nvPr>
            <p:ph type="pic" sz="quarter" idx="100" hasCustomPrompt="1"/>
          </p:nvPr>
        </p:nvSpPr>
        <p:spPr>
          <a:xfrm>
            <a:off x="5429248" y="7803804"/>
            <a:ext cx="4133849" cy="1635469"/>
          </a:xfrm>
          <a:prstGeom prst="roundRect">
            <a:avLst>
              <a:gd name="adj" fmla="val 8933"/>
            </a:avLst>
          </a:prstGeom>
          <a:solidFill>
            <a:srgbClr val="EA0B4C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9" name="Текст 39">
            <a:extLst>
              <a:ext uri="{FF2B5EF4-FFF2-40B4-BE49-F238E27FC236}">
                <a16:creationId xmlns:a16="http://schemas.microsoft.com/office/drawing/2014/main" id="{AB2EE4B4-C757-5B6E-43DC-6F32829D9553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0119645" y="7123672"/>
            <a:ext cx="2628100" cy="275197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3" name="Текст 39">
            <a:extLst>
              <a:ext uri="{FF2B5EF4-FFF2-40B4-BE49-F238E27FC236}">
                <a16:creationId xmlns:a16="http://schemas.microsoft.com/office/drawing/2014/main" id="{51405C69-E770-3DCB-D70D-3CB6AD618A1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119644" y="3808972"/>
            <a:ext cx="3186853" cy="31429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4" name="default_name">
            <a:extLst>
              <a:ext uri="{FF2B5EF4-FFF2-40B4-BE49-F238E27FC236}">
                <a16:creationId xmlns:a16="http://schemas.microsoft.com/office/drawing/2014/main" id="{E0B265EC-AFAD-CD34-DB8A-8A9C532D1687}"/>
              </a:ext>
            </a:extLst>
          </p:cNvPr>
          <p:cNvSpPr/>
          <p:nvPr userDrawn="1"/>
        </p:nvSpPr>
        <p:spPr>
          <a:xfrm>
            <a:off x="5429250" y="2371725"/>
            <a:ext cx="1438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400" kern="0" spc="-150" dirty="0">
                <a:solidFill>
                  <a:srgbClr val="F50628"/>
                </a:solidFill>
                <a:latin typeface="Intro Bold Regular" pitchFamily="34" charset="0"/>
                <a:ea typeface="Intro Bold Regular" pitchFamily="34" charset="-122"/>
                <a:cs typeface="Intro Bold Regular" pitchFamily="34" charset="-120"/>
              </a:rPr>
              <a:t>Заголовок</a:t>
            </a:r>
            <a:endParaRPr lang="en-US" sz="2400" dirty="0"/>
          </a:p>
        </p:txBody>
      </p:sp>
      <p:sp>
        <p:nvSpPr>
          <p:cNvPr id="59" name="Текст 39">
            <a:extLst>
              <a:ext uri="{FF2B5EF4-FFF2-40B4-BE49-F238E27FC236}">
                <a16:creationId xmlns:a16="http://schemas.microsoft.com/office/drawing/2014/main" id="{5D2F3A1F-289E-853D-79BE-DB8B3F9CBC9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500" y="2375249"/>
            <a:ext cx="4133850" cy="706402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4FEBCFF0-7F2C-547D-02A3-E72F3E1BCEA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77233" y="2968008"/>
            <a:ext cx="3117592" cy="908253"/>
          </a:xfrm>
        </p:spPr>
        <p:txBody>
          <a:bodyPr anchor="ctr"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3" name="Текст 39">
            <a:extLst>
              <a:ext uri="{FF2B5EF4-FFF2-40B4-BE49-F238E27FC236}">
                <a16:creationId xmlns:a16="http://schemas.microsoft.com/office/drawing/2014/main" id="{2C34386A-F278-307D-0749-FC487D60B14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77233" y="4696795"/>
            <a:ext cx="3117592" cy="908253"/>
          </a:xfrm>
        </p:spPr>
        <p:txBody>
          <a:bodyPr anchor="ctr"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7" name="Текст 39">
            <a:extLst>
              <a:ext uri="{FF2B5EF4-FFF2-40B4-BE49-F238E27FC236}">
                <a16:creationId xmlns:a16="http://schemas.microsoft.com/office/drawing/2014/main" id="{655303DA-3F35-AE29-8C54-87A650DE67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277233" y="6468445"/>
            <a:ext cx="3117592" cy="908253"/>
          </a:xfrm>
        </p:spPr>
        <p:txBody>
          <a:bodyPr anchor="ctr"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8" name="Текст 39">
            <a:extLst>
              <a:ext uri="{FF2B5EF4-FFF2-40B4-BE49-F238E27FC236}">
                <a16:creationId xmlns:a16="http://schemas.microsoft.com/office/drawing/2014/main" id="{30E89CCC-58FB-4F65-579D-216FCE4A963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925049" y="2375250"/>
            <a:ext cx="7424021" cy="1025176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109" name="Текст 39">
            <a:extLst>
              <a:ext uri="{FF2B5EF4-FFF2-40B4-BE49-F238E27FC236}">
                <a16:creationId xmlns:a16="http://schemas.microsoft.com/office/drawing/2014/main" id="{7F5B1636-A99B-7825-98A8-FA4C9B6E4D0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080521" y="8010523"/>
            <a:ext cx="3263430" cy="1200152"/>
          </a:xfrm>
        </p:spPr>
        <p:txBody>
          <a:bodyPr anchor="t">
            <a:noAutofit/>
          </a:bodyPr>
          <a:lstStyle>
            <a:lvl1pPr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14" name="Диаграмма 22">
            <a:extLst>
              <a:ext uri="{FF2B5EF4-FFF2-40B4-BE49-F238E27FC236}">
                <a16:creationId xmlns:a16="http://schemas.microsoft.com/office/drawing/2014/main" id="{729ECF49-B53C-9FF4-5BE9-6097506337ED}"/>
              </a:ext>
            </a:extLst>
          </p:cNvPr>
          <p:cNvSpPr>
            <a:spLocks noGrp="1"/>
          </p:cNvSpPr>
          <p:nvPr>
            <p:ph type="chart" sz="quarter" idx="81" hasCustomPrompt="1"/>
          </p:nvPr>
        </p:nvSpPr>
        <p:spPr>
          <a:xfrm>
            <a:off x="10119646" y="4197735"/>
            <a:ext cx="3186854" cy="2300373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6" name="Текст 39">
            <a:extLst>
              <a:ext uri="{FF2B5EF4-FFF2-40B4-BE49-F238E27FC236}">
                <a16:creationId xmlns:a16="http://schemas.microsoft.com/office/drawing/2014/main" id="{6EB34F55-976B-2B8E-D732-4D365CAA6509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4013527" y="3875436"/>
            <a:ext cx="2992739" cy="177778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117" name="Текст 39">
            <a:extLst>
              <a:ext uri="{FF2B5EF4-FFF2-40B4-BE49-F238E27FC236}">
                <a16:creationId xmlns:a16="http://schemas.microsoft.com/office/drawing/2014/main" id="{4C7BA7F4-B9A4-E398-9FE9-B126C9CD4DF9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4013526" y="5745763"/>
            <a:ext cx="2992739" cy="643326"/>
          </a:xfrm>
        </p:spPr>
        <p:txBody>
          <a:bodyPr anchor="ctr">
            <a:noAutofit/>
          </a:bodyPr>
          <a:lstStyle>
            <a:lvl1pPr algn="l">
              <a:defRPr sz="6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20" name="Текст 39">
            <a:extLst>
              <a:ext uri="{FF2B5EF4-FFF2-40B4-BE49-F238E27FC236}">
                <a16:creationId xmlns:a16="http://schemas.microsoft.com/office/drawing/2014/main" id="{83E657B2-2EE5-DE60-81B3-A9B1B2CA4098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0358431" y="7872239"/>
            <a:ext cx="1797055" cy="1338436"/>
          </a:xfrm>
        </p:spPr>
        <p:txBody>
          <a:bodyPr anchor="t"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</a:t>
            </a:r>
          </a:p>
        </p:txBody>
      </p:sp>
      <p:sp>
        <p:nvSpPr>
          <p:cNvPr id="121" name="Текст 39">
            <a:extLst>
              <a:ext uri="{FF2B5EF4-FFF2-40B4-BE49-F238E27FC236}">
                <a16:creationId xmlns:a16="http://schemas.microsoft.com/office/drawing/2014/main" id="{D0B29F74-3208-4AF8-4A76-279FDBBB9DFE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2844456" y="7872239"/>
            <a:ext cx="1797055" cy="1338436"/>
          </a:xfrm>
        </p:spPr>
        <p:txBody>
          <a:bodyPr anchor="t"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</a:t>
            </a:r>
          </a:p>
        </p:txBody>
      </p:sp>
      <p:sp>
        <p:nvSpPr>
          <p:cNvPr id="124" name="Текст 39">
            <a:extLst>
              <a:ext uri="{FF2B5EF4-FFF2-40B4-BE49-F238E27FC236}">
                <a16:creationId xmlns:a16="http://schemas.microsoft.com/office/drawing/2014/main" id="{4B728A35-E5EF-AFA9-131B-BBB8138C52BF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5316192" y="7872239"/>
            <a:ext cx="1797055" cy="1338436"/>
          </a:xfrm>
        </p:spPr>
        <p:txBody>
          <a:bodyPr anchor="t"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</a:t>
            </a:r>
          </a:p>
        </p:txBody>
      </p:sp>
      <p:sp>
        <p:nvSpPr>
          <p:cNvPr id="13" name="Текст 41">
            <a:extLst>
              <a:ext uri="{FF2B5EF4-FFF2-40B4-BE49-F238E27FC236}">
                <a16:creationId xmlns:a16="http://schemas.microsoft.com/office/drawing/2014/main" id="{16482F5E-0AAA-67DB-47F6-C4F010923E8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644878" y="3125514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4" name="Текст 41">
            <a:extLst>
              <a:ext uri="{FF2B5EF4-FFF2-40B4-BE49-F238E27FC236}">
                <a16:creationId xmlns:a16="http://schemas.microsoft.com/office/drawing/2014/main" id="{BF039B1D-0DC3-0013-08A9-382950657D1C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644878" y="4873034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7" name="Текст 41">
            <a:extLst>
              <a:ext uri="{FF2B5EF4-FFF2-40B4-BE49-F238E27FC236}">
                <a16:creationId xmlns:a16="http://schemas.microsoft.com/office/drawing/2014/main" id="{B6421B6F-4C55-B3DC-2320-E62559614CC8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5644878" y="6671354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21" name="Рисунок 16">
            <a:extLst>
              <a:ext uri="{FF2B5EF4-FFF2-40B4-BE49-F238E27FC236}">
                <a16:creationId xmlns:a16="http://schemas.microsoft.com/office/drawing/2014/main" id="{A6822047-4135-C52E-AF70-EEB8D20800B6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5717782" y="8010523"/>
            <a:ext cx="276225" cy="276227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5" name="Рисунок 16">
            <a:extLst>
              <a:ext uri="{FF2B5EF4-FFF2-40B4-BE49-F238E27FC236}">
                <a16:creationId xmlns:a16="http://schemas.microsoft.com/office/drawing/2014/main" id="{8A60B811-A8CC-624F-1C76-A6053A420CD8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10150251" y="7911750"/>
            <a:ext cx="175054" cy="19691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7" name="Рисунок 16">
            <a:extLst>
              <a:ext uri="{FF2B5EF4-FFF2-40B4-BE49-F238E27FC236}">
                <a16:creationId xmlns:a16="http://schemas.microsoft.com/office/drawing/2014/main" id="{4EAC942A-0BDC-198B-A40F-DD28B3D80195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12621902" y="7911750"/>
            <a:ext cx="175054" cy="196910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Рисунок 16">
            <a:extLst>
              <a:ext uri="{FF2B5EF4-FFF2-40B4-BE49-F238E27FC236}">
                <a16:creationId xmlns:a16="http://schemas.microsoft.com/office/drawing/2014/main" id="{738E154E-564F-AFE1-7AF8-E75A27308317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15088011" y="7911750"/>
            <a:ext cx="175054" cy="196910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0D28D4B2-8EB7-E225-FBC1-DD30629C74BA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7463983" y="5781675"/>
            <a:ext cx="64378" cy="495300"/>
          </a:xfrm>
          <a:prstGeom prst="downArrow">
            <a:avLst>
              <a:gd name="adj1" fmla="val 50000"/>
              <a:gd name="adj2" fmla="val 119283"/>
            </a:avLst>
          </a:prstGeom>
          <a:solidFill>
            <a:srgbClr val="EA0B4C"/>
          </a:solidFill>
        </p:spPr>
        <p:txBody>
          <a:bodyPr>
            <a:noAutofit/>
          </a:bodyPr>
          <a:lstStyle>
            <a:lvl1pPr>
              <a:defRPr sz="7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1" name="Рисунок 29">
            <a:extLst>
              <a:ext uri="{FF2B5EF4-FFF2-40B4-BE49-F238E27FC236}">
                <a16:creationId xmlns:a16="http://schemas.microsoft.com/office/drawing/2014/main" id="{B6E6AE1C-210B-376E-6997-EDE46753D3B0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7463983" y="4016136"/>
            <a:ext cx="64378" cy="495300"/>
          </a:xfrm>
          <a:prstGeom prst="downArrow">
            <a:avLst>
              <a:gd name="adj1" fmla="val 50000"/>
              <a:gd name="adj2" fmla="val 119283"/>
            </a:avLst>
          </a:prstGeom>
          <a:solidFill>
            <a:srgbClr val="EA0B4C"/>
          </a:solidFill>
        </p:spPr>
        <p:txBody>
          <a:bodyPr>
            <a:noAutofit/>
          </a:bodyPr>
          <a:lstStyle>
            <a:lvl1pPr>
              <a:defRPr sz="7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2" name="Рисунок 29">
            <a:extLst>
              <a:ext uri="{FF2B5EF4-FFF2-40B4-BE49-F238E27FC236}">
                <a16:creationId xmlns:a16="http://schemas.microsoft.com/office/drawing/2014/main" id="{9B9BB750-AD21-43BC-D1E6-D4135E4AB9E3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12202986" y="7992542"/>
            <a:ext cx="330444" cy="45719"/>
          </a:xfrm>
          <a:prstGeom prst="rightArrow">
            <a:avLst>
              <a:gd name="adj1" fmla="val 50000"/>
              <a:gd name="adj2" fmla="val 128696"/>
            </a:avLst>
          </a:prstGeom>
          <a:solidFill>
            <a:srgbClr val="EA0B4C"/>
          </a:solidFill>
        </p:spPr>
        <p:txBody>
          <a:bodyPr>
            <a:noAutofit/>
          </a:bodyPr>
          <a:lstStyle>
            <a:lvl1pPr>
              <a:defRPr sz="7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6" name="Рисунок 29">
            <a:extLst>
              <a:ext uri="{FF2B5EF4-FFF2-40B4-BE49-F238E27FC236}">
                <a16:creationId xmlns:a16="http://schemas.microsoft.com/office/drawing/2014/main" id="{28860193-68BC-13C3-8DF9-6E21B52A924F}"/>
              </a:ext>
            </a:extLst>
          </p:cNvPr>
          <p:cNvSpPr>
            <a:spLocks noGrp="1"/>
          </p:cNvSpPr>
          <p:nvPr>
            <p:ph type="pic" sz="quarter" idx="110" hasCustomPrompt="1"/>
          </p:nvPr>
        </p:nvSpPr>
        <p:spPr>
          <a:xfrm>
            <a:off x="14700686" y="7992542"/>
            <a:ext cx="330444" cy="45719"/>
          </a:xfrm>
          <a:prstGeom prst="rightArrow">
            <a:avLst>
              <a:gd name="adj1" fmla="val 50000"/>
              <a:gd name="adj2" fmla="val 128696"/>
            </a:avLst>
          </a:prstGeom>
          <a:solidFill>
            <a:srgbClr val="EA0B4C"/>
          </a:solidFill>
        </p:spPr>
        <p:txBody>
          <a:bodyPr>
            <a:noAutofit/>
          </a:bodyPr>
          <a:lstStyle>
            <a:lvl1pPr>
              <a:defRPr sz="7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40C7D1EC-5A36-0C2A-05F6-63DB67AFD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39C85EC5-16E7-9854-FFC8-100BDD7A1D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17B3FF55-FD7E-588B-08DB-C479761BB1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36246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 с двумя скругленными соседними углами 42">
            <a:extLst>
              <a:ext uri="{FF2B5EF4-FFF2-40B4-BE49-F238E27FC236}">
                <a16:creationId xmlns:a16="http://schemas.microsoft.com/office/drawing/2014/main" id="{44DCE7D4-A071-E11A-54ED-18177A9FA12A}"/>
              </a:ext>
            </a:extLst>
          </p:cNvPr>
          <p:cNvSpPr/>
          <p:nvPr userDrawn="1"/>
        </p:nvSpPr>
        <p:spPr>
          <a:xfrm rot="5400000">
            <a:off x="9590665" y="1589665"/>
            <a:ext cx="10286998" cy="7107675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0">
                <a:srgbClr val="F60428"/>
              </a:gs>
              <a:gs pos="50000">
                <a:srgbClr val="FF254A"/>
              </a:gs>
              <a:gs pos="100000">
                <a:srgbClr val="E4106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Рисунок 11">
            <a:extLst>
              <a:ext uri="{FF2B5EF4-FFF2-40B4-BE49-F238E27FC236}">
                <a16:creationId xmlns:a16="http://schemas.microsoft.com/office/drawing/2014/main" id="{FBAA7D17-DAF8-1243-13BB-B6E6B9C97F9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952499" y="2476500"/>
            <a:ext cx="6080294" cy="6591300"/>
          </a:xfrm>
          <a:prstGeom prst="roundRect">
            <a:avLst>
              <a:gd name="adj" fmla="val 6702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11">
            <a:extLst>
              <a:ext uri="{FF2B5EF4-FFF2-40B4-BE49-F238E27FC236}">
                <a16:creationId xmlns:a16="http://schemas.microsoft.com/office/drawing/2014/main" id="{8964454E-56D4-CB56-7570-2A8CFA87F5E6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>
            <a:off x="7297029" y="2476500"/>
            <a:ext cx="6080294" cy="6591300"/>
          </a:xfrm>
          <a:prstGeom prst="roundRect">
            <a:avLst>
              <a:gd name="adj" fmla="val 6702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8DBA7568-3541-CCC0-525F-26256808359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86787" y="4666737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39">
            <a:extLst>
              <a:ext uri="{FF2B5EF4-FFF2-40B4-BE49-F238E27FC236}">
                <a16:creationId xmlns:a16="http://schemas.microsoft.com/office/drawing/2014/main" id="{EB21AF9B-258E-9817-9856-C7D6002E87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6787" y="2871923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CBDF8391-86AB-98CC-C730-28F0952C071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96734" y="3368509"/>
            <a:ext cx="2019301" cy="986476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DB113720-47B9-D86F-33D2-AC71A43523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1015" y="3368509"/>
            <a:ext cx="2019301" cy="986476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3B310630-6644-8DEB-8552-593EEC914EC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386787" y="5815146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8A64E0F3-D240-6267-7812-C9610205FCE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129987" y="5815146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D14B5405-B461-C063-B9A9-6F8578415DF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386787" y="7545092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5F1542CB-5DA9-4A76-F3E3-B5B6A314ED8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129987" y="7545092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5E6C321C-EDD4-5EB0-D55B-0E877B572E7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731317" y="2871923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5" name="Диаграмма 22">
            <a:extLst>
              <a:ext uri="{FF2B5EF4-FFF2-40B4-BE49-F238E27FC236}">
                <a16:creationId xmlns:a16="http://schemas.microsoft.com/office/drawing/2014/main" id="{4D87C03D-C19A-512B-6B54-2AFC29C9CD50}"/>
              </a:ext>
            </a:extLst>
          </p:cNvPr>
          <p:cNvSpPr>
            <a:spLocks noGrp="1"/>
          </p:cNvSpPr>
          <p:nvPr>
            <p:ph type="chart" sz="quarter" idx="76" hasCustomPrompt="1"/>
          </p:nvPr>
        </p:nvSpPr>
        <p:spPr>
          <a:xfrm>
            <a:off x="7731318" y="4354985"/>
            <a:ext cx="5137062" cy="4338849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4F4966F9-FA01-0AAC-8516-C7441C1CC30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895493" y="4517371"/>
            <a:ext cx="2134182" cy="348827"/>
          </a:xfrm>
        </p:spPr>
        <p:txBody>
          <a:bodyPr anchor="ctr">
            <a:noAutofit/>
          </a:bodyPr>
          <a:lstStyle>
            <a:lvl1pPr algn="l"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D4011C78-5849-CAE1-9677-F0297CE48A18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7731318" y="3833219"/>
            <a:ext cx="1679970" cy="350136"/>
          </a:xfrm>
        </p:spPr>
        <p:txBody>
          <a:bodyPr anchor="ctr">
            <a:noAutofit/>
          </a:bodyPr>
          <a:lstStyle>
            <a:lvl1pPr algn="l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DFE29E88-4D05-4483-D22D-58CEFEF94F1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7731318" y="3363870"/>
            <a:ext cx="1679970" cy="433417"/>
          </a:xfrm>
        </p:spPr>
        <p:txBody>
          <a:bodyPr anchor="ctr">
            <a:noAutofit/>
          </a:bodyPr>
          <a:lstStyle>
            <a:lvl1pPr algn="l">
              <a:defRPr sz="3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6163958E-06C5-FE86-D982-D082B1956778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450004" y="3833219"/>
            <a:ext cx="1679970" cy="350136"/>
          </a:xfrm>
        </p:spPr>
        <p:txBody>
          <a:bodyPr anchor="ctr">
            <a:noAutofit/>
          </a:bodyPr>
          <a:lstStyle>
            <a:lvl1pPr algn="l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EAA47316-A92B-3825-B18D-1A513083FD0A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9450004" y="3363870"/>
            <a:ext cx="1679970" cy="433417"/>
          </a:xfrm>
        </p:spPr>
        <p:txBody>
          <a:bodyPr anchor="ctr">
            <a:noAutofit/>
          </a:bodyPr>
          <a:lstStyle>
            <a:lvl1pPr algn="l">
              <a:defRPr sz="3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A1B0FC93-8502-F8F4-DCCC-666A6531229F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1180327" y="3833219"/>
            <a:ext cx="1679970" cy="350136"/>
          </a:xfrm>
        </p:spPr>
        <p:txBody>
          <a:bodyPr anchor="ctr">
            <a:noAutofit/>
          </a:bodyPr>
          <a:lstStyle>
            <a:lvl1pPr algn="l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DE14B500-481C-A5B7-401F-D2B13C79F396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180327" y="3363870"/>
            <a:ext cx="1679970" cy="433417"/>
          </a:xfrm>
        </p:spPr>
        <p:txBody>
          <a:bodyPr anchor="ctr">
            <a:noAutofit/>
          </a:bodyPr>
          <a:lstStyle>
            <a:lvl1pPr algn="l">
              <a:defRPr sz="3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4" name="Текст 39">
            <a:extLst>
              <a:ext uri="{FF2B5EF4-FFF2-40B4-BE49-F238E27FC236}">
                <a16:creationId xmlns:a16="http://schemas.microsoft.com/office/drawing/2014/main" id="{DB46249B-4667-C1D2-7719-5AB3CAF262D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3834311" y="5074694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70AF9409-B324-C54D-6A93-A81CDC5EB02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834311" y="4412316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810D08ED-02F5-72AE-6BDB-74358FD190A8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3834311" y="3534301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7" name="Текст 39">
            <a:extLst>
              <a:ext uri="{FF2B5EF4-FFF2-40B4-BE49-F238E27FC236}">
                <a16:creationId xmlns:a16="http://schemas.microsoft.com/office/drawing/2014/main" id="{9D57EEA4-14C7-7FA9-88ED-84F6AF63DCDA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13834311" y="2871923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8" name="Текст 39">
            <a:extLst>
              <a:ext uri="{FF2B5EF4-FFF2-40B4-BE49-F238E27FC236}">
                <a16:creationId xmlns:a16="http://schemas.microsoft.com/office/drawing/2014/main" id="{B96B2502-6C35-CF29-FE60-5A3C199E41A8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3834311" y="6604215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9" name="Текст 39">
            <a:extLst>
              <a:ext uri="{FF2B5EF4-FFF2-40B4-BE49-F238E27FC236}">
                <a16:creationId xmlns:a16="http://schemas.microsoft.com/office/drawing/2014/main" id="{59EC6150-2C8E-B663-6D3F-31990E087C28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3834311" y="5941837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D92AAB84-FB8B-0CC5-8728-470B760BDF3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3834311" y="8135886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51" name="Текст 39">
            <a:extLst>
              <a:ext uri="{FF2B5EF4-FFF2-40B4-BE49-F238E27FC236}">
                <a16:creationId xmlns:a16="http://schemas.microsoft.com/office/drawing/2014/main" id="{E975B24E-33E0-9B8D-4205-76A8059D1D28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3834311" y="7473508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" name="Текст 41">
            <a:extLst>
              <a:ext uri="{FF2B5EF4-FFF2-40B4-BE49-F238E27FC236}">
                <a16:creationId xmlns:a16="http://schemas.microsoft.com/office/drawing/2014/main" id="{5404CB53-F43D-CECA-52D3-4B4D9D84946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386787" y="5249762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" name="Текст 41">
            <a:extLst>
              <a:ext uri="{FF2B5EF4-FFF2-40B4-BE49-F238E27FC236}">
                <a16:creationId xmlns:a16="http://schemas.microsoft.com/office/drawing/2014/main" id="{45C96CCA-B5D8-8A43-10D6-49E23C56DC4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129987" y="5249762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2" name="Текст 41">
            <a:extLst>
              <a:ext uri="{FF2B5EF4-FFF2-40B4-BE49-F238E27FC236}">
                <a16:creationId xmlns:a16="http://schemas.microsoft.com/office/drawing/2014/main" id="{5ADBBE72-7CBE-CF3A-B6F3-3F740323B276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1386787" y="6981026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15" name="Текст 41">
            <a:extLst>
              <a:ext uri="{FF2B5EF4-FFF2-40B4-BE49-F238E27FC236}">
                <a16:creationId xmlns:a16="http://schemas.microsoft.com/office/drawing/2014/main" id="{99F53B6A-AA9C-47EC-11EA-8E2BC10F44AD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4129987" y="6981026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5" name="Рисунок 16">
            <a:extLst>
              <a:ext uri="{FF2B5EF4-FFF2-40B4-BE49-F238E27FC236}">
                <a16:creationId xmlns:a16="http://schemas.microsoft.com/office/drawing/2014/main" id="{154F903E-4CA3-2C95-E478-EB8DA45AC9E5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3862765" y="3367617"/>
            <a:ext cx="217898" cy="21296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6">
            <a:extLst>
              <a:ext uri="{FF2B5EF4-FFF2-40B4-BE49-F238E27FC236}">
                <a16:creationId xmlns:a16="http://schemas.microsoft.com/office/drawing/2014/main" id="{CA5730D2-D2F3-2516-61E1-43126411C057}"/>
              </a:ext>
            </a:extLst>
          </p:cNvPr>
          <p:cNvSpPr>
            <a:spLocks noGrp="1"/>
          </p:cNvSpPr>
          <p:nvPr>
            <p:ph type="pic" sz="quarter" idx="102" hasCustomPrompt="1"/>
          </p:nvPr>
        </p:nvSpPr>
        <p:spPr>
          <a:xfrm>
            <a:off x="1440513" y="3367617"/>
            <a:ext cx="217898" cy="21296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9" name="Рисунок 3">
            <a:extLst>
              <a:ext uri="{FF2B5EF4-FFF2-40B4-BE49-F238E27FC236}">
                <a16:creationId xmlns:a16="http://schemas.microsoft.com/office/drawing/2014/main" id="{E82B7561-37F1-F47D-456C-D5CB3AD8122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0" name="Текст 16">
            <a:extLst>
              <a:ext uri="{FF2B5EF4-FFF2-40B4-BE49-F238E27FC236}">
                <a16:creationId xmlns:a16="http://schemas.microsoft.com/office/drawing/2014/main" id="{69DEB14B-B5AB-1E00-A2B8-7FE5970563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2" name="Текст 16">
            <a:extLst>
              <a:ext uri="{FF2B5EF4-FFF2-40B4-BE49-F238E27FC236}">
                <a16:creationId xmlns:a16="http://schemas.microsoft.com/office/drawing/2014/main" id="{9126BF7B-B876-A3BC-6F4B-E49DFB8C5B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1290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3">
            <a:extLst>
              <a:ext uri="{FF2B5EF4-FFF2-40B4-BE49-F238E27FC236}">
                <a16:creationId xmlns:a16="http://schemas.microsoft.com/office/drawing/2014/main" id="{087BBE4D-287E-DEC6-2DB2-0F5C15A45D5E}"/>
              </a:ext>
            </a:extLst>
          </p:cNvPr>
          <p:cNvSpPr>
            <a:spLocks noGrp="1"/>
          </p:cNvSpPr>
          <p:nvPr>
            <p:ph type="pic" sz="quarter" idx="117" hasCustomPrompt="1"/>
          </p:nvPr>
        </p:nvSpPr>
        <p:spPr>
          <a:xfrm>
            <a:off x="952500" y="2452688"/>
            <a:ext cx="7934325" cy="3086100"/>
          </a:xfrm>
          <a:prstGeom prst="roundRect">
            <a:avLst/>
          </a:prstGeom>
          <a:blipFill>
            <a:blip r:embed="rId2"/>
            <a:srcRect/>
            <a:stretch>
              <a:fillRect t="-154" b="-154"/>
            </a:stretch>
          </a:blip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11">
            <a:extLst>
              <a:ext uri="{FF2B5EF4-FFF2-40B4-BE49-F238E27FC236}">
                <a16:creationId xmlns:a16="http://schemas.microsoft.com/office/drawing/2014/main" id="{F5E39872-E762-4DBA-42A6-649EC5F6D874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9430927" y="2452687"/>
            <a:ext cx="7934325" cy="6591300"/>
          </a:xfrm>
          <a:prstGeom prst="roundRect">
            <a:avLst>
              <a:gd name="adj" fmla="val 67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0" name="Текст 39">
            <a:extLst>
              <a:ext uri="{FF2B5EF4-FFF2-40B4-BE49-F238E27FC236}">
                <a16:creationId xmlns:a16="http://schemas.microsoft.com/office/drawing/2014/main" id="{EB21AF9B-258E-9817-9856-C7D6002E87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40656" y="2800673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CBDF8391-86AB-98CC-C730-28F0952C071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50603" y="3380387"/>
            <a:ext cx="3226013" cy="986476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DB113720-47B9-D86F-33D2-AC71A43523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775729" y="3380387"/>
            <a:ext cx="3226013" cy="986476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0B58727E-B6EE-DE3E-59B5-4F19B919FBE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0050603" y="4627296"/>
            <a:ext cx="3226013" cy="986476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607A4159-CE20-C839-5F08-6AEBBEEDF0C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13775729" y="4627296"/>
            <a:ext cx="3226013" cy="986476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D0341284-A83C-2219-62B9-036B7744F7AA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0050603" y="5850454"/>
            <a:ext cx="3226013" cy="986476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34CC1F3B-6628-337F-EF42-A3922C8BD226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3775729" y="5850454"/>
            <a:ext cx="3226013" cy="986476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7E019696-84D1-579A-1AF6-65AD57CEBCD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9740656" y="7147042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8" name="Текст 39">
            <a:extLst>
              <a:ext uri="{FF2B5EF4-FFF2-40B4-BE49-F238E27FC236}">
                <a16:creationId xmlns:a16="http://schemas.microsoft.com/office/drawing/2014/main" id="{13E9FD61-A900-6CFD-FBA5-B909C1E283DA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9740656" y="8505788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9" name="Текст 39">
            <a:extLst>
              <a:ext uri="{FF2B5EF4-FFF2-40B4-BE49-F238E27FC236}">
                <a16:creationId xmlns:a16="http://schemas.microsoft.com/office/drawing/2014/main" id="{2E4F89F2-0EAB-A409-E98A-51FC145AC24F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9740656" y="8127994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60" name="Текст 39">
            <a:extLst>
              <a:ext uri="{FF2B5EF4-FFF2-40B4-BE49-F238E27FC236}">
                <a16:creationId xmlns:a16="http://schemas.microsoft.com/office/drawing/2014/main" id="{07F16B85-A756-18A3-B030-C4D85F45B53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1507153" y="8505788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1" name="Текст 39">
            <a:extLst>
              <a:ext uri="{FF2B5EF4-FFF2-40B4-BE49-F238E27FC236}">
                <a16:creationId xmlns:a16="http://schemas.microsoft.com/office/drawing/2014/main" id="{D29E608E-4B66-2365-7B89-3D0B20A68D5E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11507153" y="8127994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62" name="Текст 39">
            <a:extLst>
              <a:ext uri="{FF2B5EF4-FFF2-40B4-BE49-F238E27FC236}">
                <a16:creationId xmlns:a16="http://schemas.microsoft.com/office/drawing/2014/main" id="{7A690E6F-F5A0-4004-51D5-F9D6966EB8B7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13265788" y="8505788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3" name="Текст 39">
            <a:extLst>
              <a:ext uri="{FF2B5EF4-FFF2-40B4-BE49-F238E27FC236}">
                <a16:creationId xmlns:a16="http://schemas.microsoft.com/office/drawing/2014/main" id="{2044E7CF-A493-ABF9-B4C0-1F406665167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3265788" y="8127994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32247611-6F66-92B6-92E5-5DE09D281684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15075932" y="8505788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721E401F-64BD-F2F6-AB45-53183A4C2846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15075932" y="8127994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D4011C78-5849-CAE1-9677-F0297CE48A18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360236" y="3380993"/>
            <a:ext cx="167997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DFE29E88-4D05-4483-D22D-58CEFEF94F1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360236" y="2911644"/>
            <a:ext cx="1679970" cy="433417"/>
          </a:xfrm>
        </p:spPr>
        <p:txBody>
          <a:bodyPr anchor="ctr">
            <a:noAutofit/>
          </a:bodyPr>
          <a:lstStyle>
            <a:lvl1pPr algn="ctr">
              <a:defRPr sz="36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6163958E-06C5-FE86-D982-D082B1956778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151490" y="3380993"/>
            <a:ext cx="167997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EAA47316-A92B-3825-B18D-1A513083FD0A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4151490" y="2911644"/>
            <a:ext cx="1679970" cy="433417"/>
          </a:xfrm>
        </p:spPr>
        <p:txBody>
          <a:bodyPr anchor="ctr">
            <a:noAutofit/>
          </a:bodyPr>
          <a:lstStyle>
            <a:lvl1pPr algn="ctr">
              <a:defRPr sz="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A1B0FC93-8502-F8F4-DCCC-666A6531229F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567315" y="3380993"/>
            <a:ext cx="167997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DE14B500-481C-A5B7-401F-D2B13C79F396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6567315" y="2911644"/>
            <a:ext cx="1679970" cy="433417"/>
          </a:xfrm>
        </p:spPr>
        <p:txBody>
          <a:bodyPr anchor="ctr">
            <a:noAutofit/>
          </a:bodyPr>
          <a:lstStyle>
            <a:lvl1pPr algn="ctr">
              <a:defRPr sz="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66" name="Текст 39">
            <a:extLst>
              <a:ext uri="{FF2B5EF4-FFF2-40B4-BE49-F238E27FC236}">
                <a16:creationId xmlns:a16="http://schemas.microsoft.com/office/drawing/2014/main" id="{AAF5F0E5-C364-C944-014F-6EEAA0F7C3F5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360236" y="4659435"/>
            <a:ext cx="167997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67" name="Текст 39">
            <a:extLst>
              <a:ext uri="{FF2B5EF4-FFF2-40B4-BE49-F238E27FC236}">
                <a16:creationId xmlns:a16="http://schemas.microsoft.com/office/drawing/2014/main" id="{785636ED-561E-F658-45FF-16ED5BB9F1C0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1360236" y="4190086"/>
            <a:ext cx="1679970" cy="433417"/>
          </a:xfrm>
        </p:spPr>
        <p:txBody>
          <a:bodyPr anchor="ctr">
            <a:noAutofit/>
          </a:bodyPr>
          <a:lstStyle>
            <a:lvl1pPr algn="ctr">
              <a:defRPr sz="36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C96215DC-A321-32B6-995B-11DEC139F744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4151490" y="4659435"/>
            <a:ext cx="167997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69" name="Текст 39">
            <a:extLst>
              <a:ext uri="{FF2B5EF4-FFF2-40B4-BE49-F238E27FC236}">
                <a16:creationId xmlns:a16="http://schemas.microsoft.com/office/drawing/2014/main" id="{7843D008-A042-309C-4C30-6760C60BD4E4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4151490" y="4190086"/>
            <a:ext cx="1679970" cy="433417"/>
          </a:xfrm>
        </p:spPr>
        <p:txBody>
          <a:bodyPr anchor="ctr">
            <a:noAutofit/>
          </a:bodyPr>
          <a:lstStyle>
            <a:lvl1pPr algn="ctr">
              <a:defRPr sz="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4B0AA96D-0788-CF1F-B600-BF4638ABE9CD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952500" y="5845815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1" name="Диаграмма 22">
            <a:extLst>
              <a:ext uri="{FF2B5EF4-FFF2-40B4-BE49-F238E27FC236}">
                <a16:creationId xmlns:a16="http://schemas.microsoft.com/office/drawing/2014/main" id="{75B36201-B36F-BFC5-2BDA-1C8F81D66D81}"/>
              </a:ext>
            </a:extLst>
          </p:cNvPr>
          <p:cNvSpPr>
            <a:spLocks noGrp="1"/>
          </p:cNvSpPr>
          <p:nvPr>
            <p:ph type="chart" sz="quarter" idx="81" hasCustomPrompt="1"/>
          </p:nvPr>
        </p:nvSpPr>
        <p:spPr>
          <a:xfrm>
            <a:off x="952499" y="6343692"/>
            <a:ext cx="7934325" cy="2724108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6">
            <a:extLst>
              <a:ext uri="{FF2B5EF4-FFF2-40B4-BE49-F238E27FC236}">
                <a16:creationId xmlns:a16="http://schemas.microsoft.com/office/drawing/2014/main" id="{820CB8A8-30E4-758F-57E5-0F487FDBFD2F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9740656" y="3372808"/>
            <a:ext cx="245105" cy="23955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6">
            <a:extLst>
              <a:ext uri="{FF2B5EF4-FFF2-40B4-BE49-F238E27FC236}">
                <a16:creationId xmlns:a16="http://schemas.microsoft.com/office/drawing/2014/main" id="{AC7C5177-0A21-3CF8-D10F-9D8D136F05B1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13465712" y="3372808"/>
            <a:ext cx="245105" cy="23955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6">
            <a:extLst>
              <a:ext uri="{FF2B5EF4-FFF2-40B4-BE49-F238E27FC236}">
                <a16:creationId xmlns:a16="http://schemas.microsoft.com/office/drawing/2014/main" id="{95BD1D74-DCFC-C0A0-DD7D-EA4081EC70FC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9740656" y="4609497"/>
            <a:ext cx="245105" cy="23955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EDBBD37F-0DDF-46AC-3E25-4F8E32EEF656}"/>
              </a:ext>
            </a:extLst>
          </p:cNvPr>
          <p:cNvSpPr>
            <a:spLocks noGrp="1"/>
          </p:cNvSpPr>
          <p:nvPr>
            <p:ph type="pic" sz="quarter" idx="110" hasCustomPrompt="1"/>
          </p:nvPr>
        </p:nvSpPr>
        <p:spPr>
          <a:xfrm>
            <a:off x="13465712" y="4609497"/>
            <a:ext cx="245105" cy="23955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Рисунок 16">
            <a:extLst>
              <a:ext uri="{FF2B5EF4-FFF2-40B4-BE49-F238E27FC236}">
                <a16:creationId xmlns:a16="http://schemas.microsoft.com/office/drawing/2014/main" id="{796D1C93-C76D-C29A-FB81-2820F43D45B4}"/>
              </a:ext>
            </a:extLst>
          </p:cNvPr>
          <p:cNvSpPr>
            <a:spLocks noGrp="1"/>
          </p:cNvSpPr>
          <p:nvPr>
            <p:ph type="pic" sz="quarter" idx="111" hasCustomPrompt="1"/>
          </p:nvPr>
        </p:nvSpPr>
        <p:spPr>
          <a:xfrm>
            <a:off x="9740656" y="5838690"/>
            <a:ext cx="245105" cy="23955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9" name="Рисунок 16">
            <a:extLst>
              <a:ext uri="{FF2B5EF4-FFF2-40B4-BE49-F238E27FC236}">
                <a16:creationId xmlns:a16="http://schemas.microsoft.com/office/drawing/2014/main" id="{96AEA63D-8F75-7CE0-A490-12EAF935706C}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13465712" y="5838690"/>
            <a:ext cx="245105" cy="23955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Рисунок 16">
            <a:extLst>
              <a:ext uri="{FF2B5EF4-FFF2-40B4-BE49-F238E27FC236}">
                <a16:creationId xmlns:a16="http://schemas.microsoft.com/office/drawing/2014/main" id="{47151385-4C59-518E-0821-67999BC6BE8E}"/>
              </a:ext>
            </a:extLst>
          </p:cNvPr>
          <p:cNvSpPr>
            <a:spLocks noGrp="1"/>
          </p:cNvSpPr>
          <p:nvPr>
            <p:ph type="pic" sz="quarter" idx="113" hasCustomPrompt="1"/>
          </p:nvPr>
        </p:nvSpPr>
        <p:spPr>
          <a:xfrm>
            <a:off x="9740656" y="7629229"/>
            <a:ext cx="285751" cy="390446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1" name="Рисунок 16">
            <a:extLst>
              <a:ext uri="{FF2B5EF4-FFF2-40B4-BE49-F238E27FC236}">
                <a16:creationId xmlns:a16="http://schemas.microsoft.com/office/drawing/2014/main" id="{D2E5C55A-DEEA-77E8-D2E2-F62526E3BA4C}"/>
              </a:ext>
            </a:extLst>
          </p:cNvPr>
          <p:cNvSpPr>
            <a:spLocks noGrp="1"/>
          </p:cNvSpPr>
          <p:nvPr>
            <p:ph type="pic" sz="quarter" idx="114" hasCustomPrompt="1"/>
          </p:nvPr>
        </p:nvSpPr>
        <p:spPr>
          <a:xfrm>
            <a:off x="11507153" y="7629229"/>
            <a:ext cx="342900" cy="390446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2" name="Рисунок 16">
            <a:extLst>
              <a:ext uri="{FF2B5EF4-FFF2-40B4-BE49-F238E27FC236}">
                <a16:creationId xmlns:a16="http://schemas.microsoft.com/office/drawing/2014/main" id="{CD9ECA6F-7B6A-E928-5649-FC0FE286586E}"/>
              </a:ext>
            </a:extLst>
          </p:cNvPr>
          <p:cNvSpPr>
            <a:spLocks noGrp="1"/>
          </p:cNvSpPr>
          <p:nvPr>
            <p:ph type="pic" sz="quarter" idx="115" hasCustomPrompt="1"/>
          </p:nvPr>
        </p:nvSpPr>
        <p:spPr>
          <a:xfrm>
            <a:off x="13246940" y="7629229"/>
            <a:ext cx="342900" cy="390446"/>
          </a:xfr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4" name="Рисунок 16">
            <a:extLst>
              <a:ext uri="{FF2B5EF4-FFF2-40B4-BE49-F238E27FC236}">
                <a16:creationId xmlns:a16="http://schemas.microsoft.com/office/drawing/2014/main" id="{9E4C2CA1-F7AF-7A9D-F5C0-8AEB398C9B43}"/>
              </a:ext>
            </a:extLst>
          </p:cNvPr>
          <p:cNvSpPr>
            <a:spLocks noGrp="1"/>
          </p:cNvSpPr>
          <p:nvPr>
            <p:ph type="pic" sz="quarter" idx="116" hasCustomPrompt="1"/>
          </p:nvPr>
        </p:nvSpPr>
        <p:spPr>
          <a:xfrm>
            <a:off x="15075740" y="7629229"/>
            <a:ext cx="342900" cy="390446"/>
          </a:xfr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19962ACF-5B48-3F7E-B8CE-E9939EE550E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CC1647E0-5A26-4B1B-8E2D-7EBBED65C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D7EF0F9D-FE2A-75F7-0232-E123526C60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2668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11">
            <a:extLst>
              <a:ext uri="{FF2B5EF4-FFF2-40B4-BE49-F238E27FC236}">
                <a16:creationId xmlns:a16="http://schemas.microsoft.com/office/drawing/2014/main" id="{D54CE453-3148-7BB6-D15B-2CAE339D42C7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5061363" y="2452687"/>
            <a:ext cx="8155873" cy="6741782"/>
          </a:xfrm>
          <a:prstGeom prst="roundRect">
            <a:avLst>
              <a:gd name="adj" fmla="val 290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1">
            <a:extLst>
              <a:ext uri="{FF2B5EF4-FFF2-40B4-BE49-F238E27FC236}">
                <a16:creationId xmlns:a16="http://schemas.microsoft.com/office/drawing/2014/main" id="{008292CA-46D7-EBEC-B128-701F131A296A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949351" y="2452687"/>
            <a:ext cx="3927450" cy="3262311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1340E3AD-11AE-C821-2F48-B5AA0EF784F3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947057" y="5955970"/>
            <a:ext cx="3927450" cy="3238499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8E8A419E-21ED-92D2-8962-D8618CF3287E}"/>
              </a:ext>
            </a:extLst>
          </p:cNvPr>
          <p:cNvSpPr>
            <a:spLocks noGrp="1"/>
          </p:cNvSpPr>
          <p:nvPr>
            <p:ph type="pic" sz="quarter" idx="110" hasCustomPrompt="1"/>
          </p:nvPr>
        </p:nvSpPr>
        <p:spPr>
          <a:xfrm>
            <a:off x="13411200" y="2452687"/>
            <a:ext cx="3927450" cy="4093241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E32BD016-B4FF-7228-8033-A8961950D77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167064" y="2656447"/>
            <a:ext cx="3452437" cy="31429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0CE46687-3F4C-DF07-007C-0941EF1C5839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167064" y="3066457"/>
            <a:ext cx="3452437" cy="244369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57020EA1-46F0-64AB-66CA-8D3228C094B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167064" y="6135918"/>
            <a:ext cx="3452437" cy="31429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A6180E16-E3DC-3D3D-1F6E-1C5F3F91EE8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167064" y="6545928"/>
            <a:ext cx="3452437" cy="244369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FED3C186-FDEA-9771-EA9D-CAFD6C58F70C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3625764" y="2656447"/>
            <a:ext cx="3452437" cy="31429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78D8F6FF-9A57-C947-9DCE-6B128C8A54AC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3625764" y="3066457"/>
            <a:ext cx="3452437" cy="320601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9D7162A8-51C3-85BD-8635-DB0EB0C86DB8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5252176" y="2656447"/>
            <a:ext cx="7727554" cy="31429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2798AC21-6E7C-AA1F-1D0D-6266E29CE720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5252176" y="3066458"/>
            <a:ext cx="7727554" cy="126441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FB245C78-C02E-E5EC-C738-E6294AC1FFCA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5252176" y="4598044"/>
            <a:ext cx="7727554" cy="31429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C7E8B388-3569-38A0-D6D6-278858A28320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5252176" y="5008055"/>
            <a:ext cx="7727554" cy="126441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6086FFC7-5702-EBCE-C557-F63305303476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5542475" y="6382471"/>
            <a:ext cx="2133601" cy="932730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1BADD152-DF90-F8C8-DCA7-A8993DF49466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8214199" y="6382471"/>
            <a:ext cx="2133601" cy="932730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DA1E08B1-AA92-074D-8FE5-4896F2EDFC47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0854660" y="6382471"/>
            <a:ext cx="2133601" cy="932730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7496405-30A4-225A-120B-CDB6EB64CD94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5252176" y="7578751"/>
            <a:ext cx="7727554" cy="31429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2EB53B7E-1B45-EB94-BF29-828F73A3A0F9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5252176" y="8432512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3" name="Текст 39">
            <a:extLst>
              <a:ext uri="{FF2B5EF4-FFF2-40B4-BE49-F238E27FC236}">
                <a16:creationId xmlns:a16="http://schemas.microsoft.com/office/drawing/2014/main" id="{E823B4A9-6030-CE8F-BE41-65B43E0826C2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5252176" y="8054718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4" name="Текст 39">
            <a:extLst>
              <a:ext uri="{FF2B5EF4-FFF2-40B4-BE49-F238E27FC236}">
                <a16:creationId xmlns:a16="http://schemas.microsoft.com/office/drawing/2014/main" id="{0F4E039A-2EEB-6B09-E213-A3C40C9E31FC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856413" y="8432512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23FF72BA-6EBD-71F7-6661-78AC50059D12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856413" y="8054718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3BE736F3-66B9-6AFC-123A-CC27A2E94F27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436900" y="8432512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7" name="Текст 39">
            <a:extLst>
              <a:ext uri="{FF2B5EF4-FFF2-40B4-BE49-F238E27FC236}">
                <a16:creationId xmlns:a16="http://schemas.microsoft.com/office/drawing/2014/main" id="{BE1B981E-5D64-BC88-BCF9-A1FE221FE26A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436900" y="8054718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8" name="Текст 39">
            <a:extLst>
              <a:ext uri="{FF2B5EF4-FFF2-40B4-BE49-F238E27FC236}">
                <a16:creationId xmlns:a16="http://schemas.microsoft.com/office/drawing/2014/main" id="{30093CB6-7A88-E168-8D02-9FE4CF68A006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10005512" y="8432512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9" name="Текст 39">
            <a:extLst>
              <a:ext uri="{FF2B5EF4-FFF2-40B4-BE49-F238E27FC236}">
                <a16:creationId xmlns:a16="http://schemas.microsoft.com/office/drawing/2014/main" id="{9B2D868F-222B-0308-8A9A-7CE07D2CA3E2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0005512" y="8054718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3E9B1A6B-E83F-8368-AE7F-42041C5AE1B5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11584931" y="8432512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Текст 39">
            <a:extLst>
              <a:ext uri="{FF2B5EF4-FFF2-40B4-BE49-F238E27FC236}">
                <a16:creationId xmlns:a16="http://schemas.microsoft.com/office/drawing/2014/main" id="{6B520CD4-FB83-2D41-E3F4-A558473848C1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11584931" y="8054718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52" name="Диаграмма 22">
            <a:extLst>
              <a:ext uri="{FF2B5EF4-FFF2-40B4-BE49-F238E27FC236}">
                <a16:creationId xmlns:a16="http://schemas.microsoft.com/office/drawing/2014/main" id="{4C9AAAA1-598B-34F9-40E3-C595D0E48309}"/>
              </a:ext>
            </a:extLst>
          </p:cNvPr>
          <p:cNvSpPr>
            <a:spLocks noGrp="1"/>
          </p:cNvSpPr>
          <p:nvPr>
            <p:ph type="chart" sz="quarter" idx="81" hasCustomPrompt="1"/>
          </p:nvPr>
        </p:nvSpPr>
        <p:spPr>
          <a:xfrm>
            <a:off x="13408050" y="6690934"/>
            <a:ext cx="3927450" cy="2503535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16">
            <a:extLst>
              <a:ext uri="{FF2B5EF4-FFF2-40B4-BE49-F238E27FC236}">
                <a16:creationId xmlns:a16="http://schemas.microsoft.com/office/drawing/2014/main" id="{E2A70BEE-4356-FC37-7232-059D5365F3EC}"/>
              </a:ext>
            </a:extLst>
          </p:cNvPr>
          <p:cNvSpPr>
            <a:spLocks noGrp="1"/>
          </p:cNvSpPr>
          <p:nvPr>
            <p:ph type="pic" sz="quarter" idx="111" hasCustomPrompt="1"/>
          </p:nvPr>
        </p:nvSpPr>
        <p:spPr>
          <a:xfrm>
            <a:off x="5249955" y="6362873"/>
            <a:ext cx="245105" cy="23955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8A8B8C1C-A5E5-184F-5399-B136CF66865D}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7915521" y="6362873"/>
            <a:ext cx="245105" cy="23955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6">
            <a:extLst>
              <a:ext uri="{FF2B5EF4-FFF2-40B4-BE49-F238E27FC236}">
                <a16:creationId xmlns:a16="http://schemas.microsoft.com/office/drawing/2014/main" id="{393D1965-2D0C-0A25-25BA-F9B9B978624B}"/>
              </a:ext>
            </a:extLst>
          </p:cNvPr>
          <p:cNvSpPr>
            <a:spLocks noGrp="1"/>
          </p:cNvSpPr>
          <p:nvPr>
            <p:ph type="pic" sz="quarter" idx="113" hasCustomPrompt="1"/>
          </p:nvPr>
        </p:nvSpPr>
        <p:spPr>
          <a:xfrm>
            <a:off x="10563828" y="6362873"/>
            <a:ext cx="245105" cy="23955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6C15C75F-A45E-2C82-B524-2E951EA2D0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92D4B453-056D-4D9F-954A-E8B97EE47E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9E620F1F-17E3-56E5-E6E1-53A844CA21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4460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A2E4DE68-0E14-C158-11A5-F011D0698B9F}"/>
              </a:ext>
            </a:extLst>
          </p:cNvPr>
          <p:cNvSpPr>
            <a:spLocks noGrp="1"/>
          </p:cNvSpPr>
          <p:nvPr>
            <p:ph type="pic" sz="quarter" idx="129" hasCustomPrompt="1"/>
          </p:nvPr>
        </p:nvSpPr>
        <p:spPr>
          <a:xfrm>
            <a:off x="952500" y="2476500"/>
            <a:ext cx="16383000" cy="670560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82" name="Рисунок 11">
            <a:extLst>
              <a:ext uri="{FF2B5EF4-FFF2-40B4-BE49-F238E27FC236}">
                <a16:creationId xmlns:a16="http://schemas.microsoft.com/office/drawing/2014/main" id="{CE052F22-A2FC-5A18-C123-AE38D9E28CA5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5162550" y="2781300"/>
            <a:ext cx="3889375" cy="3009900"/>
          </a:xfrm>
          <a:prstGeom prst="roundRect">
            <a:avLst>
              <a:gd name="adj" fmla="val 11570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3" name="Текст 39">
            <a:extLst>
              <a:ext uri="{FF2B5EF4-FFF2-40B4-BE49-F238E27FC236}">
                <a16:creationId xmlns:a16="http://schemas.microsoft.com/office/drawing/2014/main" id="{FFA7EAA8-66AD-DE4C-E5AA-D694A1B428E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385105" y="3456559"/>
            <a:ext cx="3377895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84" name="Текст 39">
            <a:extLst>
              <a:ext uri="{FF2B5EF4-FFF2-40B4-BE49-F238E27FC236}">
                <a16:creationId xmlns:a16="http://schemas.microsoft.com/office/drawing/2014/main" id="{C19AC39C-E0BC-CB27-8DE1-E3446779A9D8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385105" y="301818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59791189-2E1A-D13A-1F88-5401E352A0BE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010525" y="299312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86" name="Рисунок 11">
            <a:extLst>
              <a:ext uri="{FF2B5EF4-FFF2-40B4-BE49-F238E27FC236}">
                <a16:creationId xmlns:a16="http://schemas.microsoft.com/office/drawing/2014/main" id="{A98387EE-0C0D-0080-F4CA-76A8A1C7E5E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9164534" y="2781300"/>
            <a:ext cx="3889375" cy="3009900"/>
          </a:xfrm>
          <a:prstGeom prst="roundRect">
            <a:avLst>
              <a:gd name="adj" fmla="val 11570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7" name="Текст 39">
            <a:extLst>
              <a:ext uri="{FF2B5EF4-FFF2-40B4-BE49-F238E27FC236}">
                <a16:creationId xmlns:a16="http://schemas.microsoft.com/office/drawing/2014/main" id="{6AD3A08F-32FD-83B1-1CF9-50D00E32BFDD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9387089" y="3456559"/>
            <a:ext cx="3377895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88" name="Текст 39">
            <a:extLst>
              <a:ext uri="{FF2B5EF4-FFF2-40B4-BE49-F238E27FC236}">
                <a16:creationId xmlns:a16="http://schemas.microsoft.com/office/drawing/2014/main" id="{23DE4E42-7428-FB21-6362-392D3E49C1CB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9387089" y="301818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9" name="Текст 39">
            <a:extLst>
              <a:ext uri="{FF2B5EF4-FFF2-40B4-BE49-F238E27FC236}">
                <a16:creationId xmlns:a16="http://schemas.microsoft.com/office/drawing/2014/main" id="{0A3DB117-D737-4389-0F6D-9DEAEBB18E28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2012509" y="299312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90" name="Рисунок 11">
            <a:extLst>
              <a:ext uri="{FF2B5EF4-FFF2-40B4-BE49-F238E27FC236}">
                <a16:creationId xmlns:a16="http://schemas.microsoft.com/office/drawing/2014/main" id="{166C5CEF-3A17-A05A-8BE3-5F8131F612D2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13142767" y="2781300"/>
            <a:ext cx="3889375" cy="3009900"/>
          </a:xfrm>
          <a:prstGeom prst="roundRect">
            <a:avLst>
              <a:gd name="adj" fmla="val 11570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1" name="Текст 39">
            <a:extLst>
              <a:ext uri="{FF2B5EF4-FFF2-40B4-BE49-F238E27FC236}">
                <a16:creationId xmlns:a16="http://schemas.microsoft.com/office/drawing/2014/main" id="{C53FF5CE-4770-77F0-4C19-AC001B1E758A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13365322" y="3456559"/>
            <a:ext cx="3377895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92" name="Текст 39">
            <a:extLst>
              <a:ext uri="{FF2B5EF4-FFF2-40B4-BE49-F238E27FC236}">
                <a16:creationId xmlns:a16="http://schemas.microsoft.com/office/drawing/2014/main" id="{603C2A90-F89E-4F53-A973-81D2A77A1F65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13365322" y="301818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93" name="Текст 39">
            <a:extLst>
              <a:ext uri="{FF2B5EF4-FFF2-40B4-BE49-F238E27FC236}">
                <a16:creationId xmlns:a16="http://schemas.microsoft.com/office/drawing/2014/main" id="{78FE1E0F-A4A5-2AF7-2ADA-A9B97F4F618E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15990742" y="299312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94" name="Текст 39">
            <a:extLst>
              <a:ext uri="{FF2B5EF4-FFF2-40B4-BE49-F238E27FC236}">
                <a16:creationId xmlns:a16="http://schemas.microsoft.com/office/drawing/2014/main" id="{FDE59901-7187-592A-D0DF-796DA97799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679212" y="4615957"/>
            <a:ext cx="2989538" cy="491918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95" name="Рисунок 16">
            <a:extLst>
              <a:ext uri="{FF2B5EF4-FFF2-40B4-BE49-F238E27FC236}">
                <a16:creationId xmlns:a16="http://schemas.microsoft.com/office/drawing/2014/main" id="{C203C7C4-FE89-5347-1151-54282969304E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13369265" y="4651582"/>
            <a:ext cx="245105" cy="23955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6" name="Текст 39">
            <a:extLst>
              <a:ext uri="{FF2B5EF4-FFF2-40B4-BE49-F238E27FC236}">
                <a16:creationId xmlns:a16="http://schemas.microsoft.com/office/drawing/2014/main" id="{52DF3BB7-C13C-3505-853F-9D6E552666E0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13679212" y="5197848"/>
            <a:ext cx="2989538" cy="491918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97" name="Рисунок 16">
            <a:extLst>
              <a:ext uri="{FF2B5EF4-FFF2-40B4-BE49-F238E27FC236}">
                <a16:creationId xmlns:a16="http://schemas.microsoft.com/office/drawing/2014/main" id="{DDEFE241-51FF-BA6C-C259-6DDE475C2A22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13369265" y="5233473"/>
            <a:ext cx="245105" cy="23955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8" name="Рисунок 11">
            <a:extLst>
              <a:ext uri="{FF2B5EF4-FFF2-40B4-BE49-F238E27FC236}">
                <a16:creationId xmlns:a16="http://schemas.microsoft.com/office/drawing/2014/main" id="{463EAFEF-9846-AB80-F270-1588F23D4824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5162550" y="5880760"/>
            <a:ext cx="3889375" cy="3009900"/>
          </a:xfrm>
          <a:prstGeom prst="roundRect">
            <a:avLst>
              <a:gd name="adj" fmla="val 11570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9" name="Текст 39">
            <a:extLst>
              <a:ext uri="{FF2B5EF4-FFF2-40B4-BE49-F238E27FC236}">
                <a16:creationId xmlns:a16="http://schemas.microsoft.com/office/drawing/2014/main" id="{B90F29FE-BB5E-3B82-69D5-A22F89D9C9E9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385105" y="6556019"/>
            <a:ext cx="3377895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0" name="Текст 39">
            <a:extLst>
              <a:ext uri="{FF2B5EF4-FFF2-40B4-BE49-F238E27FC236}">
                <a16:creationId xmlns:a16="http://schemas.microsoft.com/office/drawing/2014/main" id="{A08A208F-B65E-4E88-7FC1-EF617BF1B1E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385105" y="611764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1" name="Текст 39">
            <a:extLst>
              <a:ext uri="{FF2B5EF4-FFF2-40B4-BE49-F238E27FC236}">
                <a16:creationId xmlns:a16="http://schemas.microsoft.com/office/drawing/2014/main" id="{DF85D43D-522D-9494-E3D3-BE635E4B1281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8010525" y="609258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102" name="Рисунок 11">
            <a:extLst>
              <a:ext uri="{FF2B5EF4-FFF2-40B4-BE49-F238E27FC236}">
                <a16:creationId xmlns:a16="http://schemas.microsoft.com/office/drawing/2014/main" id="{6403819D-D3F9-633E-AD3F-42EE9760731F}"/>
              </a:ext>
            </a:extLst>
          </p:cNvPr>
          <p:cNvSpPr>
            <a:spLocks noGrp="1"/>
          </p:cNvSpPr>
          <p:nvPr>
            <p:ph type="pic" sz="quarter" idx="113" hasCustomPrompt="1"/>
          </p:nvPr>
        </p:nvSpPr>
        <p:spPr>
          <a:xfrm>
            <a:off x="9164534" y="5880760"/>
            <a:ext cx="3889375" cy="3009900"/>
          </a:xfrm>
          <a:prstGeom prst="roundRect">
            <a:avLst>
              <a:gd name="adj" fmla="val 11570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3" name="Текст 39">
            <a:extLst>
              <a:ext uri="{FF2B5EF4-FFF2-40B4-BE49-F238E27FC236}">
                <a16:creationId xmlns:a16="http://schemas.microsoft.com/office/drawing/2014/main" id="{BD064077-518E-52AC-2AD8-E748A0246E09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9387089" y="6556019"/>
            <a:ext cx="3377895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4" name="Текст 39">
            <a:extLst>
              <a:ext uri="{FF2B5EF4-FFF2-40B4-BE49-F238E27FC236}">
                <a16:creationId xmlns:a16="http://schemas.microsoft.com/office/drawing/2014/main" id="{93FEB7F1-77F0-AB8B-05CD-75458C110A98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387089" y="611764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5" name="Текст 39">
            <a:extLst>
              <a:ext uri="{FF2B5EF4-FFF2-40B4-BE49-F238E27FC236}">
                <a16:creationId xmlns:a16="http://schemas.microsoft.com/office/drawing/2014/main" id="{6621BC00-1EC8-CF81-9AF0-14D78C1B721C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12012509" y="609258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106" name="Рисунок 11">
            <a:extLst>
              <a:ext uri="{FF2B5EF4-FFF2-40B4-BE49-F238E27FC236}">
                <a16:creationId xmlns:a16="http://schemas.microsoft.com/office/drawing/2014/main" id="{1898586A-4753-0ADE-7E38-DBB36B844585}"/>
              </a:ext>
            </a:extLst>
          </p:cNvPr>
          <p:cNvSpPr>
            <a:spLocks noGrp="1"/>
          </p:cNvSpPr>
          <p:nvPr>
            <p:ph type="pic" sz="quarter" idx="117" hasCustomPrompt="1"/>
          </p:nvPr>
        </p:nvSpPr>
        <p:spPr>
          <a:xfrm>
            <a:off x="13142767" y="5880760"/>
            <a:ext cx="3889375" cy="3009900"/>
          </a:xfrm>
          <a:prstGeom prst="roundRect">
            <a:avLst>
              <a:gd name="adj" fmla="val 11570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7" name="Текст 39">
            <a:extLst>
              <a:ext uri="{FF2B5EF4-FFF2-40B4-BE49-F238E27FC236}">
                <a16:creationId xmlns:a16="http://schemas.microsoft.com/office/drawing/2014/main" id="{1D0F67EC-BFAB-61EE-55CB-961A31CC0345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13365322" y="6556019"/>
            <a:ext cx="3377895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8" name="Текст 39">
            <a:extLst>
              <a:ext uri="{FF2B5EF4-FFF2-40B4-BE49-F238E27FC236}">
                <a16:creationId xmlns:a16="http://schemas.microsoft.com/office/drawing/2014/main" id="{E9E970FE-C016-3B9E-6356-D2442EE84299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13365322" y="611764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9" name="Текст 39">
            <a:extLst>
              <a:ext uri="{FF2B5EF4-FFF2-40B4-BE49-F238E27FC236}">
                <a16:creationId xmlns:a16="http://schemas.microsoft.com/office/drawing/2014/main" id="{D9C12674-A9A7-099C-CA30-5A429B27195A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15990742" y="609258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110" name="Текст 39">
            <a:extLst>
              <a:ext uri="{FF2B5EF4-FFF2-40B4-BE49-F238E27FC236}">
                <a16:creationId xmlns:a16="http://schemas.microsoft.com/office/drawing/2014/main" id="{D3BCF36D-C90C-EFAF-A2DE-167EEE13A2E5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13679212" y="7715417"/>
            <a:ext cx="2989538" cy="491918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111" name="Рисунок 16">
            <a:extLst>
              <a:ext uri="{FF2B5EF4-FFF2-40B4-BE49-F238E27FC236}">
                <a16:creationId xmlns:a16="http://schemas.microsoft.com/office/drawing/2014/main" id="{AF9C2782-E13B-72DD-E73B-2314A09E03CE}"/>
              </a:ext>
            </a:extLst>
          </p:cNvPr>
          <p:cNvSpPr>
            <a:spLocks noGrp="1"/>
          </p:cNvSpPr>
          <p:nvPr>
            <p:ph type="pic" sz="quarter" idx="122" hasCustomPrompt="1"/>
          </p:nvPr>
        </p:nvSpPr>
        <p:spPr>
          <a:xfrm>
            <a:off x="13369265" y="7751042"/>
            <a:ext cx="245105" cy="23955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2" name="Текст 39">
            <a:extLst>
              <a:ext uri="{FF2B5EF4-FFF2-40B4-BE49-F238E27FC236}">
                <a16:creationId xmlns:a16="http://schemas.microsoft.com/office/drawing/2014/main" id="{A489990D-87A1-92C8-3E16-9CA855831261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13679212" y="8297308"/>
            <a:ext cx="2989538" cy="491918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113" name="Рисунок 16">
            <a:extLst>
              <a:ext uri="{FF2B5EF4-FFF2-40B4-BE49-F238E27FC236}">
                <a16:creationId xmlns:a16="http://schemas.microsoft.com/office/drawing/2014/main" id="{8E582B28-4F96-9C35-0321-3142FF35E88E}"/>
              </a:ext>
            </a:extLst>
          </p:cNvPr>
          <p:cNvSpPr>
            <a:spLocks noGrp="1"/>
          </p:cNvSpPr>
          <p:nvPr>
            <p:ph type="pic" sz="quarter" idx="124" hasCustomPrompt="1"/>
          </p:nvPr>
        </p:nvSpPr>
        <p:spPr>
          <a:xfrm>
            <a:off x="13369265" y="8332933"/>
            <a:ext cx="245105" cy="23955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4" name="Рисунок 11">
            <a:extLst>
              <a:ext uri="{FF2B5EF4-FFF2-40B4-BE49-F238E27FC236}">
                <a16:creationId xmlns:a16="http://schemas.microsoft.com/office/drawing/2014/main" id="{FC885DD5-AE9B-D03F-88C6-BDFDC9A3BD69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1160565" y="2781300"/>
            <a:ext cx="3889375" cy="6109360"/>
          </a:xfrm>
          <a:prstGeom prst="roundRect">
            <a:avLst>
              <a:gd name="adj" fmla="val 943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5" name="Текст 39">
            <a:extLst>
              <a:ext uri="{FF2B5EF4-FFF2-40B4-BE49-F238E27FC236}">
                <a16:creationId xmlns:a16="http://schemas.microsoft.com/office/drawing/2014/main" id="{EA8A3784-D9D3-171C-23A8-0739B9218A77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1383120" y="3456558"/>
            <a:ext cx="3377895" cy="5236179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16" name="Текст 39">
            <a:extLst>
              <a:ext uri="{FF2B5EF4-FFF2-40B4-BE49-F238E27FC236}">
                <a16:creationId xmlns:a16="http://schemas.microsoft.com/office/drawing/2014/main" id="{0BC30510-DC6F-2059-B750-E72FC9680741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1383120" y="301818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7" name="Текст 39">
            <a:extLst>
              <a:ext uri="{FF2B5EF4-FFF2-40B4-BE49-F238E27FC236}">
                <a16:creationId xmlns:a16="http://schemas.microsoft.com/office/drawing/2014/main" id="{DA8014DC-46AC-CE50-44C6-2AE7D5D652F6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008540" y="299312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DCC49C81-57D5-93F7-EB7E-4EF33F9E43E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36960722-A6E0-93BD-A08C-25F32015EB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55641435-FCD6-3BCB-41C0-170F9738C5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5082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2087327115" descr="preencoded.png">
            <a:extLst>
              <a:ext uri="{FF2B5EF4-FFF2-40B4-BE49-F238E27FC236}">
                <a16:creationId xmlns:a16="http://schemas.microsoft.com/office/drawing/2014/main" id="{967DCF2C-1ADC-CB16-9DCA-2C69407E67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19" name="Овал 18">
            <a:extLst>
              <a:ext uri="{FF2B5EF4-FFF2-40B4-BE49-F238E27FC236}">
                <a16:creationId xmlns:a16="http://schemas.microsoft.com/office/drawing/2014/main" id="{E31A16D5-5811-1E47-7443-A2023B393DA0}"/>
              </a:ext>
            </a:extLst>
          </p:cNvPr>
          <p:cNvSpPr/>
          <p:nvPr userDrawn="1"/>
        </p:nvSpPr>
        <p:spPr>
          <a:xfrm>
            <a:off x="5545976" y="2283663"/>
            <a:ext cx="7253198" cy="72531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Диаграмма 20">
            <a:extLst>
              <a:ext uri="{FF2B5EF4-FFF2-40B4-BE49-F238E27FC236}">
                <a16:creationId xmlns:a16="http://schemas.microsoft.com/office/drawing/2014/main" id="{EEDB77E7-9ECB-1A25-7607-D71E747449C3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5657850" y="2285251"/>
            <a:ext cx="7124327" cy="7126150"/>
          </a:xfrm>
        </p:spPr>
        <p:txBody>
          <a:bodyPr anchor="ctr"/>
          <a:lstStyle>
            <a:lvl1pPr algn="ctr">
              <a:defRPr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диаграммы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7794685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EF54CD28-DDE7-49F9-57CF-95244FC7A18C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781550" y="2695799"/>
            <a:ext cx="3377895" cy="390302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части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BDCF5509-4690-205A-57F4-E4186BFA541B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781550" y="2257425"/>
            <a:ext cx="3377895" cy="343925"/>
          </a:xfrm>
        </p:spPr>
        <p:txBody>
          <a:bodyPr anchor="ctr">
            <a:noAutofit/>
          </a:bodyPr>
          <a:lstStyle>
            <a:lvl1pPr>
              <a:defRPr sz="2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20%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245DF56-2FF2-C8CF-5DEA-2264F19D127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3146180" y="4851986"/>
            <a:ext cx="3377895" cy="390302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части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B11673BB-9905-840E-8BC0-D4A6F449698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3146180" y="4413612"/>
            <a:ext cx="3377895" cy="343925"/>
          </a:xfrm>
        </p:spPr>
        <p:txBody>
          <a:bodyPr anchor="ctr">
            <a:noAutofit/>
          </a:bodyPr>
          <a:lstStyle>
            <a:lvl1pPr>
              <a:defRPr sz="2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20%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4D7472DC-0F40-46C2-8E09-2B8A7D5F0955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3146180" y="6628032"/>
            <a:ext cx="3377895" cy="390302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части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1444F786-783E-CE8A-D512-4FF165B14364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3146180" y="6189658"/>
            <a:ext cx="3377895" cy="343925"/>
          </a:xfrm>
        </p:spPr>
        <p:txBody>
          <a:bodyPr anchor="ctr">
            <a:noAutofit/>
          </a:bodyPr>
          <a:lstStyle>
            <a:lvl1pPr>
              <a:defRPr sz="2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20%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8B1DC3EE-621E-D2FE-AADF-3C64A0CA0CBA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781550" y="8973507"/>
            <a:ext cx="3377895" cy="390302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части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CCB1AC5C-0594-53DE-24B0-F0C48B1D0D2F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781550" y="8535133"/>
            <a:ext cx="3377895" cy="343925"/>
          </a:xfrm>
        </p:spPr>
        <p:txBody>
          <a:bodyPr anchor="ctr">
            <a:noAutofit/>
          </a:bodyPr>
          <a:lstStyle>
            <a:lvl1pPr>
              <a:defRPr sz="2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20%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D7C8CE0D-0859-ABA1-D32B-98611955C080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3274919" y="3825318"/>
            <a:ext cx="4060582" cy="571500"/>
          </a:xfrm>
        </p:spPr>
        <p:txBody>
          <a:bodyPr>
            <a:noAutofit/>
          </a:bodyPr>
          <a:lstStyle>
            <a:lvl1pPr>
              <a:defRPr sz="28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части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7CA26C5F-0F44-7311-9F3F-18EBAFE52859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3274919" y="3159370"/>
            <a:ext cx="4060582" cy="571500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20%</a:t>
            </a:r>
          </a:p>
        </p:txBody>
      </p:sp>
      <p:sp>
        <p:nvSpPr>
          <p:cNvPr id="2" name="Рисунок 3">
            <a:extLst>
              <a:ext uri="{FF2B5EF4-FFF2-40B4-BE49-F238E27FC236}">
                <a16:creationId xmlns:a16="http://schemas.microsoft.com/office/drawing/2014/main" id="{62BA18B2-F5F9-3EF6-E6E9-C66404A60BE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4FED7CEF-85B4-66E0-B857-9F067F6075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1428D74B-B979-0B1F-0067-823573BF31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Рисунок 7">
            <a:extLst>
              <a:ext uri="{FF2B5EF4-FFF2-40B4-BE49-F238E27FC236}">
                <a16:creationId xmlns:a16="http://schemas.microsoft.com/office/drawing/2014/main" id="{1979EB66-1DA6-EBED-5BD3-35DC24906308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 rot="21056313">
            <a:off x="13418320" y="5163339"/>
            <a:ext cx="2922498" cy="2052638"/>
          </a:xfrm>
          <a:blipFill>
            <a:blip r:embed="rId8"/>
            <a:srcRect/>
            <a:stretch>
              <a:fillRect l="2027" r="2027"/>
            </a:stretch>
          </a:blip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5828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0">
            <a:extLst>
              <a:ext uri="{FF2B5EF4-FFF2-40B4-BE49-F238E27FC236}">
                <a16:creationId xmlns:a16="http://schemas.microsoft.com/office/drawing/2014/main" id="{9A904570-1175-4265-D0DC-3E8C5CB9397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-2403964" y="2466975"/>
            <a:ext cx="7143750" cy="714375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anchor="ctr"/>
          <a:lstStyle>
            <a:lvl1pPr algn="ctr">
              <a:defRPr b="1" i="0">
                <a:solidFill>
                  <a:schemeClr val="accent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pPr lvl="0"/>
            <a:r>
              <a:rPr lang="ru-RU" dirty="0"/>
              <a:t>Сущность</a:t>
            </a:r>
          </a:p>
        </p:txBody>
      </p:sp>
      <p:sp>
        <p:nvSpPr>
          <p:cNvPr id="11" name="Рисунок 14">
            <a:extLst>
              <a:ext uri="{FF2B5EF4-FFF2-40B4-BE49-F238E27FC236}">
                <a16:creationId xmlns:a16="http://schemas.microsoft.com/office/drawing/2014/main" id="{A268DA6B-6C01-9C97-BEBA-9D0D7FC49ECC}"/>
              </a:ext>
            </a:extLst>
          </p:cNvPr>
          <p:cNvSpPr>
            <a:spLocks noGrp="1"/>
          </p:cNvSpPr>
          <p:nvPr>
            <p:ph type="pic" sz="quarter" idx="130" hasCustomPrompt="1"/>
          </p:nvPr>
        </p:nvSpPr>
        <p:spPr>
          <a:xfrm>
            <a:off x="2285288" y="2543344"/>
            <a:ext cx="12169258" cy="695325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-6764" r="422"/>
            </a:stretch>
          </a:blipFill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2" name="Рисунок 11">
            <a:extLst>
              <a:ext uri="{FF2B5EF4-FFF2-40B4-BE49-F238E27FC236}">
                <a16:creationId xmlns:a16="http://schemas.microsoft.com/office/drawing/2014/main" id="{F5B33E39-6887-98D5-DD18-205EE3F272F4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6950526" y="2657475"/>
            <a:ext cx="3133726" cy="2055019"/>
          </a:xfrm>
          <a:prstGeom prst="roundRect">
            <a:avLst>
              <a:gd name="adj" fmla="val 11570"/>
            </a:avLst>
          </a:prstGeom>
          <a:solidFill>
            <a:srgbClr val="F60428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4" name="Текст 39">
            <a:extLst>
              <a:ext uri="{FF2B5EF4-FFF2-40B4-BE49-F238E27FC236}">
                <a16:creationId xmlns:a16="http://schemas.microsoft.com/office/drawing/2014/main" id="{DE88FDBA-0A22-18B8-2A02-C23116417025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7173080" y="2894361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8FB5ED7B-9AF9-85AF-1ABC-93DCC69E9241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7173080" y="3351561"/>
            <a:ext cx="2533345" cy="579883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CED3E98D-5B98-FA65-2A4E-EAC96BB45409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7191831" y="4139356"/>
            <a:ext cx="865164" cy="37073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>
            <a:noAutofit/>
          </a:bodyPr>
          <a:lstStyle>
            <a:lvl1pPr algn="ctr">
              <a:defRPr sz="14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47" name="Рисунок 11">
            <a:extLst>
              <a:ext uri="{FF2B5EF4-FFF2-40B4-BE49-F238E27FC236}">
                <a16:creationId xmlns:a16="http://schemas.microsoft.com/office/drawing/2014/main" id="{7D9EDFFA-5101-D9A2-5DD3-6D20C65523F2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6950526" y="5008790"/>
            <a:ext cx="3133726" cy="2055019"/>
          </a:xfrm>
          <a:prstGeom prst="roundRect">
            <a:avLst>
              <a:gd name="adj" fmla="val 11570"/>
            </a:avLst>
          </a:prstGeom>
          <a:solidFill>
            <a:srgbClr val="F60428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8" name="Текст 39">
            <a:extLst>
              <a:ext uri="{FF2B5EF4-FFF2-40B4-BE49-F238E27FC236}">
                <a16:creationId xmlns:a16="http://schemas.microsoft.com/office/drawing/2014/main" id="{53B38073-3430-C5ED-6CD5-DBFFB853D9EE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173080" y="524567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49" name="Текст 39">
            <a:extLst>
              <a:ext uri="{FF2B5EF4-FFF2-40B4-BE49-F238E27FC236}">
                <a16:creationId xmlns:a16="http://schemas.microsoft.com/office/drawing/2014/main" id="{32CEA257-06DC-407F-07D6-912463038C1C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7173080" y="5702876"/>
            <a:ext cx="2533345" cy="579883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4CF599C3-3131-215E-41E7-C74862320340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7191831" y="6490671"/>
            <a:ext cx="865164" cy="37073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>
            <a:noAutofit/>
          </a:bodyPr>
          <a:lstStyle>
            <a:lvl1pPr algn="ctr">
              <a:defRPr sz="14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51" name="Рисунок 11">
            <a:extLst>
              <a:ext uri="{FF2B5EF4-FFF2-40B4-BE49-F238E27FC236}">
                <a16:creationId xmlns:a16="http://schemas.microsoft.com/office/drawing/2014/main" id="{5C0A4EF7-F81B-CF68-0987-56610D3DFD8F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6950526" y="7360105"/>
            <a:ext cx="3133726" cy="2055019"/>
          </a:xfrm>
          <a:prstGeom prst="roundRect">
            <a:avLst>
              <a:gd name="adj" fmla="val 11570"/>
            </a:avLst>
          </a:prstGeom>
          <a:solidFill>
            <a:srgbClr val="F60428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2" name="Текст 39">
            <a:extLst>
              <a:ext uri="{FF2B5EF4-FFF2-40B4-BE49-F238E27FC236}">
                <a16:creationId xmlns:a16="http://schemas.microsoft.com/office/drawing/2014/main" id="{B0AE15EB-8614-861B-E6D5-FD5C2CE7DE2C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7173080" y="7596991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53" name="Текст 39">
            <a:extLst>
              <a:ext uri="{FF2B5EF4-FFF2-40B4-BE49-F238E27FC236}">
                <a16:creationId xmlns:a16="http://schemas.microsoft.com/office/drawing/2014/main" id="{FED85A6B-7076-4575-0B76-53F09EDA7E4A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7173080" y="8054191"/>
            <a:ext cx="2533345" cy="579883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ADBED530-7666-7440-CEFA-B2E9E9A20357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7191831" y="8841986"/>
            <a:ext cx="865164" cy="37073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>
            <a:noAutofit/>
          </a:bodyPr>
          <a:lstStyle>
            <a:lvl1pPr algn="ctr">
              <a:defRPr sz="14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59" name="Рисунок 11">
            <a:extLst>
              <a:ext uri="{FF2B5EF4-FFF2-40B4-BE49-F238E27FC236}">
                <a16:creationId xmlns:a16="http://schemas.microsoft.com/office/drawing/2014/main" id="{955ED1B2-ADE7-0B05-2661-483154AD1157}"/>
              </a:ext>
            </a:extLst>
          </p:cNvPr>
          <p:cNvSpPr>
            <a:spLocks noGrp="1"/>
          </p:cNvSpPr>
          <p:nvPr>
            <p:ph type="pic" sz="quarter" idx="117" hasCustomPrompt="1"/>
          </p:nvPr>
        </p:nvSpPr>
        <p:spPr>
          <a:xfrm>
            <a:off x="10575469" y="2657475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0" name="Текст 39">
            <a:extLst>
              <a:ext uri="{FF2B5EF4-FFF2-40B4-BE49-F238E27FC236}">
                <a16:creationId xmlns:a16="http://schemas.microsoft.com/office/drawing/2014/main" id="{B243B7FE-D3FB-28DB-FDA8-903ADDAD13FC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10798023" y="3351561"/>
            <a:ext cx="2533345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57" name="Рисунок 16">
            <a:extLst>
              <a:ext uri="{FF2B5EF4-FFF2-40B4-BE49-F238E27FC236}">
                <a16:creationId xmlns:a16="http://schemas.microsoft.com/office/drawing/2014/main" id="{6E5E99B2-C25F-D401-1BBA-9F3A104D110F}"/>
              </a:ext>
            </a:extLst>
          </p:cNvPr>
          <p:cNvSpPr>
            <a:spLocks noGrp="1"/>
          </p:cNvSpPr>
          <p:nvPr>
            <p:ph type="pic" sz="quarter" idx="115" hasCustomPrompt="1"/>
          </p:nvPr>
        </p:nvSpPr>
        <p:spPr>
          <a:xfrm>
            <a:off x="13228282" y="2902124"/>
            <a:ext cx="254047" cy="289273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1" name="Рисунок 11">
            <a:extLst>
              <a:ext uri="{FF2B5EF4-FFF2-40B4-BE49-F238E27FC236}">
                <a16:creationId xmlns:a16="http://schemas.microsoft.com/office/drawing/2014/main" id="{EFF1726C-AC29-0942-9AEC-FFA33973AC46}"/>
              </a:ext>
            </a:extLst>
          </p:cNvPr>
          <p:cNvSpPr>
            <a:spLocks noGrp="1"/>
          </p:cNvSpPr>
          <p:nvPr>
            <p:ph type="pic" sz="quarter" idx="119" hasCustomPrompt="1"/>
          </p:nvPr>
        </p:nvSpPr>
        <p:spPr>
          <a:xfrm>
            <a:off x="14200412" y="2657475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2" name="Текст 39">
            <a:extLst>
              <a:ext uri="{FF2B5EF4-FFF2-40B4-BE49-F238E27FC236}">
                <a16:creationId xmlns:a16="http://schemas.microsoft.com/office/drawing/2014/main" id="{F0AFCA83-792E-B6B2-8355-1BAAC2366DC2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14422966" y="3351561"/>
            <a:ext cx="2533345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56" name="Рисунок 16">
            <a:extLst>
              <a:ext uri="{FF2B5EF4-FFF2-40B4-BE49-F238E27FC236}">
                <a16:creationId xmlns:a16="http://schemas.microsoft.com/office/drawing/2014/main" id="{39648203-50CC-7F91-FDB1-0134D4FB650E}"/>
              </a:ext>
            </a:extLst>
          </p:cNvPr>
          <p:cNvSpPr>
            <a:spLocks noGrp="1"/>
          </p:cNvSpPr>
          <p:nvPr>
            <p:ph type="pic" sz="quarter" idx="114" hasCustomPrompt="1"/>
          </p:nvPr>
        </p:nvSpPr>
        <p:spPr>
          <a:xfrm>
            <a:off x="16887517" y="2894361"/>
            <a:ext cx="254047" cy="289273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4" name="Рисунок 11">
            <a:extLst>
              <a:ext uri="{FF2B5EF4-FFF2-40B4-BE49-F238E27FC236}">
                <a16:creationId xmlns:a16="http://schemas.microsoft.com/office/drawing/2014/main" id="{1CABA859-A618-DED9-669F-DE8A6A3E3DE2}"/>
              </a:ext>
            </a:extLst>
          </p:cNvPr>
          <p:cNvSpPr>
            <a:spLocks noGrp="1"/>
          </p:cNvSpPr>
          <p:nvPr>
            <p:ph type="pic" sz="quarter" idx="121" hasCustomPrompt="1"/>
          </p:nvPr>
        </p:nvSpPr>
        <p:spPr>
          <a:xfrm>
            <a:off x="10575469" y="7360103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1005858D-FF0A-8FFF-2ACF-415C65B9B8C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10798023" y="8054189"/>
            <a:ext cx="2533345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66" name="Рисунок 16">
            <a:extLst>
              <a:ext uri="{FF2B5EF4-FFF2-40B4-BE49-F238E27FC236}">
                <a16:creationId xmlns:a16="http://schemas.microsoft.com/office/drawing/2014/main" id="{F47BE2E6-13D5-3404-75C1-A638FD180DC6}"/>
              </a:ext>
            </a:extLst>
          </p:cNvPr>
          <p:cNvSpPr>
            <a:spLocks noGrp="1"/>
          </p:cNvSpPr>
          <p:nvPr>
            <p:ph type="pic" sz="quarter" idx="123" hasCustomPrompt="1"/>
          </p:nvPr>
        </p:nvSpPr>
        <p:spPr>
          <a:xfrm>
            <a:off x="13228282" y="7604752"/>
            <a:ext cx="254047" cy="289273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7" name="Рисунок 11">
            <a:extLst>
              <a:ext uri="{FF2B5EF4-FFF2-40B4-BE49-F238E27FC236}">
                <a16:creationId xmlns:a16="http://schemas.microsoft.com/office/drawing/2014/main" id="{921EEAA9-4582-C7A1-4B62-0568F631822D}"/>
              </a:ext>
            </a:extLst>
          </p:cNvPr>
          <p:cNvSpPr>
            <a:spLocks noGrp="1"/>
          </p:cNvSpPr>
          <p:nvPr>
            <p:ph type="pic" sz="quarter" idx="124" hasCustomPrompt="1"/>
          </p:nvPr>
        </p:nvSpPr>
        <p:spPr>
          <a:xfrm>
            <a:off x="14200412" y="7360103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AE2BE941-4641-10C6-B33A-5E3A00B1A396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14422966" y="8054189"/>
            <a:ext cx="2533345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70" name="Рисунок 11">
            <a:extLst>
              <a:ext uri="{FF2B5EF4-FFF2-40B4-BE49-F238E27FC236}">
                <a16:creationId xmlns:a16="http://schemas.microsoft.com/office/drawing/2014/main" id="{C569070B-A4A3-EA18-9557-3374CA9D2E81}"/>
              </a:ext>
            </a:extLst>
          </p:cNvPr>
          <p:cNvSpPr>
            <a:spLocks noGrp="1"/>
          </p:cNvSpPr>
          <p:nvPr>
            <p:ph type="pic" sz="quarter" idx="127" hasCustomPrompt="1"/>
          </p:nvPr>
        </p:nvSpPr>
        <p:spPr>
          <a:xfrm>
            <a:off x="10575469" y="4992460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A974BA0C-1D14-4885-54B9-CFAFD7963E00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10798023" y="5686546"/>
            <a:ext cx="2533345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58" name="Рисунок 16">
            <a:extLst>
              <a:ext uri="{FF2B5EF4-FFF2-40B4-BE49-F238E27FC236}">
                <a16:creationId xmlns:a16="http://schemas.microsoft.com/office/drawing/2014/main" id="{12F248BE-24A8-FF6E-133C-01EB1E26C09D}"/>
              </a:ext>
            </a:extLst>
          </p:cNvPr>
          <p:cNvSpPr>
            <a:spLocks noGrp="1"/>
          </p:cNvSpPr>
          <p:nvPr>
            <p:ph type="pic" sz="quarter" idx="116" hasCustomPrompt="1"/>
          </p:nvPr>
        </p:nvSpPr>
        <p:spPr>
          <a:xfrm>
            <a:off x="16824322" y="7562510"/>
            <a:ext cx="254047" cy="289273"/>
          </a:xfr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170A8ED4-986A-C31B-7D07-06FD5A8FA0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C3C62825-BB65-78BE-1F03-809CC50268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266C56DE-E546-8DA5-0C36-32BB74118D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752681DE-65FE-0F1D-FAA2-BD770287E230}"/>
              </a:ext>
            </a:extLst>
          </p:cNvPr>
          <p:cNvSpPr>
            <a:spLocks noGrp="1"/>
          </p:cNvSpPr>
          <p:nvPr>
            <p:ph type="pic" sz="quarter" idx="131" hasCustomPrompt="1"/>
          </p:nvPr>
        </p:nvSpPr>
        <p:spPr>
          <a:xfrm>
            <a:off x="14200412" y="4992460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81C1218D-7AC0-307C-D26A-19B3DE057E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14422966" y="5686546"/>
            <a:ext cx="2533345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</p:spTree>
    <p:extLst>
      <p:ext uri="{BB962C8B-B14F-4D97-AF65-F5344CB8AC3E}">
        <p14:creationId xmlns:p14="http://schemas.microsoft.com/office/powerpoint/2010/main" val="2906553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Диаграмма 20">
            <a:extLst>
              <a:ext uri="{FF2B5EF4-FFF2-40B4-BE49-F238E27FC236}">
                <a16:creationId xmlns:a16="http://schemas.microsoft.com/office/drawing/2014/main" id="{8DCE4177-AA8B-65A6-22BA-ABE6CCF1B3EE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960344" y="2657475"/>
            <a:ext cx="6686544" cy="6667500"/>
          </a:xfrm>
        </p:spPr>
        <p:txBody>
          <a:bodyPr anchor="ctr"/>
          <a:lstStyle>
            <a:lvl1pPr algn="ctr">
              <a:defRPr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r>
              <a:rPr lang="ru-RU" dirty="0"/>
              <a:t>Основной</a:t>
            </a:r>
            <a:br>
              <a:rPr lang="ru-RU" dirty="0"/>
            </a:br>
            <a:r>
              <a:rPr lang="ru-RU" dirty="0"/>
              <a:t>показатель</a:t>
            </a:r>
          </a:p>
        </p:txBody>
      </p:sp>
      <p:sp>
        <p:nvSpPr>
          <p:cNvPr id="39" name="Рисунок 11">
            <a:extLst>
              <a:ext uri="{FF2B5EF4-FFF2-40B4-BE49-F238E27FC236}">
                <a16:creationId xmlns:a16="http://schemas.microsoft.com/office/drawing/2014/main" id="{E21710D3-1180-ED72-8D8F-5499A498CEC0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13211175" y="2657475"/>
            <a:ext cx="4124325" cy="6667500"/>
          </a:xfrm>
          <a:prstGeom prst="roundRect">
            <a:avLst>
              <a:gd name="adj" fmla="val 56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0" name="Рисунок 11">
            <a:extLst>
              <a:ext uri="{FF2B5EF4-FFF2-40B4-BE49-F238E27FC236}">
                <a16:creationId xmlns:a16="http://schemas.microsoft.com/office/drawing/2014/main" id="{6B3BA381-110E-8516-922F-40221D3CE67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13211175" y="5800725"/>
            <a:ext cx="4124325" cy="1824718"/>
          </a:xfrm>
          <a:prstGeom prst="roundRect">
            <a:avLst>
              <a:gd name="adj" fmla="val 0"/>
            </a:avLst>
          </a:prstGeom>
          <a:solidFill>
            <a:srgbClr val="F60428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F65899DE-C087-1C91-49D4-DE5A24EAB6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59628" y="3011110"/>
            <a:ext cx="2134182" cy="1026280"/>
          </a:xfrm>
        </p:spPr>
        <p:txBody>
          <a:bodyPr anchor="t">
            <a:noAutofit/>
          </a:bodyPr>
          <a:lstStyle>
            <a:lvl1pPr algn="l"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63" name="Текст 39">
            <a:extLst>
              <a:ext uri="{FF2B5EF4-FFF2-40B4-BE49-F238E27FC236}">
                <a16:creationId xmlns:a16="http://schemas.microsoft.com/office/drawing/2014/main" id="{CB0CB058-B38F-4B30-41CA-6392C12AABA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3559628" y="5086351"/>
            <a:ext cx="3111090" cy="519649"/>
          </a:xfrm>
        </p:spPr>
        <p:txBody>
          <a:bodyPr anchor="ctr">
            <a:noAutofit/>
          </a:bodyPr>
          <a:lstStyle>
            <a:lvl1pPr algn="l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показателя в две строки</a:t>
            </a:r>
          </a:p>
        </p:txBody>
      </p:sp>
      <p:sp>
        <p:nvSpPr>
          <p:cNvPr id="69" name="Текст 39">
            <a:extLst>
              <a:ext uri="{FF2B5EF4-FFF2-40B4-BE49-F238E27FC236}">
                <a16:creationId xmlns:a16="http://schemas.microsoft.com/office/drawing/2014/main" id="{DD4F32A4-E6E6-CF2D-280A-0CDC4F93CCAC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3559628" y="4423974"/>
            <a:ext cx="3111090" cy="643326"/>
          </a:xfrm>
        </p:spPr>
        <p:txBody>
          <a:bodyPr anchor="ctr">
            <a:noAutofit/>
          </a:bodyPr>
          <a:lstStyle>
            <a:lvl1pPr algn="l"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25 тыс.</a:t>
            </a:r>
          </a:p>
        </p:txBody>
      </p:sp>
      <p:sp>
        <p:nvSpPr>
          <p:cNvPr id="76" name="Текст 39">
            <a:extLst>
              <a:ext uri="{FF2B5EF4-FFF2-40B4-BE49-F238E27FC236}">
                <a16:creationId xmlns:a16="http://schemas.microsoft.com/office/drawing/2014/main" id="{2FA264DE-DFC1-9D91-FB42-514800CA41DC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13559628" y="6784522"/>
            <a:ext cx="3111090" cy="519649"/>
          </a:xfrm>
        </p:spPr>
        <p:txBody>
          <a:bodyPr anchor="ctr">
            <a:noAutofit/>
          </a:bodyPr>
          <a:lstStyle>
            <a:lvl1pPr algn="l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показателя в две строки</a:t>
            </a:r>
          </a:p>
        </p:txBody>
      </p:sp>
      <p:sp>
        <p:nvSpPr>
          <p:cNvPr id="77" name="Текст 39">
            <a:extLst>
              <a:ext uri="{FF2B5EF4-FFF2-40B4-BE49-F238E27FC236}">
                <a16:creationId xmlns:a16="http://schemas.microsoft.com/office/drawing/2014/main" id="{3A075AB1-6C4B-CB80-1F4C-582C834D65F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13559628" y="6122145"/>
            <a:ext cx="3111090" cy="643326"/>
          </a:xfrm>
        </p:spPr>
        <p:txBody>
          <a:bodyPr anchor="ctr">
            <a:noAutofit/>
          </a:bodyPr>
          <a:lstStyle>
            <a:lvl1pPr algn="l"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25 тыс.</a:t>
            </a:r>
          </a:p>
        </p:txBody>
      </p:sp>
      <p:sp>
        <p:nvSpPr>
          <p:cNvPr id="78" name="Текст 39">
            <a:extLst>
              <a:ext uri="{FF2B5EF4-FFF2-40B4-BE49-F238E27FC236}">
                <a16:creationId xmlns:a16="http://schemas.microsoft.com/office/drawing/2014/main" id="{9D79F42E-5574-AA43-1080-93FAAD1ABF6A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3559628" y="8482693"/>
            <a:ext cx="3111090" cy="519649"/>
          </a:xfrm>
        </p:spPr>
        <p:txBody>
          <a:bodyPr anchor="ctr">
            <a:noAutofit/>
          </a:bodyPr>
          <a:lstStyle>
            <a:lvl1pPr algn="l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показателя в две строки</a:t>
            </a:r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C09029EB-3650-94D6-592D-3DDFF1A206BB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13559628" y="7820316"/>
            <a:ext cx="3111090" cy="643326"/>
          </a:xfrm>
        </p:spPr>
        <p:txBody>
          <a:bodyPr anchor="ctr">
            <a:noAutofit/>
          </a:bodyPr>
          <a:lstStyle>
            <a:lvl1pPr algn="l"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25 тыс.</a:t>
            </a:r>
          </a:p>
        </p:txBody>
      </p:sp>
      <p:sp>
        <p:nvSpPr>
          <p:cNvPr id="83" name="Текст 39">
            <a:extLst>
              <a:ext uri="{FF2B5EF4-FFF2-40B4-BE49-F238E27FC236}">
                <a16:creationId xmlns:a16="http://schemas.microsoft.com/office/drawing/2014/main" id="{2A49EDF4-0C90-AED8-4C3C-D15179644A2E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7730328" y="2986074"/>
            <a:ext cx="2566197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показателя</a:t>
            </a:r>
          </a:p>
        </p:txBody>
      </p:sp>
      <p:sp>
        <p:nvSpPr>
          <p:cNvPr id="85" name="Рисунок 84">
            <a:extLst>
              <a:ext uri="{FF2B5EF4-FFF2-40B4-BE49-F238E27FC236}">
                <a16:creationId xmlns:a16="http://schemas.microsoft.com/office/drawing/2014/main" id="{E680158E-4F17-354C-9106-9F8CBA3884CD}"/>
              </a:ext>
            </a:extLst>
          </p:cNvPr>
          <p:cNvSpPr>
            <a:spLocks noGrp="1"/>
          </p:cNvSpPr>
          <p:nvPr>
            <p:ph type="pic" sz="quarter" idx="119" hasCustomPrompt="1"/>
          </p:nvPr>
        </p:nvSpPr>
        <p:spPr>
          <a:xfrm>
            <a:off x="7730328" y="3638135"/>
            <a:ext cx="2566197" cy="17145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9" name="Текст 39">
            <a:extLst>
              <a:ext uri="{FF2B5EF4-FFF2-40B4-BE49-F238E27FC236}">
                <a16:creationId xmlns:a16="http://schemas.microsoft.com/office/drawing/2014/main" id="{0D25BA1D-09DC-0738-74B2-73542469B021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8311669" y="5231732"/>
            <a:ext cx="2566197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показателя</a:t>
            </a:r>
          </a:p>
        </p:txBody>
      </p:sp>
      <p:sp>
        <p:nvSpPr>
          <p:cNvPr id="90" name="Рисунок 84">
            <a:extLst>
              <a:ext uri="{FF2B5EF4-FFF2-40B4-BE49-F238E27FC236}">
                <a16:creationId xmlns:a16="http://schemas.microsoft.com/office/drawing/2014/main" id="{02FAD6C3-9278-88F2-5568-4CF5AA193F40}"/>
              </a:ext>
            </a:extLst>
          </p:cNvPr>
          <p:cNvSpPr>
            <a:spLocks noGrp="1"/>
          </p:cNvSpPr>
          <p:nvPr>
            <p:ph type="pic" sz="quarter" idx="122" hasCustomPrompt="1"/>
          </p:nvPr>
        </p:nvSpPr>
        <p:spPr>
          <a:xfrm>
            <a:off x="8311669" y="5883793"/>
            <a:ext cx="2566197" cy="17145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2" name="Текст 39">
            <a:extLst>
              <a:ext uri="{FF2B5EF4-FFF2-40B4-BE49-F238E27FC236}">
                <a16:creationId xmlns:a16="http://schemas.microsoft.com/office/drawing/2014/main" id="{CB3E12A0-251A-2918-6DB1-6DA8168AA1B8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7516295" y="7719438"/>
            <a:ext cx="2566197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показателя</a:t>
            </a:r>
          </a:p>
        </p:txBody>
      </p:sp>
      <p:sp>
        <p:nvSpPr>
          <p:cNvPr id="93" name="Рисунок 84">
            <a:extLst>
              <a:ext uri="{FF2B5EF4-FFF2-40B4-BE49-F238E27FC236}">
                <a16:creationId xmlns:a16="http://schemas.microsoft.com/office/drawing/2014/main" id="{209753BC-E7F9-6AFD-FA20-09A44A57AAE1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7516295" y="8371499"/>
            <a:ext cx="2566197" cy="17145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AEFBF170-935B-CC61-76ED-E141D2F00D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2CDAA0FE-741B-840A-886A-1018F92AFF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D0925411-04CD-3E93-7468-F0D1BF0588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Текст 5">
            <a:extLst>
              <a:ext uri="{FF2B5EF4-FFF2-40B4-BE49-F238E27FC236}">
                <a16:creationId xmlns:a16="http://schemas.microsoft.com/office/drawing/2014/main" id="{A8BDF520-514E-0CB6-AB53-ED41EC711809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358253" y="2833449"/>
            <a:ext cx="1228725" cy="122872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26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pPr lvl="0"/>
            <a:r>
              <a:rPr lang="ru-RU" dirty="0"/>
              <a:t> 80 млн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C231F51-E10D-03E3-13BC-7114CEAFEDF4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979057" y="5049112"/>
            <a:ext cx="1228725" cy="12287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26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pPr lvl="0"/>
            <a:r>
              <a:rPr lang="ru-RU" dirty="0"/>
              <a:t> 80 млн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4E9F878F-7F02-DAB2-DF5B-665731466192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6199991" y="7510957"/>
            <a:ext cx="1228725" cy="1228725"/>
          </a:xfrm>
          <a:prstGeom prst="ellipse">
            <a:avLst/>
          </a:prstGeom>
          <a:solidFill>
            <a:srgbClr val="FF254A"/>
          </a:solidFill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26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pPr lvl="0"/>
            <a:r>
              <a:rPr lang="ru-RU" dirty="0"/>
              <a:t> 80 млн</a:t>
            </a:r>
          </a:p>
        </p:txBody>
      </p:sp>
    </p:spTree>
    <p:extLst>
      <p:ext uri="{BB962C8B-B14F-4D97-AF65-F5344CB8AC3E}">
        <p14:creationId xmlns:p14="http://schemas.microsoft.com/office/powerpoint/2010/main" val="1070191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9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5">
            <a:extLst>
              <a:ext uri="{FF2B5EF4-FFF2-40B4-BE49-F238E27FC236}">
                <a16:creationId xmlns:a16="http://schemas.microsoft.com/office/drawing/2014/main" id="{D8D9CB06-BF4E-2FBB-F9FC-AE4ABE29FBCA}"/>
              </a:ext>
            </a:extLst>
          </p:cNvPr>
          <p:cNvSpPr>
            <a:spLocks noGrp="1"/>
          </p:cNvSpPr>
          <p:nvPr>
            <p:ph type="pic" sz="quarter" idx="142" hasCustomPrompt="1"/>
          </p:nvPr>
        </p:nvSpPr>
        <p:spPr>
          <a:xfrm>
            <a:off x="3785920" y="2311376"/>
            <a:ext cx="10780269" cy="552129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692" b="5692"/>
            </a:stretch>
          </a:blip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74" name="Рисунок 11">
            <a:extLst>
              <a:ext uri="{FF2B5EF4-FFF2-40B4-BE49-F238E27FC236}">
                <a16:creationId xmlns:a16="http://schemas.microsoft.com/office/drawing/2014/main" id="{500BEBFD-2698-0DF9-CD8A-D47D7FC083F7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952500" y="4020939"/>
            <a:ext cx="3128535" cy="2102174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5" name="Текст 39">
            <a:extLst>
              <a:ext uri="{FF2B5EF4-FFF2-40B4-BE49-F238E27FC236}">
                <a16:creationId xmlns:a16="http://schemas.microsoft.com/office/drawing/2014/main" id="{A0BD79EA-C441-430E-47DA-F72578015BF1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175055" y="5223160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76" name="Текст 39">
            <a:extLst>
              <a:ext uri="{FF2B5EF4-FFF2-40B4-BE49-F238E27FC236}">
                <a16:creationId xmlns:a16="http://schemas.microsoft.com/office/drawing/2014/main" id="{6001D0CC-49B4-B96B-738B-B2159652118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175054" y="4631933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77" name="Рисунок 16">
            <a:extLst>
              <a:ext uri="{FF2B5EF4-FFF2-40B4-BE49-F238E27FC236}">
                <a16:creationId xmlns:a16="http://schemas.microsoft.com/office/drawing/2014/main" id="{D7ED0CFF-8670-906A-2597-5BFF672147BC}"/>
              </a:ext>
            </a:extLst>
          </p:cNvPr>
          <p:cNvSpPr>
            <a:spLocks noGrp="1"/>
          </p:cNvSpPr>
          <p:nvPr>
            <p:ph type="pic" sz="quarter" idx="114" hasCustomPrompt="1"/>
          </p:nvPr>
        </p:nvSpPr>
        <p:spPr>
          <a:xfrm>
            <a:off x="1175054" y="4189463"/>
            <a:ext cx="254047" cy="289273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8" name="Рисунок 11">
            <a:extLst>
              <a:ext uri="{FF2B5EF4-FFF2-40B4-BE49-F238E27FC236}">
                <a16:creationId xmlns:a16="http://schemas.microsoft.com/office/drawing/2014/main" id="{00857A77-F289-BB29-1A04-589315D6D824}"/>
              </a:ext>
            </a:extLst>
          </p:cNvPr>
          <p:cNvSpPr>
            <a:spLocks noGrp="1"/>
          </p:cNvSpPr>
          <p:nvPr>
            <p:ph type="pic" sz="quarter" idx="115" hasCustomPrompt="1"/>
          </p:nvPr>
        </p:nvSpPr>
        <p:spPr>
          <a:xfrm>
            <a:off x="7555006" y="4162461"/>
            <a:ext cx="3404542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B25DA77C-CEBA-8F54-93DF-B52D7EBD19F9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7777561" y="4989855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80" name="Текст 39">
            <a:extLst>
              <a:ext uri="{FF2B5EF4-FFF2-40B4-BE49-F238E27FC236}">
                <a16:creationId xmlns:a16="http://schemas.microsoft.com/office/drawing/2014/main" id="{C0808562-0A17-1667-E667-952874A796DE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7777560" y="4398628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81" name="Рисунок 11">
            <a:extLst>
              <a:ext uri="{FF2B5EF4-FFF2-40B4-BE49-F238E27FC236}">
                <a16:creationId xmlns:a16="http://schemas.microsoft.com/office/drawing/2014/main" id="{2333DAC8-0E9A-010F-E29E-0D1FFD8354B1}"/>
              </a:ext>
            </a:extLst>
          </p:cNvPr>
          <p:cNvSpPr>
            <a:spLocks noGrp="1"/>
          </p:cNvSpPr>
          <p:nvPr>
            <p:ph type="pic" sz="quarter" idx="118" hasCustomPrompt="1"/>
          </p:nvPr>
        </p:nvSpPr>
        <p:spPr>
          <a:xfrm>
            <a:off x="7555006" y="2266426"/>
            <a:ext cx="3404542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2" name="Текст 39">
            <a:extLst>
              <a:ext uri="{FF2B5EF4-FFF2-40B4-BE49-F238E27FC236}">
                <a16:creationId xmlns:a16="http://schemas.microsoft.com/office/drawing/2014/main" id="{82C5AF21-1AD8-ED68-1293-381F059DDE7D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7777561" y="3093820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83" name="Текст 39">
            <a:extLst>
              <a:ext uri="{FF2B5EF4-FFF2-40B4-BE49-F238E27FC236}">
                <a16:creationId xmlns:a16="http://schemas.microsoft.com/office/drawing/2014/main" id="{015273E9-58D5-8C40-DF3E-43120C139128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7777560" y="2502593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84" name="Рисунок 11">
            <a:extLst>
              <a:ext uri="{FF2B5EF4-FFF2-40B4-BE49-F238E27FC236}">
                <a16:creationId xmlns:a16="http://schemas.microsoft.com/office/drawing/2014/main" id="{447FE89A-B57F-A146-5A71-199E277977D1}"/>
              </a:ext>
            </a:extLst>
          </p:cNvPr>
          <p:cNvSpPr>
            <a:spLocks noGrp="1"/>
          </p:cNvSpPr>
          <p:nvPr>
            <p:ph type="pic" sz="quarter" idx="121" hasCustomPrompt="1"/>
          </p:nvPr>
        </p:nvSpPr>
        <p:spPr>
          <a:xfrm>
            <a:off x="7555006" y="6058496"/>
            <a:ext cx="3404542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BB5DC0E6-4EA0-A6AA-2454-8038248B9583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7777561" y="6885890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AEB55752-E027-7558-A637-A4A19C0AC53C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7777560" y="6294663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87" name="Рисунок 11">
            <a:extLst>
              <a:ext uri="{FF2B5EF4-FFF2-40B4-BE49-F238E27FC236}">
                <a16:creationId xmlns:a16="http://schemas.microsoft.com/office/drawing/2014/main" id="{300BB614-C95B-28DA-00A5-6671E128E86F}"/>
              </a:ext>
            </a:extLst>
          </p:cNvPr>
          <p:cNvSpPr>
            <a:spLocks noGrp="1"/>
          </p:cNvSpPr>
          <p:nvPr>
            <p:ph type="pic" sz="quarter" idx="124" hasCustomPrompt="1"/>
          </p:nvPr>
        </p:nvSpPr>
        <p:spPr>
          <a:xfrm>
            <a:off x="14197853" y="4162461"/>
            <a:ext cx="3128535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8" name="Текст 39">
            <a:extLst>
              <a:ext uri="{FF2B5EF4-FFF2-40B4-BE49-F238E27FC236}">
                <a16:creationId xmlns:a16="http://schemas.microsoft.com/office/drawing/2014/main" id="{9DE74118-19C9-97B2-E16C-0BABDF330C0E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14420408" y="4989855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89" name="Текст 39">
            <a:extLst>
              <a:ext uri="{FF2B5EF4-FFF2-40B4-BE49-F238E27FC236}">
                <a16:creationId xmlns:a16="http://schemas.microsoft.com/office/drawing/2014/main" id="{777D9116-24E3-BAF3-4945-8E904BBB4AF2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14420407" y="4398628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90" name="Рисунок 11">
            <a:extLst>
              <a:ext uri="{FF2B5EF4-FFF2-40B4-BE49-F238E27FC236}">
                <a16:creationId xmlns:a16="http://schemas.microsoft.com/office/drawing/2014/main" id="{CF60650C-0E2E-AD5E-E379-7D9681664FFB}"/>
              </a:ext>
            </a:extLst>
          </p:cNvPr>
          <p:cNvSpPr>
            <a:spLocks noGrp="1"/>
          </p:cNvSpPr>
          <p:nvPr>
            <p:ph type="pic" sz="quarter" idx="127" hasCustomPrompt="1"/>
          </p:nvPr>
        </p:nvSpPr>
        <p:spPr>
          <a:xfrm>
            <a:off x="14197853" y="2266426"/>
            <a:ext cx="3128535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1" name="Текст 39">
            <a:extLst>
              <a:ext uri="{FF2B5EF4-FFF2-40B4-BE49-F238E27FC236}">
                <a16:creationId xmlns:a16="http://schemas.microsoft.com/office/drawing/2014/main" id="{BDD54D17-D5B1-C83F-15AC-C679DFEBF33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14420408" y="3093820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92" name="Текст 39">
            <a:extLst>
              <a:ext uri="{FF2B5EF4-FFF2-40B4-BE49-F238E27FC236}">
                <a16:creationId xmlns:a16="http://schemas.microsoft.com/office/drawing/2014/main" id="{2E4112E5-91BF-B6AF-D9C3-AF3AD76542CA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14420407" y="2502593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93" name="Рисунок 11">
            <a:extLst>
              <a:ext uri="{FF2B5EF4-FFF2-40B4-BE49-F238E27FC236}">
                <a16:creationId xmlns:a16="http://schemas.microsoft.com/office/drawing/2014/main" id="{F6CAAD7C-5214-06F5-0562-55F1FBDD7ED2}"/>
              </a:ext>
            </a:extLst>
          </p:cNvPr>
          <p:cNvSpPr>
            <a:spLocks noGrp="1"/>
          </p:cNvSpPr>
          <p:nvPr>
            <p:ph type="pic" sz="quarter" idx="130" hasCustomPrompt="1"/>
          </p:nvPr>
        </p:nvSpPr>
        <p:spPr>
          <a:xfrm>
            <a:off x="14197853" y="6058496"/>
            <a:ext cx="3128535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4" name="Текст 39">
            <a:extLst>
              <a:ext uri="{FF2B5EF4-FFF2-40B4-BE49-F238E27FC236}">
                <a16:creationId xmlns:a16="http://schemas.microsoft.com/office/drawing/2014/main" id="{67B3CEEE-CD5B-2822-C55E-33F880C69880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14420408" y="6885890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95" name="Текст 39">
            <a:extLst>
              <a:ext uri="{FF2B5EF4-FFF2-40B4-BE49-F238E27FC236}">
                <a16:creationId xmlns:a16="http://schemas.microsoft.com/office/drawing/2014/main" id="{FBF26328-6426-6C33-5537-E1B3EDAAA103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14420407" y="6294663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96" name="Текст 39">
            <a:extLst>
              <a:ext uri="{FF2B5EF4-FFF2-40B4-BE49-F238E27FC236}">
                <a16:creationId xmlns:a16="http://schemas.microsoft.com/office/drawing/2014/main" id="{C8D12543-59B9-5B7D-75BF-49A1BEFC8EE0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7840255" y="8706459"/>
            <a:ext cx="2617016" cy="303581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 строку</a:t>
            </a:r>
          </a:p>
        </p:txBody>
      </p:sp>
      <p:sp>
        <p:nvSpPr>
          <p:cNvPr id="97" name="Текст 39">
            <a:extLst>
              <a:ext uri="{FF2B5EF4-FFF2-40B4-BE49-F238E27FC236}">
                <a16:creationId xmlns:a16="http://schemas.microsoft.com/office/drawing/2014/main" id="{8F03F785-0194-40EF-B4B3-C433AAE86E26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7840254" y="9081758"/>
            <a:ext cx="2617017" cy="51054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25 </a:t>
            </a:r>
            <a:r>
              <a:rPr lang="ru-RU" dirty="0" err="1"/>
              <a:t>тыс</a:t>
            </a:r>
            <a:endParaRPr lang="ru-RU" dirty="0"/>
          </a:p>
        </p:txBody>
      </p:sp>
      <p:sp>
        <p:nvSpPr>
          <p:cNvPr id="98" name="Рисунок 16">
            <a:extLst>
              <a:ext uri="{FF2B5EF4-FFF2-40B4-BE49-F238E27FC236}">
                <a16:creationId xmlns:a16="http://schemas.microsoft.com/office/drawing/2014/main" id="{D06AEB4B-5E84-91F9-DF20-71432F753413}"/>
              </a:ext>
            </a:extLst>
          </p:cNvPr>
          <p:cNvSpPr>
            <a:spLocks noGrp="1"/>
          </p:cNvSpPr>
          <p:nvPr>
            <p:ph type="pic" sz="quarter" idx="135" hasCustomPrompt="1"/>
          </p:nvPr>
        </p:nvSpPr>
        <p:spPr>
          <a:xfrm>
            <a:off x="8963083" y="8187858"/>
            <a:ext cx="371358" cy="42285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0" name="Текст 39">
            <a:extLst>
              <a:ext uri="{FF2B5EF4-FFF2-40B4-BE49-F238E27FC236}">
                <a16:creationId xmlns:a16="http://schemas.microsoft.com/office/drawing/2014/main" id="{2FF00445-2D3A-8369-02AE-8F7C85F0AA60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11202019" y="8706459"/>
            <a:ext cx="2617016" cy="303581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 строку</a:t>
            </a:r>
          </a:p>
        </p:txBody>
      </p:sp>
      <p:sp>
        <p:nvSpPr>
          <p:cNvPr id="101" name="Текст 39">
            <a:extLst>
              <a:ext uri="{FF2B5EF4-FFF2-40B4-BE49-F238E27FC236}">
                <a16:creationId xmlns:a16="http://schemas.microsoft.com/office/drawing/2014/main" id="{ED52D1A7-B032-21D4-5653-504168907CC4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11202018" y="9081758"/>
            <a:ext cx="2617017" cy="51054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25 </a:t>
            </a:r>
            <a:r>
              <a:rPr lang="ru-RU" dirty="0" err="1"/>
              <a:t>тыс</a:t>
            </a:r>
            <a:endParaRPr lang="ru-RU" dirty="0"/>
          </a:p>
        </p:txBody>
      </p:sp>
      <p:sp>
        <p:nvSpPr>
          <p:cNvPr id="102" name="Рисунок 16">
            <a:extLst>
              <a:ext uri="{FF2B5EF4-FFF2-40B4-BE49-F238E27FC236}">
                <a16:creationId xmlns:a16="http://schemas.microsoft.com/office/drawing/2014/main" id="{1D3E2CA8-8A04-CD35-F0E5-66DC31D8AFBE}"/>
              </a:ext>
            </a:extLst>
          </p:cNvPr>
          <p:cNvSpPr>
            <a:spLocks noGrp="1"/>
          </p:cNvSpPr>
          <p:nvPr>
            <p:ph type="pic" sz="quarter" idx="138" hasCustomPrompt="1"/>
          </p:nvPr>
        </p:nvSpPr>
        <p:spPr>
          <a:xfrm>
            <a:off x="12324847" y="8187858"/>
            <a:ext cx="371358" cy="42285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3" name="Текст 39">
            <a:extLst>
              <a:ext uri="{FF2B5EF4-FFF2-40B4-BE49-F238E27FC236}">
                <a16:creationId xmlns:a16="http://schemas.microsoft.com/office/drawing/2014/main" id="{D408BDA8-14A1-7E84-CB47-03751CBF033D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4465043" y="8706459"/>
            <a:ext cx="2617016" cy="303581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 строку</a:t>
            </a:r>
          </a:p>
        </p:txBody>
      </p:sp>
      <p:sp>
        <p:nvSpPr>
          <p:cNvPr id="104" name="Текст 39">
            <a:extLst>
              <a:ext uri="{FF2B5EF4-FFF2-40B4-BE49-F238E27FC236}">
                <a16:creationId xmlns:a16="http://schemas.microsoft.com/office/drawing/2014/main" id="{6432E35F-59FB-31EB-C354-604DA49CE565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4465042" y="9081758"/>
            <a:ext cx="2617017" cy="51054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25 </a:t>
            </a:r>
            <a:r>
              <a:rPr lang="ru-RU" dirty="0" err="1"/>
              <a:t>тыс</a:t>
            </a:r>
            <a:endParaRPr lang="ru-RU" dirty="0"/>
          </a:p>
        </p:txBody>
      </p:sp>
      <p:sp>
        <p:nvSpPr>
          <p:cNvPr id="105" name="Рисунок 16">
            <a:extLst>
              <a:ext uri="{FF2B5EF4-FFF2-40B4-BE49-F238E27FC236}">
                <a16:creationId xmlns:a16="http://schemas.microsoft.com/office/drawing/2014/main" id="{F08211A2-2099-CF2C-DDFB-FEB903E128BB}"/>
              </a:ext>
            </a:extLst>
          </p:cNvPr>
          <p:cNvSpPr>
            <a:spLocks noGrp="1"/>
          </p:cNvSpPr>
          <p:nvPr>
            <p:ph type="pic" sz="quarter" idx="141" hasCustomPrompt="1"/>
          </p:nvPr>
        </p:nvSpPr>
        <p:spPr>
          <a:xfrm>
            <a:off x="5587871" y="8187858"/>
            <a:ext cx="371358" cy="42285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0CA78067-63EC-7FE2-89AF-3AB676E1F4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B47CDDC9-4ED9-8AA4-A81B-5CADDF3EF9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B4AB2B47-F164-7949-6BE4-7F2EF5C48B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9547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8.xml"/><Relationship Id="rId10" Type="http://schemas.openxmlformats.org/officeDocument/2006/relationships/theme" Target="../theme/theme9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5" Type="http://schemas.openxmlformats.org/officeDocument/2006/relationships/theme" Target="../theme/theme10.xml"/><Relationship Id="rId4" Type="http://schemas.openxmlformats.org/officeDocument/2006/relationships/slideLayout" Target="../slideLayouts/slideLayout66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3.xml"/><Relationship Id="rId10" Type="http://schemas.openxmlformats.org/officeDocument/2006/relationships/theme" Target="../theme/theme12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62CE10-5EFB-B3CD-1492-0B347C716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ru-RU"/>
              <a:t>ДИТ Москвы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697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963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  <p:sldLayoutId id="2147483681" r:id="rId4"/>
    <p:sldLayoutId id="2147483682" r:id="rId5"/>
    <p:sldLayoutId id="2147483683" r:id="rId6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33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7" r:id="rId3"/>
    <p:sldLayoutId id="2147483696" r:id="rId4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5166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5" r:id="rId2"/>
    <p:sldLayoutId id="2147483706" r:id="rId3"/>
    <p:sldLayoutId id="2147483707" r:id="rId4"/>
    <p:sldLayoutId id="2147483708" r:id="rId5"/>
    <p:sldLayoutId id="2147483709" r:id="rId6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6364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6" r:id="rId2"/>
    <p:sldLayoutId id="2147483721" r:id="rId3"/>
    <p:sldLayoutId id="2147483715" r:id="rId4"/>
    <p:sldLayoutId id="2147483723" r:id="rId5"/>
    <p:sldLayoutId id="2147483718" r:id="rId6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0826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26" r:id="rId2"/>
    <p:sldLayoutId id="2147483732" r:id="rId3"/>
    <p:sldLayoutId id="2147483733" r:id="rId4"/>
    <p:sldLayoutId id="2147483734" r:id="rId5"/>
    <p:sldLayoutId id="2147483728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3942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50" r:id="rId2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605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7263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5" r:id="rId2"/>
    <p:sldLayoutId id="2147483792" r:id="rId3"/>
    <p:sldLayoutId id="2147483793" r:id="rId4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1116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260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9" r:id="rId2"/>
    <p:sldLayoutId id="2147483780" r:id="rId3"/>
    <p:sldLayoutId id="2147483781" r:id="rId4"/>
    <p:sldLayoutId id="2147483783" r:id="rId5"/>
    <p:sldLayoutId id="2147483784" r:id="rId6"/>
    <p:sldLayoutId id="2147483785" r:id="rId7"/>
    <p:sldLayoutId id="2147483786" r:id="rId8"/>
    <p:sldLayoutId id="2147483787" r:id="rId9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original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Original14" Type="http://schemas.openxmlformats.org/officeDocument/2006/relationships/image" Target="../media/original-228701e1828a0e7b354e2c27da2d9255c20cfc632eeaa9a9945869a7eb21f92b.jpeg" /></Relationships>
</file>

<file path=ppt/slides/_rels/original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0.xml" /><Relationship Id="rIdOriginal62" Type="http://schemas.openxmlformats.org/officeDocument/2006/relationships/image" Target="../media/original-228701e1828a0e7b354e2c27da2d9255c20cfc632eeaa9a9945869a7eb21f92b.jpeg" /><Relationship Id="rIdOriginal65" Type="http://schemas.openxmlformats.org/officeDocument/2006/relationships/image" Target="../media/original-228701e1828a0e7b354e2c27da2d9255c20cfc632eeaa9a9945869a7eb21f92b.jpeg" /></Relationships>
</file>

<file path=ppt/slides/_rels/original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original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original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Нижний колонтитул 1">
            <ns1:extLst>
              <ns1:ext uri="{FF2B5EF4-FFF2-40B4-BE49-F238E27FC236}">
                <ns2:creationId id="{36DAE941-5986-0467-FF3D-8B386B4E5C3A}"/>
              </ns1:ext>
            </ns1:extLst>
          </ns0:cNvPr>
          <ns0:cNvSpPr>
            <ns1:spLocks noGrp="1"/>
          </ns0:cNvSpPr>
          <ns0:nvPr>
            <ns0:ph type="ftr" sz="quarter" idx="12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r>
              <ns1:rPr lang="ru-RU"/>
              <ns1:t>ДИТ Москвы</ns1:t>
            </ns1:r>
            <ns1:endParaRPr lang="ru-RU" dirty="0"/>
          </ns1:p>
        </ns0:txBody>
      </ns0:sp>
      <ns0:sp>
        <ns0:nvSpPr>
          <ns0:cNvPr id="3" name="Текст 2">
            <ns1:extLst>
              <ns1:ext uri="{FF2B5EF4-FFF2-40B4-BE49-F238E27FC236}">
                <ns2:creationId id="{DD8C2FD9-E130-7252-6587-CC0686384FD4}"/>
              </ns1:ext>
            </ns1:extLst>
          </ns0:cNvPr>
          <ns0:cNvSpPr>
            <ns1:spLocks noGrp="1"/>
          </ns0:cNvSpPr>
          <ns0:nvPr>
            <ns0:ph type="body" sz="quarter" idx="13"/>
          </ns0:nvPr>
        </ns0:nvSpPr>
        <ns0:spPr/>
        <ns0:txBody>
          <ns1:bodyPr anchor="ctr" lIns="91440" rIns="91440" tIns="45720" bIns="45720">
            <ns1:noAutofit/>
          </ns1:bodyPr>
          <ns1:lstStyle/>
          <ns1:p>
            <ns1:pPr marL="0" indent="0" algn="ctr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800">
                <ns1:solidFill>
                  <ns1:schemeClr val="tx1">
                    <ns1:lumMod val="75000"/>
                    <ns1:lumOff val="25000"/>
                  </ns1:schemeClr>
                </ns1:solidFill>
              </ns1:defRPr>
            </ns1:pPr>
            <ns1:r>
              <ns1:rPr sz="1800" b="1" i="0" kern="1200" lang="ru-RU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Golos Text"/>
                <ns1:ea typeface="Golos Text"/>
                <ns1:cs typeface="Golos Text"/>
              </ns1:rPr>
              <ns1:t>2026</ns1:t>
            </ns1:r>
          </ns1:p>
        </ns0:txBody>
      </ns0:sp>
      <ns0:sp>
        <ns0:nvSpPr>
          <ns0:cNvPr id="4" name="Заголовок 3">
            <ns1:extLst>
              <ns1:ext uri="{FF2B5EF4-FFF2-40B4-BE49-F238E27FC236}">
                <ns2:creationId id="{00208019-DDB0-058D-00B9-74059620E0E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1604531" y="4815700"/>
            <ns1:ext cx="8206740" cy="1676400"/>
          </ns1:xfrm>
          <ns1:prstGeom prst="rect">
            <ns1:avLst/>
          </ns1:prstGeom>
        </ns0:spPr>
        <ns0:txBody>
          <ns1:bodyPr vert="horz" lIns="91440" tIns="45720" rIns="91440" bIns="45720" rtlCol="0" anchor="t">
            <ns1:normAutofit/>
          </ns1:bodyPr>
          <ns1:lstStyle/>
          <ns1:p>
            <ns1:pPr algn="l" defTabSz="914400" rtl="0" eaLnBrk="1" latinLnBrk="0" hangingPunct="1">
              <ns1:lnSpc>
                <ns1:spcPct val="80000"/>
              </ns1:lnSpc>
              <ns1:spcBef>
                <ns1:spcPct val="0"/>
              </ns1:spcBef>
              <ns1:buNone/>
              <ns1:defRPr/>
            </ns1:pPr>
            <ns1:r>
              <ns1:rPr sz="6600" b="0" i="0" kern="1200" lang="ru-RU" dirty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rPr>
              <ns1:t>Городские сервисы</ns1:t>
            </ns1:r>
          </ns1:p>
        </ns0:txBody>
      </ns0:sp>
      <ns0:sp>
        <ns0:nvSpPr>
          <ns0:cNvPr id="5" name="Текст 4">
            <ns1:extLst>
              <ns1:ext uri="{FF2B5EF4-FFF2-40B4-BE49-F238E27FC236}">
                <ns2:creationId id="{67F7A350-4B76-9082-43D5-E71D7876AD8F}"/>
              </ns1:ext>
            </ns1:extLst>
          </ns0:cNvPr>
          <ns0:cNvSpPr>
            <ns1:spLocks noGrp="1"/>
          </ns0:cNvSpPr>
          <ns0:nvPr>
            <ns0:ph type="body" sz="quarter" idx="11"/>
          </ns0:nvPr>
        </ns0:nvSpPr>
        <ns0:spPr>
          <ns1:xfrm>
            <ns1:off x="1604531" y="6639738"/>
            <ns1:ext cx="8206740" cy="914400"/>
          </ns1:xfrm>
        </ns0:spPr>
        <ns0:txBody>
          <ns1:bodyPr lIns="91440" rIns="91440" tIns="45720" bIns="4572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2400"/>
            </ns1:pPr>
            <ns1:r>
              <ns1:rPr sz="240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Как подать обращение</ns1:t>
            </ns1:r>
          </ns1:p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2400"/>
            </ns1:pPr>
            <ns1:r>
              <ns1:rPr sz="240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и узнать результат</ns1:t>
            </ns1:r>
          </ns1:p>
        </ns0:txBody>
      </ns0:sp>
      <ns0:sp>
        <ns0:nvSpPr>
          <ns0:cNvPr id="6" name="Рисунок 5">
            <ns1:extLst>
              <ns1:ext uri="{FF2B5EF4-FFF2-40B4-BE49-F238E27FC236}">
                <ns2:creationId id="{7EFADD90-BA98-C247-0B2E-8F7ED0887101}"/>
              </ns1:ext>
            </ns1:extLst>
          </ns0:cNvPr>
          <ns0:cNvSpPr>
            <ns1:spLocks noGrp="1"/>
          </ns0:cNvSpPr>
          <ns0:nvPr>
            <ns0:ph type="pic" sz="quarter" idx="15"/>
          </ns0:nvPr>
        </ns0:nvSpPr>
        <ns0:spPr/>
      </ns0:sp>
      <ns0:sp>
        <ns0:nvSpPr>
          <ns0:cNvPr id="7" name="Текст 6">
            <ns1:extLst>
              <ns1:ext uri="{FF2B5EF4-FFF2-40B4-BE49-F238E27FC236}">
                <ns2:creationId id="{C8B8D415-24F8-A6F5-B1E6-E1E8E1D56E06}"/>
              </ns1:ext>
            </ns1:extLst>
          </ns0:cNvPr>
          <ns0:cNvSpPr>
            <ns1:spLocks noGrp="1"/>
          </ns0:cNvSpPr>
          <ns0:nvPr>
            <ns0:ph type="body" sz="quarter" idx="16"/>
          </ns0:nvPr>
        </ns0:nvSpPr>
        <ns0:spPr/>
        <ns0:txBody>
          <ns1:bodyPr/>
          <ns1:lstStyle/>
          <ns1:p>
            <ns1:endParaRPr lang="ru-RU"/>
          </ns1:p>
        </ns0:txBody>
      </ns0:sp>
      <ns0:sp>
        <ns0:nvSpPr>
          <ns0:cNvPr id="8" name="Текст 7">
            <ns1:extLst>
              <ns1:ext uri="{FF2B5EF4-FFF2-40B4-BE49-F238E27FC236}">
                <ns2:creationId id="{3EAEFE1E-42B4-16B6-2A37-C23385E9465F}"/>
              </ns1:ext>
            </ns1:extLst>
          </ns0:cNvPr>
          <ns0:cNvSpPr>
            <ns1:spLocks noGrp="1"/>
          </ns0:cNvSpPr>
          <ns0:nvPr>
            <ns0:ph type="body" sz="quarter" idx="17"/>
          </ns0:nvPr>
        </ns0:nvSpPr>
        <ns0:spPr/>
        <ns0:txBody>
          <ns1:bodyPr/>
          <ns1:lstStyle/>
          <ns1:p>
            <ns1:endParaRPr lang="ru-RU"/>
          </ns1:p>
        </ns0:txBody>
      </ns0:sp>
      <ns0:pic>
        <ns0:nvPicPr>
          <ns0:cNvPr id="9" name="profile-image" descr="Демонстрационное фото из оригинального шаблона ЦГУ"/>
          <ns0:cNvPicPr>
            <ns1:picLocks noChangeAspect="1"/>
          </ns0:cNvPicPr>
          <ns0:nvPr>
            <ns0:ph type="pic" sz="quarter" idx="14"/>
          </ns0:nvPr>
        </ns0:nvPicPr>
        <ns0:blipFill>
          <ns1:blip ns3:embed="rIdOriginal14"/>
          <ns1:srcRect l="29681" r="29681" t="0" b="0"/>
          <ns1:stretch>
            <ns1:fillRect l="0" r="0" t="0" b="0"/>
          </ns1:stretch>
        </ns0:blipFill>
        <ns0:spPr>
          <ns1:xfrm>
            <ns1:off x="11195228" y="762000"/>
            <ns1:ext cx="6330772" cy="8763000"/>
          </ns1:xfrm>
          <ns1:prstGeom prst="round2SameRect">
            <ns1:avLst>
              <ns1:gd name="adj1" fmla="val 10036"/>
              <ns1:gd name="adj2" fmla="val 10569"/>
            </ns1:avLst>
          </ns1:prstGeom>
        </ns0:spPr>
      </ns0:pic>
    </ns0:spTree>
    <ns0:extLst>
      <ns0:ext uri="{BB962C8B-B14F-4D97-AF65-F5344CB8AC3E}">
        <ns4:creationId val="3047297528"/>
      </ns0:ext>
    </ns0:extLst>
  </ns0:cSld>
  <ns0:clrMapOvr>
    <ns1:masterClrMapping/>
  </ns0:clrMapOvr>
</ns0:sld>
</file>

<file path=ppt/slides/original2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profile-image" descr="Демонстрационное фото из оригинального шаблона ЦГУ"/>
          <ns0:cNvPicPr>
            <ns1:picLocks noChangeAspect="1"/>
          </ns0:cNvPicPr>
          <ns0:nvPr>
            <ns0:ph type="pic" sz="quarter" idx="62"/>
          </ns0:nvPr>
        </ns0:nvPicPr>
        <ns0:blipFill>
          <ns1:blip ns2:embed="rIdOriginal62"/>
          <ns1:srcRect l="4135" r="4135" t="0" b="0"/>
          <ns1:stretch>
            <ns1:fillRect l="0" r="0" t="0" b="0"/>
          </ns1:stretch>
        </ns0:blipFill>
        <ns0:spPr>
          <ns1:xfrm>
            <ns1:off x="952500" y="2476500"/>
            <ns1:ext cx="8077200" cy="4953000"/>
          </ns1:xfrm>
          <ns1:prstGeom prst="roundRect">
            <ns1:avLst>
              <ns1:gd name="adj" fmla="val 6668"/>
            </ns1:avLst>
          </ns1:prstGeom>
        </ns0:spPr>
      </ns0:pic>
      <ns0:pic>
        <ns0:nvPicPr>
          <ns0:cNvPr id="3" name="profile-image" descr="Демонстрационное фото из оригинального шаблона ЦГУ"/>
          <ns0:cNvPicPr>
            <ns1:picLocks noChangeAspect="1"/>
          </ns0:cNvPicPr>
          <ns0:nvPr>
            <ns0:ph type="pic" sz="quarter" idx="65"/>
          </ns0:nvPr>
        </ns0:nvPicPr>
        <ns0:blipFill>
          <ns1:blip ns2:embed="rIdOriginal65"/>
          <ns1:srcRect l="4135" r="4135" t="0" b="0"/>
          <ns1:stretch>
            <ns1:fillRect l="0" r="0" t="0" b="0"/>
          </ns1:stretch>
        </ns0:blipFill>
        <ns0:spPr>
          <ns1:xfrm>
            <ns1:off x="9258300" y="2476500"/>
            <ns1:ext cx="8077200" cy="4953000"/>
          </ns1:xfrm>
          <ns1:prstGeom prst="roundRect">
            <ns1:avLst>
              <ns1:gd name="adj" fmla="val 6311"/>
            </ns1:avLst>
          </ns1:prstGeom>
        </ns0:spPr>
      </ns0:pic>
      <ns0:sp>
        <ns0:nvSpPr>
          <ns0:cNvPr id="4" name="Рисунок 3">
            <ns1:extLst>
              <ns1:ext uri="{FF2B5EF4-FFF2-40B4-BE49-F238E27FC236}">
                <ns3:creationId id="{273E98D1-FCD8-2E22-635F-D7611C258CF5}"/>
              </ns1:ext>
            </ns1:extLst>
          </ns0:cNvPr>
          <ns0:cNvSpPr>
            <ns1:spLocks noGrp="1"/>
          </ns0:cNvSpPr>
          <ns0:nvPr>
            <ns0:ph type="pic" sz="quarter" idx="4294967295"/>
          </ns0:nvPr>
        </ns0:nvSpPr>
        <ns0:spPr>
          <ns1:xfrm>
            <ns1:off x="12123010" y="2006192"/>
            <ns1:ext cx="5225877" cy="5926526"/>
          </ns1:xfrm>
        </ns0:spPr>
      </ns0:sp>
      <ns0:sp>
        <ns0:nvSpPr>
          <ns0:cNvPr id="5" name="Текст 4">
            <ns1:extLst>
              <ns1:ext uri="{FF2B5EF4-FFF2-40B4-BE49-F238E27FC236}">
                <ns3:creationId id="{7E100742-9206-B87C-2F47-2A7F4D755F91}"/>
              </ns1:ext>
            </ns1:extLst>
          </ns0:cNvPr>
          <ns0:cNvSpPr>
            <ns1:spLocks noGrp="1"/>
          </ns0:cNvSpPr>
          <ns0:nvPr>
            <ns0:ph type="body" sz="quarter" idx="63"/>
          </ns0:nvPr>
        </ns0:nvSpPr>
        <ns0:spPr>
          <ns1:xfrm>
            <ns1:off x="952500" y="7734300"/>
            <ns1:ext cx="8077200" cy="457200"/>
          </ns1:xfrm>
        </ns0:spPr>
        <ns0:txBody>
          <ns1:bodyPr anchor="ctr"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2000" b="1" i="0">
                <ns1:latin typeface="Golos Text DemiBold" panose="020B0503020202020204" pitchFamily="34" charset="0"/>
                <ns1:cs typeface="Golos Text DemiBold" panose="020B0503020202020204" pitchFamily="34" charset="0"/>
              </ns1:defRPr>
            </ns1:pPr>
            <ns1:r>
              <ns1:rPr sz="2400" b="0" i="0" kern="1200" lang="ru-RU" dirty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rPr>
              <ns1:t>Онлайн</ns1:t>
            </ns1:r>
          </ns1:p>
        </ns0:txBody>
      </ns0:sp>
      <ns0:sp>
        <ns0:nvSpPr>
          <ns0:cNvPr id="6" name="Текст 5">
            <ns1:extLst>
              <ns1:ext uri="{FF2B5EF4-FFF2-40B4-BE49-F238E27FC236}">
                <ns3:creationId id="{DF6AF94B-F9C7-9252-1EDE-2A5980679937}"/>
              </ns1:ext>
            </ns1:extLst>
          </ns0:cNvPr>
          <ns0:cNvSpPr>
            <ns1:spLocks noGrp="1"/>
          </ns0:cNvSpPr>
          <ns0:nvPr>
            <ns0:ph type="body" sz="quarter" idx="64"/>
          </ns0:nvPr>
        </ns0:nvSpPr>
        <ns0:spPr>
          <ns1:xfrm>
            <ns1:off x="952500" y="8343900"/>
            <ns1:ext cx="8077200" cy="914400"/>
          </ns1:xfrm>
        </ns0:spPr>
        <ns0:txBody>
          <ns1:bodyPr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4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80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Заявление и статус — в личном кабинете.</ns1:t>
            </ns1:r>
          </ns1:p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4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80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Для типовых вопросов без визита.</ns1:t>
            </ns1:r>
          </ns1:p>
        </ns0:txBody>
      </ns0:sp>
      <ns0:sp>
        <ns0:nvSpPr>
          <ns0:cNvPr id="7" name="Текст 6">
            <ns1:extLst>
              <ns1:ext uri="{FF2B5EF4-FFF2-40B4-BE49-F238E27FC236}">
                <ns3:creationId id="{89117443-6732-C3A5-DF78-66D04310345D}"/>
              </ns1:ext>
            </ns1:extLst>
          </ns0:cNvPr>
          <ns0:cNvSpPr>
            <ns1:spLocks noGrp="1"/>
          </ns0:cNvSpPr>
          <ns0:nvPr>
            <ns0:ph type="body" sz="quarter" idx="72"/>
          </ns0:nvPr>
        </ns0:nvSpPr>
        <ns0:spPr>
          <ns1:xfrm>
            <ns1:off x="9258300" y="7734300"/>
            <ns1:ext cx="8077200" cy="457200"/>
          </ns1:xfrm>
        </ns0:spPr>
        <ns0:txBody>
          <ns1:bodyPr anchor="ctr"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2000" b="1" i="0">
                <ns1:latin typeface="Golos Text DemiBold" panose="020B0503020202020204" pitchFamily="34" charset="0"/>
                <ns1:cs typeface="Golos Text DemiBold" panose="020B0503020202020204" pitchFamily="34" charset="0"/>
              </ns1:defRPr>
            </ns1:pPr>
            <ns1:r>
              <ns1:rPr sz="2400" b="0" i="0" kern="1200" lang="ru-RU" dirty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rPr>
              <ns1:t>С поддержкой</ns1:t>
            </ns1:r>
          </ns1:p>
        </ns0:txBody>
      </ns0:sp>
      <ns0:sp>
        <ns0:nvSpPr>
          <ns0:cNvPr id="8" name="Текст 7">
            <ns1:extLst>
              <ns1:ext uri="{FF2B5EF4-FFF2-40B4-BE49-F238E27FC236}">
                <ns3:creationId id="{FC0FAEFD-E1B0-6788-0878-4635486398AE}"/>
              </ns1:ext>
            </ns1:extLst>
          </ns0:cNvPr>
          <ns0:cNvSpPr>
            <ns1:spLocks noGrp="1"/>
          </ns0:cNvSpPr>
          <ns0:nvPr>
            <ns0:ph type="body" sz="quarter" idx="73"/>
          </ns0:nvPr>
        </ns0:nvSpPr>
        <ns0:spPr>
          <ns1:xfrm>
            <ns1:off x="9258300" y="8343900"/>
            <ns1:ext cx="8077200" cy="914400"/>
          </ns1:xfrm>
        </ns0:spPr>
        <ns0:txBody>
          <ns1:bodyPr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4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80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Специалист поможет уточнить запрос.</ns1:t>
            </ns1:r>
          </ns1:p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4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80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Для вопросов, требующих пояснения.</ns1:t>
            </ns1:r>
          </ns1:p>
        </ns0:txBody>
      </ns0:sp>
      <ns0:sp>
        <ns0:nvSpPr>
          <ns0:cNvPr id="9" name="Текст 8">
            <ns1:extLst>
              <ns1:ext uri="{FF2B5EF4-FFF2-40B4-BE49-F238E27FC236}">
                <ns3:creationId id="{65858B0D-AADE-52A4-FA12-91375DD749E0}"/>
              </ns1:ext>
            </ns1:extLst>
          </ns0:cNvPr>
          <ns0:cNvSpPr>
            <ns1:spLocks noGrp="1"/>
          </ns0:cNvSpPr>
          <ns0:nvPr>
            <ns0:ph type="body" sz="quarter" idx="4294967295"/>
          </ns0:nvPr>
        </ns0:nvSpPr>
        <ns0:spPr>
          <ns1:xfrm>
            <ns1:off x="12186556" y="8094981"/>
            <ns1:ext cx="5103916" cy="300408"/>
          </ns1:xfrm>
        </ns0:spPr>
        <ns0:txBody>
          <ns1:bodyPr>
            <ns1:normAutofit fontScale="47500" lnSpcReduction="20000"/>
          </ns1:bodyPr>
          <ns1:lstStyle/>
          <ns1:p>
            <ns1:endParaRPr lang="ru-RU"/>
          </ns1:p>
        </ns0:txBody>
      </ns0:sp>
      <ns0:sp>
        <ns0:nvSpPr>
          <ns0:cNvPr id="10" name="Текст 9">
            <ns1:extLst>
              <ns1:ext uri="{FF2B5EF4-FFF2-40B4-BE49-F238E27FC236}">
                <ns3:creationId id="{15322AD5-F3A6-D252-4681-EC9352DAF85D}"/>
              </ns1:ext>
            </ns1:extLst>
          </ns0:cNvPr>
          <ns0:cNvSpPr>
            <ns1:spLocks noGrp="1"/>
          </ns0:cNvSpPr>
          <ns0:nvPr>
            <ns0:ph type="body" sz="quarter" idx="4294967295"/>
          </ns0:nvPr>
        </ns0:nvSpPr>
        <ns0:spPr>
          <ns1:xfrm>
            <ns1:off x="12186556" y="8451453"/>
            <ns1:ext cx="5103916" cy="1011931"/>
          </ns1:xfrm>
        </ns0:spPr>
        <ns0:txBody>
          <ns1:bodyPr/>
          <ns1:lstStyle/>
          <ns1:p>
            <ns1:endParaRPr lang="ru-RU"/>
          </ns1:p>
        </ns0:txBody>
      </ns0:sp>
      <ns0:sp>
        <ns0:nvSpPr>
          <ns0:cNvPr id="11" name="Заголовок 10">
            <ns1:extLst>
              <ns1:ext uri="{FF2B5EF4-FFF2-40B4-BE49-F238E27FC236}">
                <ns3:creationId id="{9F79BCC8-6113-3483-8BB7-D07756EF0D82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prstGeom prst="rect">
            <ns1:avLst/>
          </ns1:prstGeom>
        </ns0:spPr>
        <ns0:txBody>
          <ns1:bodyPr vert="horz" lIns="91440" tIns="45720" rIns="91440" bIns="45720" rtlCol="0" anchor="t">
            <ns1:normAutofit/>
          </ns1:bodyPr>
          <ns1:lstStyle/>
          <ns1:p>
            <ns1:pPr algn="l" defTabSz="914400" rtl="0" eaLnBrk="1" latinLnBrk="0" hangingPunct="1">
              <ns1:lnSpc>
                <ns1:spcPct val="80000"/>
              </ns1:lnSpc>
              <ns1:spcBef>
                <ns1:spcPct val="0"/>
              </ns1:spcBef>
              <ns1:buNone/>
              <ns1:defRPr sz="4400"/>
            </ns1:pPr>
            <ns1:r>
              <ns1:rPr sz="4400" b="0" i="0" kern="1200" lang="ru-RU" dirty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rPr>
              <ns1:t>Два сценария обращения</ns1:t>
            </ns1:r>
          </ns1:p>
        </ns0:txBody>
      </ns0:sp>
      <ns0:sp>
        <ns0:nvSpPr>
          <ns0:cNvPr id="12" name="Рисунок 11">
            <ns1:extLst>
              <ns1:ext uri="{FF2B5EF4-FFF2-40B4-BE49-F238E27FC236}">
                <ns3:creationId id="{C8EF22C4-969B-0B71-F667-C27C8E58D02A}"/>
              </ns1:ext>
            </ns1:extLst>
          </ns0:cNvPr>
          <ns0:cNvSpPr>
            <ns1:spLocks noGrp="1"/>
          </ns0:cNvSpPr>
          <ns0:nvPr>
            <ns0:ph type="pic" sz="quarter" idx="14"/>
          </ns0:nvPr>
        </ns0:nvSpPr>
        <ns0:spPr/>
      </ns0:sp>
      <ns0:sp>
        <ns0:nvSpPr>
          <ns0:cNvPr id="13" name="Рисунок 12">
            <ns1:extLst>
              <ns1:ext uri="{FF2B5EF4-FFF2-40B4-BE49-F238E27FC236}">
                <ns3:creationId id="{B2E12A36-F57D-3765-3D78-811FD3D55209}"/>
              </ns1:ext>
            </ns1:extLst>
          </ns0:cNvPr>
          <ns0:cNvSpPr>
            <ns1:spLocks noGrp="1"/>
          </ns0:cNvSpPr>
          <ns0:nvPr>
            <ns0:ph type="pic" sz="quarter" idx="15"/>
          </ns0:nvPr>
        </ns0:nvSpPr>
        <ns0:spPr/>
      </ns0:sp>
    </ns0:spTree>
    <ns0:extLst>
      <ns0:ext uri="{BB962C8B-B14F-4D97-AF65-F5344CB8AC3E}">
        <ns4:creationId val="1488894555"/>
      </ns0:ext>
    </ns0:extLst>
  </ns0:cSld>
  <ns0:clrMapOvr>
    <ns1:masterClrMapping/>
  </ns0:clrMapOvr>
</ns0:sld>
</file>

<file path=ppt/slides/original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3F2F2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Заголовок 1">
            <ns1:extLst>
              <ns1:ext uri="{FF2B5EF4-FFF2-40B4-BE49-F238E27FC236}">
                <ns2:creationId id="{DE9CE8F9-1197-2061-1298-411AD36303E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prstGeom prst="rect">
            <ns1:avLst/>
          </ns1:prstGeom>
        </ns0:spPr>
        <ns0:txBody>
          <ns1:bodyPr vert="horz" lIns="91440" tIns="45720" rIns="91440" bIns="45720" rtlCol="0" anchor="t">
            <ns1:normAutofit/>
          </ns1:bodyPr>
          <ns1:lstStyle/>
          <ns1:p>
            <ns1:pPr algn="l" defTabSz="914400" rtl="0" eaLnBrk="1" latinLnBrk="0" hangingPunct="1">
              <ns1:lnSpc>
                <ns1:spcPct val="80000"/>
              </ns1:lnSpc>
              <ns1:spcBef>
                <ns1:spcPct val="0"/>
              </ns1:spcBef>
              <ns1:buNone/>
              <ns1:defRPr sz="4400"/>
            </ns1:pPr>
            <ns1:r>
              <ns1:rPr sz="4400" b="0" i="0" kern="1200" lang="ru-RU" dirty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rPr>
              <ns1:t>Четыре этапа работы</ns1:t>
            </ns1:r>
          </ns1:p>
        </ns0:txBody>
      </ns0:sp>
      <ns0:sp>
        <ns0:nvSpPr>
          <ns0:cNvPr id="3" name="original-surface-ph-34">
            <ns1:extLst>
              <ns1:ext uri="{FF2B5EF4-FFF2-40B4-BE49-F238E27FC236}">
                <ns2:creationId id="{EEF40373-C5A1-9DFC-5619-5C5DFFA1E708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476500"/>
            <ns1:ext cx="8077200" cy="3143250"/>
          </ns1:xfrm>
          <ns1:prstGeom prst="roundRect">
            <ns1:avLst>
              <ns1:gd name="adj" fmla="val 9697"/>
            </ns1:avLst>
          </ns1:prstGeom>
          <ns1:solidFill>
            <ns1:srgbClr val="FFFFFF"/>
          </ns1:solidFill>
        </ns0:spPr>
      </ns0:sp>
      <ns0:sp>
        <ns0:nvSpPr>
          <ns0:cNvPr id="4" name="Текст 3">
            <ns1:extLst>
              <ns1:ext uri="{FF2B5EF4-FFF2-40B4-BE49-F238E27FC236}">
                <ns2:creationId id="{5B2B4F24-2340-D501-EDF2-0DA4DCD613CA}"/>
              </ns1:ext>
            </ns1:extLst>
          </ns0:cNvPr>
          <ns0:cNvSpPr>
            <ns1:spLocks noGrp="1"/>
          </ns0:cNvSpPr>
          <ns0:nvPr>
            <ns0:ph type="body" sz="quarter" idx="11"/>
          </ns0:nvPr>
        </ns0:nvSpPr>
        <ns0:spPr>
          <ns1:xfrm>
            <ns1:off x="1371600" y="3600450"/>
            <ns1:ext cx="7153275" cy="406400"/>
          </ns1:xfrm>
        </ns0:spPr>
        <ns0:txBody>
          <ns1:bodyPr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2400" b="1" i="0">
                <ns1:latin typeface="Golos Text DemiBold" panose="020B0503020202020204" pitchFamily="34" charset="0"/>
                <ns1:cs typeface="Golos Text DemiBold" panose="020B0503020202020204" pitchFamily="34" charset="0"/>
              </ns1:defRPr>
            </ns1:pPr>
            <ns1:r>
              <ns1:rPr sz="2400" b="0" i="0" kern="1200" lang="ru-RU" dirty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rPr>
              <ns1:t>Уточнить задачу</ns1:t>
            </ns1:r>
          </ns1:p>
        </ns0:txBody>
      </ns0:sp>
      <ns0:sp>
        <ns0:nvSpPr>
          <ns0:cNvPr id="5" name="Текст 4">
            <ns1:extLst>
              <ns1:ext uri="{FF2B5EF4-FFF2-40B4-BE49-F238E27FC236}">
                <ns2:creationId id="{5768B90C-9EBE-A31F-F992-4BCC8C7D84FF}"/>
              </ns1:ext>
            </ns1:extLst>
          </ns0:cNvPr>
          <ns0:cNvSpPr>
            <ns1:spLocks noGrp="1"/>
          </ns0:cNvSpPr>
          <ns0:nvPr>
            <ns0:ph type="body" sz="quarter" idx="12"/>
          </ns0:nvPr>
        </ns0:nvSpPr>
        <ns0:spPr>
          <ns1:xfrm>
            <ns1:off x="1371600" y="2895600"/>
            <ns1:ext cx="457200" cy="457200"/>
          </ns1:xfrm>
          <ns1:prstGeom prst="roundRect">
            <ns1:avLst>
              <ns1:gd name="adj" fmla="val 22334"/>
            </ns1:avLst>
          </ns1:prstGeom>
          <ns1:solidFill>
            <ns1:srgbClr val="F7849B"/>
          </ns1:solidFill>
        </ns0:spPr>
        <ns0:txBody>
          <ns1:bodyPr anchor="ctr" lIns="0" rIns="0" tIns="0" bIns="0">
            <ns1:noAutofit/>
          </ns1:bodyPr>
          <ns1:lstStyle/>
          <ns1:p>
            <ns1:pPr marL="0" indent="0" algn="ctr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1" i="0" spc="0" baseline="0">
                <ns1:solidFill>
                  <ns1:schemeClr val="bg1"/>
                </ns1:solidFill>
                <ns1:latin typeface="Golos Text DemiBold" panose="020B0503020202020204" pitchFamily="34" charset="0"/>
                <ns1:cs typeface="Golos Text DemiBold" panose="020B0503020202020204" pitchFamily="34" charset="0"/>
              </ns1:defRPr>
            </ns1:pPr>
            <ns1:r>
              <ns1:rPr sz="1950" b="1" i="0" kern="1200" spc="0" baseline="0" lang="ru-RU" dirty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rPr>
              <ns1:t>01</ns1:t>
            </ns1:r>
          </ns1:p>
        </ns0:txBody>
      </ns0:sp>
      <ns0:sp>
        <ns0:nvSpPr>
          <ns0:cNvPr id="6" name="Текст 5">
            <ns1:extLst>
              <ns1:ext uri="{FF2B5EF4-FFF2-40B4-BE49-F238E27FC236}">
                <ns2:creationId id="{3CCC60B4-FF75-B776-FB44-8E4873829E97}"/>
              </ns1:ext>
            </ns1:extLst>
          </ns0:cNvPr>
          <ns0:cNvSpPr>
            <ns1:spLocks noGrp="1"/>
          </ns0:cNvSpPr>
          <ns0:nvPr>
            <ns0:ph type="body" sz="quarter" idx="22"/>
          </ns0:nvPr>
        </ns0:nvSpPr>
        <ns0:spPr>
          <ns1:xfrm>
            <ns1:off x="1371600" y="4057650"/>
            <ns1:ext cx="7153275" cy="1244600"/>
          </ns1:xfrm>
        </ns0:spPr>
        <ns0:txBody>
          <ns1:bodyPr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65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Согласовать вопрос, аудиторию и ожидаемый результат.</ns1:t>
            </ns1:r>
          </ns1:p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65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Зафиксировать ограничения до начала работы.</ns1:t>
            </ns1:r>
          </ns1:p>
        </ns0:txBody>
      </ns0:sp>
      <ns0:sp>
        <ns0:nvSpPr>
          <ns0:cNvPr id="7" name="original-surface-ph-35">
            <ns1:extLst>
              <ns1:ext uri="{FF2B5EF4-FFF2-40B4-BE49-F238E27FC236}">
                <ns2:creationId id="{9D9FEBC3-0CA0-7079-1E75-4A52B81C78CE}"/>
              </ns1:ext>
            </ns1:extLst>
          </ns0:cNvPr>
          <ns0:cNvSpPr>
            <ns1:spLocks noGrp="1"/>
          </ns0:cNvSpPr>
          <ns0:nvPr/>
        </ns0:nvSpPr>
        <ns0:spPr>
          <ns1:xfrm>
            <ns1:off x="9258300" y="2476500"/>
            <ns1:ext cx="8077200" cy="3143250"/>
          </ns1:xfrm>
          <ns1:prstGeom prst="roundRect">
            <ns1:avLst>
              <ns1:gd name="adj" fmla="val 9697"/>
            </ns1:avLst>
          </ns1:prstGeom>
          <ns1:solidFill>
            <ns1:srgbClr val="FFFFFF"/>
          </ns1:solidFill>
        </ns0:spPr>
      </ns0:sp>
      <ns0:sp>
        <ns0:nvSpPr>
          <ns0:cNvPr id="8" name="Текст 7">
            <ns1:extLst>
              <ns1:ext uri="{FF2B5EF4-FFF2-40B4-BE49-F238E27FC236}">
                <ns2:creationId id="{50AC2E41-C402-C79A-FDAA-C41132444730}"/>
              </ns1:ext>
            </ns1:extLst>
          </ns0:cNvPr>
          <ns0:cNvSpPr>
            <ns1:spLocks noGrp="1"/>
          </ns0:cNvSpPr>
          <ns0:nvPr>
            <ns0:ph type="body" sz="quarter" idx="36"/>
          </ns0:nvPr>
        </ns0:nvSpPr>
        <ns0:spPr>
          <ns1:xfrm>
            <ns1:off x="9677400" y="3600450"/>
            <ns1:ext cx="7153275" cy="406400"/>
          </ns1:xfrm>
        </ns0:spPr>
        <ns0:txBody>
          <ns1:bodyPr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2400" b="1" i="0">
                <ns1:latin typeface="Golos Text DemiBold" panose="020B0503020202020204" pitchFamily="34" charset="0"/>
                <ns1:cs typeface="Golos Text DemiBold" panose="020B0503020202020204" pitchFamily="34" charset="0"/>
              </ns1:defRPr>
            </ns1:pPr>
            <ns1:r>
              <ns1:rPr sz="2400" b="0" i="0" kern="1200" lang="ru-RU" dirty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rPr>
              <ns1:t>Подготовить данные</ns1:t>
            </ns1:r>
          </ns1:p>
        </ns0:txBody>
      </ns0:sp>
      <ns0:sp>
        <ns0:nvSpPr>
          <ns0:cNvPr id="9" name="Текст 8">
            <ns1:extLst>
              <ns1:ext uri="{FF2B5EF4-FFF2-40B4-BE49-F238E27FC236}">
                <ns2:creationId id="{38CE99C7-3F3B-9BDF-7C17-F21965B26BBC}"/>
              </ns1:ext>
            </ns1:extLst>
          </ns0:cNvPr>
          <ns0:cNvSpPr>
            <ns1:spLocks noGrp="1"/>
          </ns0:cNvSpPr>
          <ns0:nvPr>
            <ns0:ph type="body" sz="quarter" idx="37"/>
          </ns0:nvPr>
        </ns0:nvSpPr>
        <ns0:spPr>
          <ns1:xfrm>
            <ns1:off x="9677400" y="2895600"/>
            <ns1:ext cx="457200" cy="457200"/>
          </ns1:xfrm>
          <ns1:prstGeom prst="roundRect">
            <ns1:avLst>
              <ns1:gd name="adj" fmla="val 22334"/>
            </ns1:avLst>
          </ns1:prstGeom>
          <ns1:solidFill>
            <ns1:srgbClr val="F7849B"/>
          </ns1:solidFill>
        </ns0:spPr>
        <ns0:txBody>
          <ns1:bodyPr anchor="ctr" lIns="0" rIns="0" tIns="0" bIns="0">
            <ns1:noAutofit/>
          </ns1:bodyPr>
          <ns1:lstStyle/>
          <ns1:p>
            <ns1:pPr marL="0" indent="0" algn="ctr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1" i="0" spc="0" baseline="0">
                <ns1:solidFill>
                  <ns1:schemeClr val="bg1"/>
                </ns1:solidFill>
                <ns1:latin typeface="Golos Text DemiBold" panose="020B0503020202020204" pitchFamily="34" charset="0"/>
                <ns1:cs typeface="Golos Text DemiBold" panose="020B0503020202020204" pitchFamily="34" charset="0"/>
              </ns1:defRPr>
            </ns1:pPr>
            <ns1:r>
              <ns1:rPr sz="1950" b="1" i="0" kern="1200" spc="0" baseline="0" lang="ru-RU" dirty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rPr>
              <ns1:t>02</ns1:t>
            </ns1:r>
          </ns1:p>
        </ns0:txBody>
      </ns0:sp>
      <ns0:sp>
        <ns0:nvSpPr>
          <ns0:cNvPr id="10" name="Текст 9">
            <ns1:extLst>
              <ns1:ext uri="{FF2B5EF4-FFF2-40B4-BE49-F238E27FC236}">
                <ns2:creationId id="{3FC4F1C2-5C5C-37CB-889C-5F376CC2313F}"/>
              </ns1:ext>
            </ns1:extLst>
          </ns0:cNvPr>
          <ns0:cNvSpPr>
            <ns1:spLocks noGrp="1"/>
          </ns0:cNvSpPr>
          <ns0:nvPr>
            <ns0:ph type="body" sz="quarter" idx="38"/>
          </ns0:nvPr>
        </ns0:nvSpPr>
        <ns0:spPr>
          <ns1:xfrm>
            <ns1:off x="9677400" y="4057650"/>
            <ns1:ext cx="7153275" cy="1244600"/>
          </ns1:xfrm>
        </ns0:spPr>
        <ns0:txBody>
          <ns1:bodyPr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65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Собрать материалы и проверить источники.</ns1:t>
            </ns1:r>
          </ns1:p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65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Отделить подтверждённые факты от предположений.</ns1:t>
            </ns1:r>
          </ns1:p>
        </ns0:txBody>
      </ns0:sp>
      <ns0:sp>
        <ns0:nvSpPr>
          <ns0:cNvPr id="11" name="original-surface-ph-39">
            <ns1:extLst>
              <ns1:ext uri="{FF2B5EF4-FFF2-40B4-BE49-F238E27FC236}">
                <ns2:creationId id="{697944EB-09F8-EC19-F9CC-F0CEB519DE66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5848350"/>
            <ns1:ext cx="8077200" cy="3143250"/>
          </ns1:xfrm>
          <ns1:prstGeom prst="roundRect">
            <ns1:avLst>
              <ns1:gd name="adj" fmla="val 9697"/>
            </ns1:avLst>
          </ns1:prstGeom>
          <ns1:solidFill>
            <ns1:srgbClr val="FFFFFF"/>
          </ns1:solidFill>
        </ns0:spPr>
      </ns0:sp>
      <ns0:sp>
        <ns0:nvSpPr>
          <ns0:cNvPr id="12" name="Текст 11">
            <ns1:extLst>
              <ns1:ext uri="{FF2B5EF4-FFF2-40B4-BE49-F238E27FC236}">
                <ns2:creationId id="{2DF9F8A2-67A8-6225-D671-0B85A2FEA16B}"/>
              </ns1:ext>
            </ns1:extLst>
          </ns0:cNvPr>
          <ns0:cNvSpPr>
            <ns1:spLocks noGrp="1"/>
          </ns0:cNvSpPr>
          <ns0:nvPr>
            <ns0:ph type="body" sz="quarter" idx="40"/>
          </ns0:nvPr>
        </ns0:nvSpPr>
        <ns0:spPr>
          <ns1:xfrm>
            <ns1:off x="1371600" y="6972300"/>
            <ns1:ext cx="7153275" cy="406400"/>
          </ns1:xfrm>
        </ns0:spPr>
        <ns0:txBody>
          <ns1:bodyPr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2400" b="1" i="0">
                <ns1:latin typeface="Golos Text DemiBold" panose="020B0503020202020204" pitchFamily="34" charset="0"/>
                <ns1:cs typeface="Golos Text DemiBold" panose="020B0503020202020204" pitchFamily="34" charset="0"/>
              </ns1:defRPr>
            </ns1:pPr>
            <ns1:r>
              <ns1:rPr sz="2400" b="0" i="0" kern="1200" lang="ru-RU" dirty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rPr>
              <ns1:t>Проверить решение</ns1:t>
            </ns1:r>
          </ns1:p>
        </ns0:txBody>
      </ns0:sp>
      <ns0:sp>
        <ns0:nvSpPr>
          <ns0:cNvPr id="13" name="Текст 12">
            <ns1:extLst>
              <ns1:ext uri="{FF2B5EF4-FFF2-40B4-BE49-F238E27FC236}">
                <ns2:creationId id="{06E111F5-15BA-77EC-95B3-9C0B9CC3B3C4}"/>
              </ns1:ext>
            </ns1:extLst>
          </ns0:cNvPr>
          <ns0:cNvSpPr>
            <ns1:spLocks noGrp="1"/>
          </ns0:cNvSpPr>
          <ns0:nvPr>
            <ns0:ph type="body" sz="quarter" idx="41"/>
          </ns0:nvPr>
        </ns0:nvSpPr>
        <ns0:spPr>
          <ns1:xfrm>
            <ns1:off x="1371600" y="6267450"/>
            <ns1:ext cx="457200" cy="457200"/>
          </ns1:xfrm>
          <ns1:prstGeom prst="roundRect">
            <ns1:avLst>
              <ns1:gd name="adj" fmla="val 22334"/>
            </ns1:avLst>
          </ns1:prstGeom>
          <ns1:solidFill>
            <ns1:srgbClr val="F7849B"/>
          </ns1:solidFill>
        </ns0:spPr>
        <ns0:txBody>
          <ns1:bodyPr anchor="ctr" lIns="0" rIns="0" tIns="0" bIns="0">
            <ns1:noAutofit/>
          </ns1:bodyPr>
          <ns1:lstStyle/>
          <ns1:p>
            <ns1:pPr marL="0" indent="0" algn="ctr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1" i="0" spc="0" baseline="0">
                <ns1:solidFill>
                  <ns1:schemeClr val="bg1"/>
                </ns1:solidFill>
                <ns1:latin typeface="Golos Text DemiBold" panose="020B0503020202020204" pitchFamily="34" charset="0"/>
                <ns1:cs typeface="Golos Text DemiBold" panose="020B0503020202020204" pitchFamily="34" charset="0"/>
              </ns1:defRPr>
            </ns1:pPr>
            <ns1:r>
              <ns1:rPr sz="1950" b="1" i="0" kern="1200" spc="0" baseline="0" lang="ru-RU" dirty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rPr>
              <ns1:t>03</ns1:t>
            </ns1:r>
          </ns1:p>
        </ns0:txBody>
      </ns0:sp>
      <ns0:sp>
        <ns0:nvSpPr>
          <ns0:cNvPr id="14" name="Текст 13">
            <ns1:extLst>
              <ns1:ext uri="{FF2B5EF4-FFF2-40B4-BE49-F238E27FC236}">
                <ns2:creationId id="{4DAEAA35-F29B-0A01-E5A7-C9502A86E88A}"/>
              </ns1:ext>
            </ns1:extLst>
          </ns0:cNvPr>
          <ns0:cNvSpPr>
            <ns1:spLocks noGrp="1"/>
          </ns0:cNvSpPr>
          <ns0:nvPr>
            <ns0:ph type="body" sz="quarter" idx="42"/>
          </ns0:nvPr>
        </ns0:nvSpPr>
        <ns0:spPr>
          <ns1:xfrm>
            <ns1:off x="1371600" y="7429500"/>
            <ns1:ext cx="7153275" cy="1244600"/>
          </ns1:xfrm>
        </ns0:spPr>
        <ns0:txBody>
          <ns1:bodyPr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65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Сопоставить результат с исходной задачей.</ns1:t>
            </ns1:r>
          </ns1:p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65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Исправить ошибки и проверить понятность.</ns1:t>
            </ns1:r>
          </ns1:p>
        </ns0:txBody>
      </ns0:sp>
      <ns0:sp>
        <ns0:nvSpPr>
          <ns0:cNvPr id="15" name="original-surface-ph-43">
            <ns1:extLst>
              <ns1:ext uri="{FF2B5EF4-FFF2-40B4-BE49-F238E27FC236}">
                <ns2:creationId id="{E803592B-2A39-C02E-F19A-D901913A2931}"/>
              </ns1:ext>
            </ns1:extLst>
          </ns0:cNvPr>
          <ns0:cNvSpPr>
            <ns1:spLocks noGrp="1"/>
          </ns0:cNvSpPr>
          <ns0:nvPr/>
        </ns0:nvSpPr>
        <ns0:spPr>
          <ns1:xfrm>
            <ns1:off x="9258300" y="5848350"/>
            <ns1:ext cx="8077200" cy="3143250"/>
          </ns1:xfrm>
          <ns1:prstGeom prst="roundRect">
            <ns1:avLst>
              <ns1:gd name="adj" fmla="val 9697"/>
            </ns1:avLst>
          </ns1:prstGeom>
          <ns1:solidFill>
            <ns1:srgbClr val="FFFFFF"/>
          </ns1:solidFill>
        </ns0:spPr>
      </ns0:sp>
      <ns0:sp>
        <ns0:nvSpPr>
          <ns0:cNvPr id="16" name="Текст 15">
            <ns1:extLst>
              <ns1:ext uri="{FF2B5EF4-FFF2-40B4-BE49-F238E27FC236}">
                <ns2:creationId id="{E863F3BA-8940-27FA-90C4-74DD9D913BA1}"/>
              </ns1:ext>
            </ns1:extLst>
          </ns0:cNvPr>
          <ns0:cNvSpPr>
            <ns1:spLocks noGrp="1"/>
          </ns0:cNvSpPr>
          <ns0:nvPr>
            <ns0:ph type="body" sz="quarter" idx="44"/>
          </ns0:nvPr>
        </ns0:nvSpPr>
        <ns0:spPr>
          <ns1:xfrm>
            <ns1:off x="9677400" y="6972300"/>
            <ns1:ext cx="7153275" cy="406400"/>
          </ns1:xfrm>
        </ns0:spPr>
        <ns0:txBody>
          <ns1:bodyPr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2400" b="1" i="0">
                <ns1:latin typeface="Golos Text DemiBold" panose="020B0503020202020204" pitchFamily="34" charset="0"/>
                <ns1:cs typeface="Golos Text DemiBold" panose="020B0503020202020204" pitchFamily="34" charset="0"/>
              </ns1:defRPr>
            </ns1:pPr>
            <ns1:r>
              <ns1:rPr sz="2400" b="0" i="0" kern="1200" lang="ru-RU" dirty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rPr>
              <ns1:t>Передать результат</ns1:t>
            </ns1:r>
          </ns1:p>
        </ns0:txBody>
      </ns0:sp>
      <ns0:sp>
        <ns0:nvSpPr>
          <ns0:cNvPr id="17" name="Текст 16">
            <ns1:extLst>
              <ns1:ext uri="{FF2B5EF4-FFF2-40B4-BE49-F238E27FC236}">
                <ns2:creationId id="{A4A3AD60-A4C3-6780-FE1B-6F4DBABA3E79}"/>
              </ns1:ext>
            </ns1:extLst>
          </ns0:cNvPr>
          <ns0:cNvSpPr>
            <ns1:spLocks noGrp="1"/>
          </ns0:cNvSpPr>
          <ns0:nvPr>
            <ns0:ph type="body" sz="quarter" idx="45"/>
          </ns0:nvPr>
        </ns0:nvSpPr>
        <ns0:spPr>
          <ns1:xfrm>
            <ns1:off x="9677400" y="6267450"/>
            <ns1:ext cx="457200" cy="457200"/>
          </ns1:xfrm>
          <ns1:prstGeom prst="roundRect">
            <ns1:avLst>
              <ns1:gd name="adj" fmla="val 22334"/>
            </ns1:avLst>
          </ns1:prstGeom>
          <ns1:solidFill>
            <ns1:srgbClr val="F7849B"/>
          </ns1:solidFill>
        </ns0:spPr>
        <ns0:txBody>
          <ns1:bodyPr anchor="ctr" lIns="0" rIns="0" tIns="0" bIns="0">
            <ns1:noAutofit/>
          </ns1:bodyPr>
          <ns1:lstStyle/>
          <ns1:p>
            <ns1:pPr marL="0" indent="0" algn="ctr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1" i="0" spc="0" baseline="0">
                <ns1:solidFill>
                  <ns1:schemeClr val="bg1"/>
                </ns1:solidFill>
                <ns1:latin typeface="Golos Text DemiBold" panose="020B0503020202020204" pitchFamily="34" charset="0"/>
                <ns1:cs typeface="Golos Text DemiBold" panose="020B0503020202020204" pitchFamily="34" charset="0"/>
              </ns1:defRPr>
            </ns1:pPr>
            <ns1:r>
              <ns1:rPr sz="1950" b="1" i="0" kern="1200" spc="0" baseline="0" lang="ru-RU" dirty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rPr>
              <ns1:t>04</ns1:t>
            </ns1:r>
          </ns1:p>
        </ns0:txBody>
      </ns0:sp>
      <ns0:sp>
        <ns0:nvSpPr>
          <ns0:cNvPr id="18" name="Текст 17">
            <ns1:extLst>
              <ns1:ext uri="{FF2B5EF4-FFF2-40B4-BE49-F238E27FC236}">
                <ns2:creationId id="{39D58721-150B-CE5A-3DE7-AE4020772119}"/>
              </ns1:ext>
            </ns1:extLst>
          </ns0:cNvPr>
          <ns0:cNvSpPr>
            <ns1:spLocks noGrp="1"/>
          </ns0:cNvSpPr>
          <ns0:nvPr>
            <ns0:ph type="body" sz="quarter" idx="46"/>
          </ns0:nvPr>
        </ns0:nvSpPr>
        <ns0:spPr>
          <ns1:xfrm>
            <ns1:off x="9677400" y="7429500"/>
            <ns1:ext cx="7153275" cy="1244600"/>
          </ns1:xfrm>
        </ns0:spPr>
        <ns0:txBody>
          <ns1:bodyPr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65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Сохранить редактируемые файлы и пояснения.</ns1:t>
            </ns1:r>
          </ns1:p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65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Указать следующие шаги и ответственных.</ns1:t>
            </ns1:r>
          </ns1:p>
        </ns0:txBody>
      </ns0:sp>
      <ns0:sp>
        <ns0:nvSpPr>
          <ns0:cNvPr id="19" name="Рисунок 18">
            <ns1:extLst>
              <ns1:ext uri="{FF2B5EF4-FFF2-40B4-BE49-F238E27FC236}">
                <ns2:creationId id="{D20C6B81-D4EE-F540-589F-51185C618679}"/>
              </ns1:ext>
            </ns1:extLst>
          </ns0:cNvPr>
          <ns0:cNvSpPr>
            <ns1:spLocks noGrp="1"/>
          </ns0:cNvSpPr>
          <ns0:nvPr>
            <ns0:ph type="pic" sz="quarter" idx="15"/>
          </ns0:nvPr>
        </ns0:nvSpPr>
        <ns0:spPr/>
      </ns0:sp>
      <ns0:sp>
        <ns0:nvSpPr>
          <ns0:cNvPr id="20" name="Текст 19">
            <ns1:extLst>
              <ns1:ext uri="{FF2B5EF4-FFF2-40B4-BE49-F238E27FC236}">
                <ns2:creationId id="{445ADBAE-B44C-B5A6-74A3-89522DCCCF4E}"/>
              </ns1:ext>
            </ns1:extLst>
          </ns0:cNvPr>
          <ns0:cNvSpPr>
            <ns1:spLocks noGrp="1"/>
          </ns0:cNvSpPr>
          <ns0:nvPr>
            <ns0:ph type="body" sz="quarter" idx="16"/>
          </ns0:nvPr>
        </ns0:nvSpPr>
        <ns0:spPr/>
        <ns0:txBody>
          <ns1:bodyPr/>
          <ns1:lstStyle/>
          <ns1:p>
            <ns1:endParaRPr lang="ru-RU"/>
          </ns1:p>
        </ns0:txBody>
      </ns0:sp>
      <ns0:sp>
        <ns0:nvSpPr>
          <ns0:cNvPr id="21" name="Текст 20">
            <ns1:extLst>
              <ns1:ext uri="{FF2B5EF4-FFF2-40B4-BE49-F238E27FC236}">
                <ns2:creationId id="{D112341A-6A47-AAC5-868B-6FD0E012E126}"/>
              </ns1:ext>
            </ns1:extLst>
          </ns0:cNvPr>
          <ns0:cNvSpPr>
            <ns1:spLocks noGrp="1"/>
          </ns0:cNvSpPr>
          <ns0:nvPr>
            <ns0:ph type="body" sz="quarter" idx="17"/>
          </ns0:nvPr>
        </ns0:nvSpPr>
        <ns0:spPr/>
        <ns0:txBody>
          <ns1:bodyPr/>
          <ns1:lstStyle/>
          <ns1:p>
            <ns1:endParaRPr lang="ru-RU"/>
          </ns1:p>
        </ns0:txBody>
      </ns0:sp>
    </ns0:spTree>
    <ns0:extLst>
      <ns0:ext uri="{BB962C8B-B14F-4D97-AF65-F5344CB8AC3E}">
        <ns3:creationId val="3010237490"/>
      </ns0:ext>
    </ns0:extLst>
  </ns0:cSld>
  <ns0:clrMapOvr>
    <ns1:masterClrMapping/>
  </ns0:clrMapOvr>
</ns0:sld>
</file>

<file path=ppt/slides/original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Заголовок 1">
            <ns1:extLst>
              <ns1:ext uri="{FF2B5EF4-FFF2-40B4-BE49-F238E27FC236}">
                <ns2:creationId id="{CE27B07A-8712-D9EC-EBBE-89E12098B9DC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prstGeom prst="rect">
            <ns1:avLst/>
          </ns1:prstGeom>
        </ns0:spPr>
        <ns0:txBody>
          <ns1:bodyPr vert="horz" lIns="91440" tIns="45720" rIns="91440" bIns="45720" rtlCol="0" anchor="t">
            <ns1:normAutofit/>
          </ns1:bodyPr>
          <ns1:lstStyle/>
          <ns1:p>
            <ns1:pPr algn="l" defTabSz="914400" rtl="0" eaLnBrk="1" latinLnBrk="0" hangingPunct="1">
              <ns1:lnSpc>
                <ns1:spcPct val="80000"/>
              </ns1:lnSpc>
              <ns1:spcBef>
                <ns1:spcPct val="0"/>
              </ns1:spcBef>
              <ns1:buNone/>
              <ns1:defRPr sz="4400"/>
            </ns1:pPr>
            <ns1:r>
              <ns1:rPr sz="4400" b="0" i="0" kern="1200" lang="ru-RU" dirty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rPr>
              <ns1:t>Три шага к результату</ns1:t>
            </ns1:r>
          </ns1:p>
        </ns0:txBody>
      </ns0:sp>
      <ns0:sp>
        <ns0:nvSpPr>
          <ns0:cNvPr id="3" name="Текст 2">
            <ns1:extLst>
              <ns1:ext uri="{FF2B5EF4-FFF2-40B4-BE49-F238E27FC236}">
                <ns2:creationId id="{027E0839-E60C-5F87-230C-C0BCD6039C82}"/>
              </ns1:ext>
            </ns1:extLst>
          </ns0:cNvPr>
          <ns0:cNvSpPr>
            <ns1:spLocks noGrp="1"/>
          </ns0:cNvSpPr>
          <ns0:nvPr>
            <ns0:ph type="body" sz="quarter" idx="11"/>
          </ns0:nvPr>
        </ns0:nvSpPr>
        <ns0:spPr>
          <ns1:xfrm>
            <ns1:off x="952500" y="2524125"/>
            <ns1:ext cx="5305425" cy="457200"/>
          </ns1:xfrm>
        </ns0:spPr>
        <ns0:txBody>
          <ns1:bodyPr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2400" b="1" i="0">
                <ns1:latin typeface="Golos Text DemiBold" panose="020B0503020202020204" pitchFamily="34" charset="0"/>
                <ns1:cs typeface="Golos Text DemiBold" panose="020B0503020202020204" pitchFamily="34" charset="0"/>
              </ns1:defRPr>
            </ns1:pPr>
            <ns1:r>
              <ns1:rPr sz="2400" b="0" i="0" kern="1200" lang="ru-RU" dirty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rPr>
              <ns1:t>Понять задачу</ns1:t>
            </ns1:r>
          </ns1:p>
        </ns0:txBody>
      </ns0:sp>
      <ns0:sp>
        <ns0:nvSpPr>
          <ns0:cNvPr id="4" name="Текст 3">
            <ns1:extLst>
              <ns1:ext uri="{FF2B5EF4-FFF2-40B4-BE49-F238E27FC236}">
                <ns2:creationId id="{0A58DAD3-973B-4018-C7F3-0321ABFCB1D4}"/>
              </ns1:ext>
            </ns1:extLst>
          </ns0:cNvPr>
          <ns0:cNvSpPr>
            <ns1:spLocks noGrp="1"/>
          </ns0:cNvSpPr>
          <ns0:nvPr>
            <ns0:ph type="body" sz="quarter" idx="14"/>
          </ns0:nvPr>
        </ns0:nvSpPr>
        <ns0:spPr>
          <ns1:xfrm>
            <ns1:off x="952500" y="4447540"/>
            <ns1:ext cx="5305425" cy="1143000"/>
          </ns1:xfrm>
        </ns0:spPr>
        <ns0:txBody>
          <ns1:bodyPr anchor="b"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7200" b="1" i="0">
                <ns1:solidFill>
                  <ns1:srgbClr val="F60428"/>
                </ns1:solidFill>
                <ns1:latin typeface="Golos Text DemiBold" panose="020B0503020202020204" pitchFamily="34" charset="0"/>
                <ns1:cs typeface="Golos Text DemiBold" panose="020B0503020202020204" pitchFamily="34" charset="0"/>
              </ns1:defRPr>
            </ns1:pPr>
            <ns1:r>
              <ns1:rPr sz="7650" b="1" i="0" kern="1200" lang="ru-RU" dirty="0">
                <ns1:solidFill>
                  <ns1:srgbClr val="F00938"/>
                </ns1:solidFill>
                <ns1:latin typeface="Golos Text"/>
                <ns1:ea typeface="Golos Text"/>
                <ns1:cs typeface="Golos Text"/>
              </ns1:rPr>
              <ns1:t>01</ns1:t>
            </ns1:r>
          </ns1:p>
        </ns0:txBody>
      </ns0:sp>
      <ns0:sp>
        <ns0:nvSpPr>
          <ns0:cNvPr id="5" name="Текст 4">
            <ns1:extLst>
              <ns1:ext uri="{FF2B5EF4-FFF2-40B4-BE49-F238E27FC236}">
                <ns2:creationId id="{20B3C987-72C4-2736-79D6-29B60D2BD3A0}"/>
              </ns1:ext>
            </ns1:extLst>
          </ns0:cNvPr>
          <ns0:cNvSpPr>
            <ns1:spLocks noGrp="1"/>
          </ns0:cNvSpPr>
          <ns0:nvPr>
            <ns0:ph type="body" sz="quarter" idx="16"/>
          </ns0:nvPr>
        </ns0:nvSpPr>
        <ns0:spPr>
          <ns1:xfrm>
            <ns1:off x="6486525" y="2524125"/>
            <ns1:ext cx="5305425" cy="457200"/>
          </ns1:xfrm>
        </ns0:spPr>
        <ns0:txBody>
          <ns1:bodyPr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2400" b="1" i="0">
                <ns1:latin typeface="Golos Text DemiBold" panose="020B0503020202020204" pitchFamily="34" charset="0"/>
                <ns1:cs typeface="Golos Text DemiBold" panose="020B0503020202020204" pitchFamily="34" charset="0"/>
              </ns1:defRPr>
            </ns1:pPr>
            <ns1:r>
              <ns1:rPr sz="2400" b="0" i="0" kern="1200" lang="ru-RU" dirty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rPr>
              <ns1:t>Собрать решение</ns1:t>
            </ns1:r>
          </ns1:p>
        </ns0:txBody>
      </ns0:sp>
      <ns0:sp>
        <ns0:nvSpPr>
          <ns0:cNvPr id="6" name="Текст 5">
            <ns1:extLst>
              <ns1:ext uri="{FF2B5EF4-FFF2-40B4-BE49-F238E27FC236}">
                <ns2:creationId id="{F72342CC-E39E-ABE0-064A-2E9020E3CE40}"/>
              </ns1:ext>
            </ns1:extLst>
          </ns0:cNvPr>
          <ns0:cNvSpPr>
            <ns1:spLocks noGrp="1"/>
          </ns0:cNvSpPr>
          <ns0:nvPr>
            <ns0:ph type="body" sz="quarter" idx="17"/>
          </ns0:nvPr>
        </ns0:nvSpPr>
        <ns0:spPr>
          <ns1:xfrm>
            <ns1:off x="6486525" y="4447540"/>
            <ns1:ext cx="5305425" cy="1143000"/>
          </ns1:xfrm>
        </ns0:spPr>
        <ns0:txBody>
          <ns1:bodyPr anchor="b"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7200" b="1" i="0">
                <ns1:solidFill>
                  <ns1:srgbClr val="F60428"/>
                </ns1:solidFill>
                <ns1:latin typeface="Golos Text DemiBold" panose="020B0503020202020204" pitchFamily="34" charset="0"/>
                <ns1:cs typeface="Golos Text DemiBold" panose="020B0503020202020204" pitchFamily="34" charset="0"/>
              </ns1:defRPr>
            </ns1:pPr>
            <ns1:r>
              <ns1:rPr sz="7650" b="1" i="0" kern="1200" lang="ru-RU" dirty="0">
                <ns1:solidFill>
                  <ns1:srgbClr val="F00938"/>
                </ns1:solidFill>
                <ns1:latin typeface="Golos Text"/>
                <ns1:ea typeface="Golos Text"/>
                <ns1:cs typeface="Golos Text"/>
              </ns1:rPr>
              <ns1:t>02</ns1:t>
            </ns1:r>
          </ns1:p>
        </ns0:txBody>
      </ns0:sp>
      <ns0:sp>
        <ns0:nvSpPr>
          <ns0:cNvPr id="7" name="Текст 6">
            <ns1:extLst>
              <ns1:ext uri="{FF2B5EF4-FFF2-40B4-BE49-F238E27FC236}">
                <ns2:creationId id="{BF614243-0630-A379-F167-61C65E119AA6}"/>
              </ns1:ext>
            </ns1:extLst>
          </ns0:cNvPr>
          <ns0:cNvSpPr>
            <ns1:spLocks noGrp="1"/>
          </ns0:cNvSpPr>
          <ns0:nvPr>
            <ns0:ph type="body" sz="quarter" idx="19"/>
          </ns0:nvPr>
        </ns0:nvSpPr>
        <ns0:spPr>
          <ns1:xfrm>
            <ns1:off x="12020550" y="2524125"/>
            <ns1:ext cx="5305425" cy="457200"/>
          </ns1:xfrm>
        </ns0:spPr>
        <ns0:txBody>
          <ns1:bodyPr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2400" b="1" i="0">
                <ns1:latin typeface="Golos Text DemiBold" panose="020B0503020202020204" pitchFamily="34" charset="0"/>
                <ns1:cs typeface="Golos Text DemiBold" panose="020B0503020202020204" pitchFamily="34" charset="0"/>
              </ns1:defRPr>
            </ns1:pPr>
            <ns1:r>
              <ns1:rPr sz="2400" b="0" i="0" kern="1200" lang="ru-RU" dirty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rPr>
              <ns1:t>Проверить качество</ns1:t>
            </ns1:r>
          </ns1:p>
        </ns0:txBody>
      </ns0:sp>
      <ns0:sp>
        <ns0:nvSpPr>
          <ns0:cNvPr id="8" name="Текст 7">
            <ns1:extLst>
              <ns1:ext uri="{FF2B5EF4-FFF2-40B4-BE49-F238E27FC236}">
                <ns2:creationId id="{7157F0BE-8722-F5B8-958A-CAC7B5FCB503}"/>
              </ns1:ext>
            </ns1:extLst>
          </ns0:cNvPr>
          <ns0:cNvSpPr>
            <ns1:spLocks noGrp="1"/>
          </ns0:cNvSpPr>
          <ns0:nvPr>
            <ns0:ph type="body" sz="quarter" idx="20"/>
          </ns0:nvPr>
        </ns0:nvSpPr>
        <ns0:spPr>
          <ns1:xfrm>
            <ns1:off x="12020550" y="4447540"/>
            <ns1:ext cx="5305425" cy="1143000"/>
          </ns1:xfrm>
        </ns0:spPr>
        <ns0:txBody>
          <ns1:bodyPr anchor="b"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7200" b="1" i="0">
                <ns1:solidFill>
                  <ns1:srgbClr val="F60428"/>
                </ns1:solidFill>
                <ns1:latin typeface="Golos Text DemiBold" panose="020B0503020202020204" pitchFamily="34" charset="0"/>
                <ns1:cs typeface="Golos Text DemiBold" panose="020B0503020202020204" pitchFamily="34" charset="0"/>
              </ns1:defRPr>
            </ns1:pPr>
            <ns1:r>
              <ns1:rPr sz="7650" b="1" i="0" kern="1200" lang="ru-RU" dirty="0">
                <ns1:solidFill>
                  <ns1:srgbClr val="F00938"/>
                </ns1:solidFill>
                <ns1:latin typeface="Golos Text"/>
                <ns1:ea typeface="Golos Text"/>
                <ns1:cs typeface="Golos Text"/>
              </ns1:rPr>
              <ns1:t>03</ns1:t>
            </ns1:r>
          </ns1:p>
        </ns0:txBody>
      </ns0:sp>
      <ns0:sp>
        <ns0:nvSpPr>
          <ns0:cNvPr id="9" name="Текст 8">
            <ns1:extLst>
              <ns1:ext uri="{FF2B5EF4-FFF2-40B4-BE49-F238E27FC236}">
                <ns2:creationId id="{5C53E7F7-D73F-ECA6-E5C3-9971EFA113DA}"/>
              </ns1:ext>
            </ns1:extLst>
          </ns0:cNvPr>
          <ns0:cNvSpPr>
            <ns1:spLocks noGrp="1"/>
          </ns0:cNvSpPr>
          <ns0:nvPr>
            <ns0:ph type="body" sz="quarter" idx="22"/>
          </ns0:nvPr>
        </ns0:nvSpPr>
        <ns0:spPr>
          <ns1:xfrm>
            <ns1:off x="952500" y="3136900"/>
            <ns1:ext cx="5305425" cy="2667000"/>
          </ns1:xfrm>
        </ns0:spPr>
        <ns0:txBody>
          <ns1:bodyPr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65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Определить главный вопрос и собрать исходные материалы.</ns1:t>
            </ns1:r>
          </ns1:p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65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/>
            </ns1:r>
          </ns1:p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65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Результат: согласованный план работы.</ns1:t>
            </ns1:r>
          </ns1:p>
        </ns0:txBody>
      </ns0:sp>
      <ns0:sp>
        <ns0:nvSpPr>
          <ns0:cNvPr id="10" name="Текст 9">
            <ns1:extLst>
              <ns1:ext uri="{FF2B5EF4-FFF2-40B4-BE49-F238E27FC236}">
                <ns2:creationId id="{BBC3256A-37D0-50D3-695A-55B92F76E3ED}"/>
              </ns1:ext>
            </ns1:extLst>
          </ns0:cNvPr>
          <ns0:cNvSpPr>
            <ns1:spLocks noGrp="1"/>
          </ns0:cNvSpPr>
          <ns0:nvPr>
            <ns0:ph type="body" sz="quarter" idx="23"/>
          </ns0:nvPr>
        </ns0:nvSpPr>
        <ns0:spPr>
          <ns1:xfrm>
            <ns1:off x="6486525" y="3136900"/>
            <ns1:ext cx="5305425" cy="2667000"/>
          </ns1:xfrm>
        </ns0:spPr>
        <ns0:txBody>
          <ns1:bodyPr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65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Выбрать подходящую форму и проверить ключевые данные.</ns1:t>
            </ns1:r>
          </ns1:p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65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/>
            </ns1:r>
          </ns1:p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65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Результат: проверенный рабочий вариант.</ns1:t>
            </ns1:r>
          </ns1:p>
        </ns0:txBody>
      </ns0:sp>
      <ns0:sp>
        <ns0:nvSpPr>
          <ns0:cNvPr id="11" name="Текст 10">
            <ns1:extLst>
              <ns1:ext uri="{FF2B5EF4-FFF2-40B4-BE49-F238E27FC236}">
                <ns2:creationId id="{7D709B87-A080-FFA6-F6AC-038E567F3807}"/>
              </ns1:ext>
            </ns1:extLst>
          </ns0:cNvPr>
          <ns0:cNvSpPr>
            <ns1:spLocks noGrp="1"/>
          </ns0:cNvSpPr>
          <ns0:nvPr>
            <ns0:ph type="body" sz="quarter" idx="24"/>
          </ns0:nvPr>
        </ns0:nvSpPr>
        <ns0:spPr>
          <ns1:xfrm>
            <ns1:off x="12020550" y="3136900"/>
            <ns1:ext cx="5305425" cy="2667000"/>
          </ns1:xfrm>
        </ns0:spPr>
        <ns0:txBody>
          <ns1:bodyPr lIns="0" rIns="0" tIns="0" bIns="0">
            <ns1:noAutofit/>
          </ns1:bodyPr>
          <ns1:lstStyle/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65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Проверить содержание, читаемость и готовность файлов.</ns1:t>
            </ns1:r>
          </ns1:p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65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/>
            </ns1:r>
          </ns1:p>
          <ns1:p>
            <ns1:pPr marL="0" indent="0" algn="l" defTabSz="914400" rtl="0" eaLnBrk="1" latinLnBrk="0" hangingPunct="1" lvl="0">
              <ns1:spcBef>
                <ns1:spcPct val="20000"/>
              </ns1:spcBef>
              <ns1:buFont typeface="Arial" pitchFamily="34" charset="0"/>
              <ns1:buNone/>
              <ns1:defRPr sz="1600" b="0" i="0">
                <ns1:latin typeface="Golos Text" panose="020B0503020202020204" pitchFamily="34" charset="0"/>
                <ns1:cs typeface="Golos Text" panose="020B0503020202020204" pitchFamily="34" charset="0"/>
              </ns1:defRPr>
            </ns1:pPr>
            <ns1:r>
              <ns1:rPr sz="1650" b="0" i="0" kern="1200" lang="ru-RU" dirty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rPr>
              <ns1:t>Результат: материалы для передачи.</ns1:t>
            </ns1:r>
          </ns1:p>
        </ns0:txBody>
      </ns0:sp>
      <ns0:sp>
        <ns0:nvSpPr>
          <ns0:cNvPr id="12" name="Рисунок 11">
            <ns1:extLst>
              <ns1:ext uri="{FF2B5EF4-FFF2-40B4-BE49-F238E27FC236}">
                <ns2:creationId id="{E0B569DF-BB88-85DA-A48A-371BE9986BF0}"/>
              </ns1:ext>
            </ns1:extLst>
          </ns0:cNvPr>
          <ns0:cNvSpPr>
            <ns1:spLocks noGrp="1"/>
          </ns0:cNvSpPr>
          <ns0:nvPr>
            <ns0:ph type="pic" sz="quarter" idx="15"/>
          </ns0:nvPr>
        </ns0:nvSpPr>
        <ns0:spPr/>
      </ns0:sp>
      <ns0:sp>
        <ns0:nvSpPr>
          <ns0:cNvPr id="13" name="Текст 12">
            <ns1:extLst>
              <ns1:ext uri="{FF2B5EF4-FFF2-40B4-BE49-F238E27FC236}">
                <ns2:creationId id="{F2D523B5-205D-9791-9422-51156B395CA5}"/>
              </ns1:ext>
            </ns1:extLst>
          </ns0:cNvPr>
          <ns0:cNvSpPr>
            <ns1:spLocks noGrp="1"/>
          </ns0:cNvSpPr>
          <ns0:nvPr>
            <ns0:ph type="body" sz="quarter" idx="25"/>
          </ns0:nvPr>
        </ns0:nvSpPr>
        <ns0:spPr/>
        <ns0:txBody>
          <ns1:bodyPr/>
          <ns1:lstStyle/>
          <ns1:p>
            <ns1:endParaRPr lang="ru-RU"/>
          </ns1:p>
        </ns0:txBody>
      </ns0:sp>
      <ns0:sp>
        <ns0:nvSpPr>
          <ns0:cNvPr id="14" name="Текст 13">
            <ns1:extLst>
              <ns1:ext uri="{FF2B5EF4-FFF2-40B4-BE49-F238E27FC236}">
                <ns2:creationId id="{8923EEBD-9AFA-6134-5D52-06B18D0E7272}"/>
              </ns1:ext>
            </ns1:extLst>
          </ns0:cNvPr>
          <ns0:cNvSpPr>
            <ns1:spLocks noGrp="1"/>
          </ns0:cNvSpPr>
          <ns0:nvPr>
            <ns0:ph type="body" sz="quarter" idx="26"/>
          </ns0:nvPr>
        </ns0:nvSpPr>
        <ns0:spPr/>
        <ns0:txBody>
          <ns1:bodyPr/>
          <ns1:lstStyle/>
          <ns1:p>
            <ns1:endParaRPr lang="ru-RU"/>
          </ns1:p>
        </ns0:txBody>
      </ns0:sp>
    </ns0:spTree>
    <ns0:extLst>
      <ns0:ext uri="{BB962C8B-B14F-4D97-AF65-F5344CB8AC3E}">
        <ns3:creationId val="2399865595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Обложки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Этапы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Планы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Команда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Мокап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Цифры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Слайды с фото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Сравнение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Инфографика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Текстовые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Цитаты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Большие слайды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3503</TotalTime>
  <Words>60</Words>
  <Application>Microsoft Macintosh PowerPoint</Application>
  <PresentationFormat>Произвольный</PresentationFormat>
  <Paragraphs>17</Paragraphs>
  <Slides>82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12</vt:i4>
      </vt:variant>
      <vt:variant>
        <vt:lpstr>Заголовки слайдов</vt:lpstr>
      </vt:variant>
      <vt:variant>
        <vt:i4>82</vt:i4>
      </vt:variant>
    </vt:vector>
  </HeadingPairs>
  <TitlesOfParts>
    <vt:vector size="99" baseType="lpstr">
      <vt:lpstr>Arial</vt:lpstr>
      <vt:lpstr>Calibri</vt:lpstr>
      <vt:lpstr>Golos Text</vt:lpstr>
      <vt:lpstr>Intro Bold Regular</vt:lpstr>
      <vt:lpstr>Golos Text DemiBold</vt:lpstr>
      <vt:lpstr>Обложки</vt:lpstr>
      <vt:lpstr>Этапы</vt:lpstr>
      <vt:lpstr>Планы</vt:lpstr>
      <vt:lpstr>Команда</vt:lpstr>
      <vt:lpstr>Мокап</vt:lpstr>
      <vt:lpstr>Цифры</vt:lpstr>
      <vt:lpstr>Слайды с фото</vt:lpstr>
      <vt:lpstr>Сравнение</vt:lpstr>
      <vt:lpstr>Инфографика</vt:lpstr>
      <vt:lpstr>Текстовые</vt:lpstr>
      <vt:lpstr>Цитаты</vt:lpstr>
      <vt:lpstr>Большие слайды</vt:lpstr>
      <vt:lpstr>Презентация PowerPoint</vt:lpstr>
      <vt:lpstr>Как добавлять новые слайды</vt:lpstr>
      <vt:lpstr>Более подробную методичку вы можете скачать с корп. диска</vt:lpstr>
      <vt:lpstr>Иконки</vt:lpstr>
      <vt:lpstr>Иконки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skrypkinwork@gmail.com</cp:lastModifiedBy>
  <cp:revision>36</cp:revision>
  <dcterms:created xsi:type="dcterms:W3CDTF">2026-01-15T10:36:54Z</dcterms:created>
  <dcterms:modified xsi:type="dcterms:W3CDTF">2026-04-29T08:15:54Z</dcterms:modified>
</cp:coreProperties>
</file>