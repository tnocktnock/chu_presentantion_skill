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4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5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6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7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8.xml" ContentType="application/vnd.openxmlformats-officedocument.theme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9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10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11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  <p:sldMasterId id="2147483670" r:id="rId2"/>
    <p:sldMasterId id="2147483659" r:id="rId3"/>
    <p:sldMasterId id="2147483684" r:id="rId4"/>
    <p:sldMasterId id="2147483698" r:id="rId5"/>
    <p:sldMasterId id="2147483710" r:id="rId6"/>
    <p:sldMasterId id="2147483724" r:id="rId7"/>
    <p:sldMasterId id="2147483741" r:id="rId8"/>
    <p:sldMasterId id="2147483762" r:id="rId9"/>
    <p:sldMasterId id="2147483751" r:id="rId10"/>
    <p:sldMasterId id="2147483756" r:id="rId11"/>
    <p:sldMasterId id="2147483775" r:id="rId12"/>
  </p:sldMasterIdLst>
  <p:notesMasterIdLst>
    <p:notesMasterId r:id="rId95"/>
  </p:notesMasterIdLst>
  <p:sldIdLst>
    <p:sldId id="272" r:id="rId13"/>
    <p:sldId id="284" r:id="rId14"/>
    <p:sldId id="361" r:id="rId15"/>
    <p:sldId id="439" r:id="rId16"/>
    <p:sldId id="440" r:id="rId17"/>
    <p:sldId id="362" r:id="rId18"/>
    <p:sldId id="363" r:id="rId19"/>
    <p:sldId id="364" r:id="rId20"/>
    <p:sldId id="365" r:id="rId21"/>
    <p:sldId id="366" r:id="rId22"/>
    <p:sldId id="367" r:id="rId23"/>
    <p:sldId id="368" r:id="rId24"/>
    <p:sldId id="369" r:id="rId25"/>
    <p:sldId id="370" r:id="rId26"/>
    <p:sldId id="371" r:id="rId27"/>
    <p:sldId id="372" r:id="rId28"/>
    <p:sldId id="373" r:id="rId29"/>
    <p:sldId id="374" r:id="rId30"/>
    <p:sldId id="375" r:id="rId31"/>
    <p:sldId id="376" r:id="rId32"/>
    <p:sldId id="377" r:id="rId33"/>
    <p:sldId id="378" r:id="rId34"/>
    <p:sldId id="379" r:id="rId35"/>
    <p:sldId id="380" r:id="rId36"/>
    <p:sldId id="381" r:id="rId37"/>
    <p:sldId id="382" r:id="rId38"/>
    <p:sldId id="383" r:id="rId39"/>
    <p:sldId id="384" r:id="rId40"/>
    <p:sldId id="385" r:id="rId41"/>
    <p:sldId id="386" r:id="rId42"/>
    <p:sldId id="387" r:id="rId43"/>
    <p:sldId id="388" r:id="rId44"/>
    <p:sldId id="389" r:id="rId45"/>
    <p:sldId id="390" r:id="rId46"/>
    <p:sldId id="391" r:id="rId47"/>
    <p:sldId id="392" r:id="rId48"/>
    <p:sldId id="393" r:id="rId49"/>
    <p:sldId id="394" r:id="rId50"/>
    <p:sldId id="395" r:id="rId51"/>
    <p:sldId id="396" r:id="rId52"/>
    <p:sldId id="397" r:id="rId53"/>
    <p:sldId id="398" r:id="rId54"/>
    <p:sldId id="399" r:id="rId55"/>
    <p:sldId id="400" r:id="rId56"/>
    <p:sldId id="401" r:id="rId57"/>
    <p:sldId id="402" r:id="rId58"/>
    <p:sldId id="403" r:id="rId59"/>
    <p:sldId id="404" r:id="rId60"/>
    <p:sldId id="405" r:id="rId61"/>
    <p:sldId id="406" r:id="rId62"/>
    <p:sldId id="407" r:id="rId63"/>
    <p:sldId id="408" r:id="rId64"/>
    <p:sldId id="409" r:id="rId65"/>
    <p:sldId id="410" r:id="rId66"/>
    <p:sldId id="411" r:id="rId67"/>
    <p:sldId id="412" r:id="rId68"/>
    <p:sldId id="413" r:id="rId69"/>
    <p:sldId id="414" r:id="rId70"/>
    <p:sldId id="415" r:id="rId71"/>
    <p:sldId id="416" r:id="rId72"/>
    <p:sldId id="417" r:id="rId73"/>
    <p:sldId id="418" r:id="rId74"/>
    <p:sldId id="419" r:id="rId75"/>
    <p:sldId id="420" r:id="rId76"/>
    <p:sldId id="421" r:id="rId77"/>
    <p:sldId id="422" r:id="rId78"/>
    <p:sldId id="423" r:id="rId79"/>
    <p:sldId id="424" r:id="rId80"/>
    <p:sldId id="425" r:id="rId81"/>
    <p:sldId id="426" r:id="rId82"/>
    <p:sldId id="427" r:id="rId83"/>
    <p:sldId id="428" r:id="rId84"/>
    <p:sldId id="429" r:id="rId85"/>
    <p:sldId id="430" r:id="rId86"/>
    <p:sldId id="431" r:id="rId87"/>
    <p:sldId id="432" r:id="rId88"/>
    <p:sldId id="433" r:id="rId89"/>
    <p:sldId id="434" r:id="rId90"/>
    <p:sldId id="435" r:id="rId91"/>
    <p:sldId id="436" r:id="rId92"/>
    <p:sldId id="437" r:id="rId93"/>
    <p:sldId id="438" r:id="rId94"/>
  </p:sldIdLst>
  <p:sldSz cx="18288000" cy="10287000"/>
  <p:notesSz cx="10287000" cy="18288000"/>
  <p:embeddedFontLst>
    <p:embeddedFont>
      <p:font typeface="Golos Text" panose="020B0503020202020204" pitchFamily="34" charset="0"/>
      <p:regular r:id="rId96"/>
      <p:bold r:id="rId97"/>
    </p:embeddedFont>
    <p:embeddedFont>
      <p:font typeface="Golos Text DemiBold" panose="020B0503020202020204" pitchFamily="34" charset="0"/>
      <p:regular r:id="rId98"/>
      <p:bold r:id="rId9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0428"/>
    <a:srgbClr val="EA0B4C"/>
    <a:srgbClr val="E41060"/>
    <a:srgbClr val="F5042B"/>
    <a:srgbClr val="FFDEE5"/>
    <a:srgbClr val="FFE9E9"/>
    <a:srgbClr val="FF254A"/>
    <a:srgbClr val="ED09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574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11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4.xml"/><Relationship Id="rId21" Type="http://schemas.openxmlformats.org/officeDocument/2006/relationships/slide" Target="slides/slide9.xml"/><Relationship Id="rId42" Type="http://schemas.openxmlformats.org/officeDocument/2006/relationships/slide" Target="slides/slide30.xml"/><Relationship Id="rId47" Type="http://schemas.openxmlformats.org/officeDocument/2006/relationships/slide" Target="slides/slide35.xml"/><Relationship Id="rId63" Type="http://schemas.openxmlformats.org/officeDocument/2006/relationships/slide" Target="slides/slide51.xml"/><Relationship Id="rId68" Type="http://schemas.openxmlformats.org/officeDocument/2006/relationships/slide" Target="slides/slide56.xml"/><Relationship Id="rId84" Type="http://schemas.openxmlformats.org/officeDocument/2006/relationships/slide" Target="slides/slide72.xml"/><Relationship Id="rId89" Type="http://schemas.openxmlformats.org/officeDocument/2006/relationships/slide" Target="slides/slide77.xml"/><Relationship Id="rId16" Type="http://schemas.openxmlformats.org/officeDocument/2006/relationships/slide" Target="slides/slide4.xml"/><Relationship Id="rId11" Type="http://schemas.openxmlformats.org/officeDocument/2006/relationships/slideMaster" Target="slideMasters/slideMaster11.xml"/><Relationship Id="rId32" Type="http://schemas.openxmlformats.org/officeDocument/2006/relationships/slide" Target="slides/slide20.xml"/><Relationship Id="rId37" Type="http://schemas.openxmlformats.org/officeDocument/2006/relationships/slide" Target="slides/slide25.xml"/><Relationship Id="rId53" Type="http://schemas.openxmlformats.org/officeDocument/2006/relationships/slide" Target="slides/slide41.xml"/><Relationship Id="rId58" Type="http://schemas.openxmlformats.org/officeDocument/2006/relationships/slide" Target="slides/slide46.xml"/><Relationship Id="rId74" Type="http://schemas.openxmlformats.org/officeDocument/2006/relationships/slide" Target="slides/slide62.xml"/><Relationship Id="rId79" Type="http://schemas.openxmlformats.org/officeDocument/2006/relationships/slide" Target="slides/slide67.xml"/><Relationship Id="rId102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78.xml"/><Relationship Id="rId95" Type="http://schemas.openxmlformats.org/officeDocument/2006/relationships/notesMaster" Target="notesMasters/notesMaster1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43" Type="http://schemas.openxmlformats.org/officeDocument/2006/relationships/slide" Target="slides/slide31.xml"/><Relationship Id="rId48" Type="http://schemas.openxmlformats.org/officeDocument/2006/relationships/slide" Target="slides/slide36.xml"/><Relationship Id="rId64" Type="http://schemas.openxmlformats.org/officeDocument/2006/relationships/slide" Target="slides/slide52.xml"/><Relationship Id="rId69" Type="http://schemas.openxmlformats.org/officeDocument/2006/relationships/slide" Target="slides/slide57.xml"/><Relationship Id="rId80" Type="http://schemas.openxmlformats.org/officeDocument/2006/relationships/slide" Target="slides/slide68.xml"/><Relationship Id="rId85" Type="http://schemas.openxmlformats.org/officeDocument/2006/relationships/slide" Target="slides/slide73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slide" Target="slides/slide21.xml"/><Relationship Id="rId38" Type="http://schemas.openxmlformats.org/officeDocument/2006/relationships/slide" Target="slides/slide26.xml"/><Relationship Id="rId46" Type="http://schemas.openxmlformats.org/officeDocument/2006/relationships/slide" Target="slides/slide34.xml"/><Relationship Id="rId59" Type="http://schemas.openxmlformats.org/officeDocument/2006/relationships/slide" Target="slides/slide47.xml"/><Relationship Id="rId67" Type="http://schemas.openxmlformats.org/officeDocument/2006/relationships/slide" Target="slides/slide55.xml"/><Relationship Id="rId103" Type="http://schemas.openxmlformats.org/officeDocument/2006/relationships/tableStyles" Target="tableStyles.xml"/><Relationship Id="rId20" Type="http://schemas.openxmlformats.org/officeDocument/2006/relationships/slide" Target="slides/slide8.xml"/><Relationship Id="rId41" Type="http://schemas.openxmlformats.org/officeDocument/2006/relationships/slide" Target="slides/slide29.xml"/><Relationship Id="rId54" Type="http://schemas.openxmlformats.org/officeDocument/2006/relationships/slide" Target="slides/slide42.xml"/><Relationship Id="rId62" Type="http://schemas.openxmlformats.org/officeDocument/2006/relationships/slide" Target="slides/slide50.xml"/><Relationship Id="rId70" Type="http://schemas.openxmlformats.org/officeDocument/2006/relationships/slide" Target="slides/slide58.xml"/><Relationship Id="rId75" Type="http://schemas.openxmlformats.org/officeDocument/2006/relationships/slide" Target="slides/slide63.xml"/><Relationship Id="rId83" Type="http://schemas.openxmlformats.org/officeDocument/2006/relationships/slide" Target="slides/slide71.xml"/><Relationship Id="rId88" Type="http://schemas.openxmlformats.org/officeDocument/2006/relationships/slide" Target="slides/slide76.xml"/><Relationship Id="rId91" Type="http://schemas.openxmlformats.org/officeDocument/2006/relationships/slide" Target="slides/slide79.xml"/><Relationship Id="rId96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slide" Target="slides/slide16.xml"/><Relationship Id="rId36" Type="http://schemas.openxmlformats.org/officeDocument/2006/relationships/slide" Target="slides/slide24.xml"/><Relationship Id="rId49" Type="http://schemas.openxmlformats.org/officeDocument/2006/relationships/slide" Target="slides/slide37.xml"/><Relationship Id="rId57" Type="http://schemas.openxmlformats.org/officeDocument/2006/relationships/slide" Target="slides/slide45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19.xml"/><Relationship Id="rId44" Type="http://schemas.openxmlformats.org/officeDocument/2006/relationships/slide" Target="slides/slide32.xml"/><Relationship Id="rId52" Type="http://schemas.openxmlformats.org/officeDocument/2006/relationships/slide" Target="slides/slide40.xml"/><Relationship Id="rId60" Type="http://schemas.openxmlformats.org/officeDocument/2006/relationships/slide" Target="slides/slide48.xml"/><Relationship Id="rId65" Type="http://schemas.openxmlformats.org/officeDocument/2006/relationships/slide" Target="slides/slide53.xml"/><Relationship Id="rId73" Type="http://schemas.openxmlformats.org/officeDocument/2006/relationships/slide" Target="slides/slide61.xml"/><Relationship Id="rId78" Type="http://schemas.openxmlformats.org/officeDocument/2006/relationships/slide" Target="slides/slide66.xml"/><Relationship Id="rId81" Type="http://schemas.openxmlformats.org/officeDocument/2006/relationships/slide" Target="slides/slide69.xml"/><Relationship Id="rId86" Type="http://schemas.openxmlformats.org/officeDocument/2006/relationships/slide" Target="slides/slide74.xml"/><Relationship Id="rId94" Type="http://schemas.openxmlformats.org/officeDocument/2006/relationships/slide" Target="slides/slide82.xml"/><Relationship Id="rId99" Type="http://schemas.openxmlformats.org/officeDocument/2006/relationships/font" Target="fonts/font4.fntdata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39" Type="http://schemas.openxmlformats.org/officeDocument/2006/relationships/slide" Target="slides/slide27.xml"/><Relationship Id="rId34" Type="http://schemas.openxmlformats.org/officeDocument/2006/relationships/slide" Target="slides/slide22.xml"/><Relationship Id="rId50" Type="http://schemas.openxmlformats.org/officeDocument/2006/relationships/slide" Target="slides/slide38.xml"/><Relationship Id="rId55" Type="http://schemas.openxmlformats.org/officeDocument/2006/relationships/slide" Target="slides/slide43.xml"/><Relationship Id="rId76" Type="http://schemas.openxmlformats.org/officeDocument/2006/relationships/slide" Target="slides/slide64.xml"/><Relationship Id="rId97" Type="http://schemas.openxmlformats.org/officeDocument/2006/relationships/font" Target="fonts/font2.fntdata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59.xml"/><Relationship Id="rId92" Type="http://schemas.openxmlformats.org/officeDocument/2006/relationships/slide" Target="slides/slide8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17.xml"/><Relationship Id="rId24" Type="http://schemas.openxmlformats.org/officeDocument/2006/relationships/slide" Target="slides/slide12.xml"/><Relationship Id="rId40" Type="http://schemas.openxmlformats.org/officeDocument/2006/relationships/slide" Target="slides/slide28.xml"/><Relationship Id="rId45" Type="http://schemas.openxmlformats.org/officeDocument/2006/relationships/slide" Target="slides/slide33.xml"/><Relationship Id="rId66" Type="http://schemas.openxmlformats.org/officeDocument/2006/relationships/slide" Target="slides/slide54.xml"/><Relationship Id="rId87" Type="http://schemas.openxmlformats.org/officeDocument/2006/relationships/slide" Target="slides/slide75.xml"/><Relationship Id="rId61" Type="http://schemas.openxmlformats.org/officeDocument/2006/relationships/slide" Target="slides/slide49.xml"/><Relationship Id="rId82" Type="http://schemas.openxmlformats.org/officeDocument/2006/relationships/slide" Target="slides/slide70.xml"/><Relationship Id="rId19" Type="http://schemas.openxmlformats.org/officeDocument/2006/relationships/slide" Target="slides/slide7.xml"/><Relationship Id="rId14" Type="http://schemas.openxmlformats.org/officeDocument/2006/relationships/slide" Target="slides/slide2.xml"/><Relationship Id="rId30" Type="http://schemas.openxmlformats.org/officeDocument/2006/relationships/slide" Target="slides/slide18.xml"/><Relationship Id="rId35" Type="http://schemas.openxmlformats.org/officeDocument/2006/relationships/slide" Target="slides/slide23.xml"/><Relationship Id="rId56" Type="http://schemas.openxmlformats.org/officeDocument/2006/relationships/slide" Target="slides/slide44.xml"/><Relationship Id="rId77" Type="http://schemas.openxmlformats.org/officeDocument/2006/relationships/slide" Target="slides/slide65.xml"/><Relationship Id="rId100" Type="http://schemas.openxmlformats.org/officeDocument/2006/relationships/presProps" Target="presProps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39.xml"/><Relationship Id="rId72" Type="http://schemas.openxmlformats.org/officeDocument/2006/relationships/slide" Target="slides/slide60.xml"/><Relationship Id="rId93" Type="http://schemas.openxmlformats.org/officeDocument/2006/relationships/slide" Target="slides/slide81.xml"/><Relationship Id="rId98" Type="http://schemas.openxmlformats.org/officeDocument/2006/relationships/font" Target="fonts/font3.fntdata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645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jp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10" Type="http://schemas.openxmlformats.org/officeDocument/2006/relationships/image" Target="../media/image9.jp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9.svg"/><Relationship Id="rId7" Type="http://schemas.openxmlformats.org/officeDocument/2006/relationships/image" Target="../media/image4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11" Type="http://schemas.openxmlformats.org/officeDocument/2006/relationships/image" Target="../media/image8.svg"/><Relationship Id="rId5" Type="http://schemas.openxmlformats.org/officeDocument/2006/relationships/image" Target="../media/image2.sv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sv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sv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0.png"/><Relationship Id="rId11" Type="http://schemas.openxmlformats.org/officeDocument/2006/relationships/image" Target="../media/image8.svg"/><Relationship Id="rId5" Type="http://schemas.openxmlformats.org/officeDocument/2006/relationships/image" Target="../media/image4.sv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6.sv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12" Type="http://schemas.openxmlformats.org/officeDocument/2006/relationships/image" Target="../media/image8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svg"/><Relationship Id="rId11" Type="http://schemas.openxmlformats.org/officeDocument/2006/relationships/image" Target="../media/image7.png"/><Relationship Id="rId5" Type="http://schemas.openxmlformats.org/officeDocument/2006/relationships/image" Target="../media/image3.png"/><Relationship Id="rId10" Type="http://schemas.openxmlformats.org/officeDocument/2006/relationships/image" Target="../media/image6.svg"/><Relationship Id="rId4" Type="http://schemas.openxmlformats.org/officeDocument/2006/relationships/image" Target="../media/image2.svg"/><Relationship Id="rId9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jp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10" Type="http://schemas.openxmlformats.org/officeDocument/2006/relationships/image" Target="../media/image9.jp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18" Type="http://schemas.openxmlformats.org/officeDocument/2006/relationships/image" Target="../media/image5.png"/><Relationship Id="rId3" Type="http://schemas.openxmlformats.org/officeDocument/2006/relationships/image" Target="../media/image27.png"/><Relationship Id="rId21" Type="http://schemas.openxmlformats.org/officeDocument/2006/relationships/image" Target="../media/image8.svg"/><Relationship Id="rId7" Type="http://schemas.openxmlformats.org/officeDocument/2006/relationships/image" Target="../media/image31.sv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image" Target="../media/image26.png"/><Relationship Id="rId16" Type="http://schemas.openxmlformats.org/officeDocument/2006/relationships/image" Target="../media/image40.png"/><Relationship Id="rId20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19" Type="http://schemas.openxmlformats.org/officeDocument/2006/relationships/image" Target="../media/image6.sv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8.png"/><Relationship Id="rId18" Type="http://schemas.openxmlformats.org/officeDocument/2006/relationships/image" Target="../media/image7.png"/><Relationship Id="rId3" Type="http://schemas.openxmlformats.org/officeDocument/2006/relationships/image" Target="../media/image27.png"/><Relationship Id="rId7" Type="http://schemas.openxmlformats.org/officeDocument/2006/relationships/image" Target="../media/image31.svg"/><Relationship Id="rId12" Type="http://schemas.openxmlformats.org/officeDocument/2006/relationships/image" Target="../media/image37.png"/><Relationship Id="rId17" Type="http://schemas.openxmlformats.org/officeDocument/2006/relationships/image" Target="../media/image6.svg"/><Relationship Id="rId2" Type="http://schemas.openxmlformats.org/officeDocument/2006/relationships/image" Target="../media/image26.png"/><Relationship Id="rId16" Type="http://schemas.openxmlformats.org/officeDocument/2006/relationships/image" Target="../media/image5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40.png"/><Relationship Id="rId10" Type="http://schemas.openxmlformats.org/officeDocument/2006/relationships/image" Target="../media/image34.png"/><Relationship Id="rId19" Type="http://schemas.openxmlformats.org/officeDocument/2006/relationships/image" Target="../media/image8.sv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9.png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40.png"/><Relationship Id="rId3" Type="http://schemas.openxmlformats.org/officeDocument/2006/relationships/image" Target="../media/image27.png"/><Relationship Id="rId7" Type="http://schemas.openxmlformats.org/officeDocument/2006/relationships/image" Target="../media/image31.svg"/><Relationship Id="rId12" Type="http://schemas.openxmlformats.org/officeDocument/2006/relationships/image" Target="../media/image38.png"/><Relationship Id="rId17" Type="http://schemas.openxmlformats.org/officeDocument/2006/relationships/image" Target="../media/image8.svg"/><Relationship Id="rId2" Type="http://schemas.openxmlformats.org/officeDocument/2006/relationships/image" Target="../media/image26.png"/><Relationship Id="rId16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0.png"/><Relationship Id="rId11" Type="http://schemas.openxmlformats.org/officeDocument/2006/relationships/image" Target="../media/image37.png"/><Relationship Id="rId5" Type="http://schemas.openxmlformats.org/officeDocument/2006/relationships/image" Target="../media/image29.png"/><Relationship Id="rId15" Type="http://schemas.openxmlformats.org/officeDocument/2006/relationships/image" Target="../media/image6.svg"/><Relationship Id="rId10" Type="http://schemas.openxmlformats.org/officeDocument/2006/relationships/image" Target="../media/image35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5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8.svg"/><Relationship Id="rId2" Type="http://schemas.openxmlformats.org/officeDocument/2006/relationships/image" Target="../media/image42.jp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5.svg"/><Relationship Id="rId7" Type="http://schemas.openxmlformats.org/officeDocument/2006/relationships/image" Target="../media/image8.svg"/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47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8.svg"/><Relationship Id="rId2" Type="http://schemas.openxmlformats.org/officeDocument/2006/relationships/image" Target="../media/image48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5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4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52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51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54.svg"/><Relationship Id="rId7" Type="http://schemas.openxmlformats.org/officeDocument/2006/relationships/image" Target="../media/image7.png"/><Relationship Id="rId2" Type="http://schemas.openxmlformats.org/officeDocument/2006/relationships/image" Target="../media/image53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8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55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7" Type="http://schemas.openxmlformats.org/officeDocument/2006/relationships/image" Target="../media/image8.svg"/><Relationship Id="rId2" Type="http://schemas.openxmlformats.org/officeDocument/2006/relationships/image" Target="../media/image56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8.svg"/><Relationship Id="rId3" Type="http://schemas.openxmlformats.org/officeDocument/2006/relationships/image" Target="../media/image59.svg"/><Relationship Id="rId7" Type="http://schemas.openxmlformats.org/officeDocument/2006/relationships/image" Target="../media/image63.svg"/><Relationship Id="rId12" Type="http://schemas.openxmlformats.org/officeDocument/2006/relationships/image" Target="../media/image7.png"/><Relationship Id="rId2" Type="http://schemas.openxmlformats.org/officeDocument/2006/relationships/image" Target="../media/image58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62.png"/><Relationship Id="rId11" Type="http://schemas.openxmlformats.org/officeDocument/2006/relationships/image" Target="../media/image6.svg"/><Relationship Id="rId5" Type="http://schemas.openxmlformats.org/officeDocument/2006/relationships/image" Target="../media/image61.svg"/><Relationship Id="rId10" Type="http://schemas.openxmlformats.org/officeDocument/2006/relationships/image" Target="../media/image5.png"/><Relationship Id="rId4" Type="http://schemas.openxmlformats.org/officeDocument/2006/relationships/image" Target="../media/image60.png"/><Relationship Id="rId9" Type="http://schemas.openxmlformats.org/officeDocument/2006/relationships/image" Target="../media/image65.sv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svg"/><Relationship Id="rId2" Type="http://schemas.openxmlformats.org/officeDocument/2006/relationships/image" Target="../media/image66.png"/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svg"/><Relationship Id="rId2" Type="http://schemas.openxmlformats.org/officeDocument/2006/relationships/image" Target="../media/image66.png"/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69.svg"/><Relationship Id="rId7" Type="http://schemas.openxmlformats.org/officeDocument/2006/relationships/image" Target="../media/image6.svg"/><Relationship Id="rId2" Type="http://schemas.openxmlformats.org/officeDocument/2006/relationships/image" Target="../media/image68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5.png"/><Relationship Id="rId5" Type="http://schemas.openxmlformats.org/officeDocument/2006/relationships/image" Target="../media/image71.svg"/><Relationship Id="rId4" Type="http://schemas.openxmlformats.org/officeDocument/2006/relationships/image" Target="../media/image70.png"/><Relationship Id="rId9" Type="http://schemas.openxmlformats.org/officeDocument/2006/relationships/image" Target="../media/image8.sv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7" Type="http://schemas.openxmlformats.org/officeDocument/2006/relationships/image" Target="../media/image8.svg"/><Relationship Id="rId2" Type="http://schemas.openxmlformats.org/officeDocument/2006/relationships/image" Target="../media/image56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73.svg"/><Relationship Id="rId7" Type="http://schemas.openxmlformats.org/officeDocument/2006/relationships/image" Target="../media/image6.svg"/><Relationship Id="rId2" Type="http://schemas.openxmlformats.org/officeDocument/2006/relationships/image" Target="../media/image72.png"/><Relationship Id="rId1" Type="http://schemas.openxmlformats.org/officeDocument/2006/relationships/slideMaster" Target="../slideMasters/slideMaster8.xml"/><Relationship Id="rId6" Type="http://schemas.openxmlformats.org/officeDocument/2006/relationships/image" Target="../media/image5.png"/><Relationship Id="rId5" Type="http://schemas.openxmlformats.org/officeDocument/2006/relationships/image" Target="../media/image57.svg"/><Relationship Id="rId10" Type="http://schemas.openxmlformats.org/officeDocument/2006/relationships/image" Target="../media/image74.png"/><Relationship Id="rId4" Type="http://schemas.openxmlformats.org/officeDocument/2006/relationships/image" Target="../media/image56.png"/><Relationship Id="rId9" Type="http://schemas.openxmlformats.org/officeDocument/2006/relationships/image" Target="../media/image8.sv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5.png"/><Relationship Id="rId1" Type="http://schemas.openxmlformats.org/officeDocument/2006/relationships/slideMaster" Target="../slideMasters/slideMaster8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56.png"/><Relationship Id="rId7" Type="http://schemas.openxmlformats.org/officeDocument/2006/relationships/image" Target="../media/image7.png"/><Relationship Id="rId2" Type="http://schemas.openxmlformats.org/officeDocument/2006/relationships/image" Target="../media/image76.png"/><Relationship Id="rId1" Type="http://schemas.openxmlformats.org/officeDocument/2006/relationships/slideMaster" Target="../slideMasters/slideMaster9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57.sv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7.png"/><Relationship Id="rId1" Type="http://schemas.openxmlformats.org/officeDocument/2006/relationships/slideMaster" Target="../slideMasters/slideMaster9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5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9.xml"/><Relationship Id="rId6" Type="http://schemas.openxmlformats.org/officeDocument/2006/relationships/image" Target="../media/image4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0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svg"/><Relationship Id="rId7" Type="http://schemas.openxmlformats.org/officeDocument/2006/relationships/image" Target="../media/image8.svg"/><Relationship Id="rId2" Type="http://schemas.openxmlformats.org/officeDocument/2006/relationships/image" Target="../media/image78.png"/><Relationship Id="rId1" Type="http://schemas.openxmlformats.org/officeDocument/2006/relationships/slideMaster" Target="../slideMasters/slideMaster10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0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0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7" Type="http://schemas.openxmlformats.org/officeDocument/2006/relationships/image" Target="../media/image8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1.xml"/><Relationship Id="rId4" Type="http://schemas.openxmlformats.org/officeDocument/2006/relationships/image" Target="../media/image80.png"/></Relationships>
</file>

<file path=ppt/slideLayouts/_rels/slideLayout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8.svg"/><Relationship Id="rId3" Type="http://schemas.openxmlformats.org/officeDocument/2006/relationships/image" Target="../media/image82.svg"/><Relationship Id="rId7" Type="http://schemas.openxmlformats.org/officeDocument/2006/relationships/image" Target="../media/image86.svg"/><Relationship Id="rId12" Type="http://schemas.openxmlformats.org/officeDocument/2006/relationships/image" Target="../media/image7.png"/><Relationship Id="rId2" Type="http://schemas.openxmlformats.org/officeDocument/2006/relationships/image" Target="../media/image81.png"/><Relationship Id="rId1" Type="http://schemas.openxmlformats.org/officeDocument/2006/relationships/slideMaster" Target="../slideMasters/slideMaster12.xml"/><Relationship Id="rId6" Type="http://schemas.openxmlformats.org/officeDocument/2006/relationships/image" Target="../media/image85.png"/><Relationship Id="rId11" Type="http://schemas.openxmlformats.org/officeDocument/2006/relationships/image" Target="../media/image6.svg"/><Relationship Id="rId5" Type="http://schemas.openxmlformats.org/officeDocument/2006/relationships/image" Target="../media/image84.svg"/><Relationship Id="rId10" Type="http://schemas.openxmlformats.org/officeDocument/2006/relationships/image" Target="../media/image5.png"/><Relationship Id="rId4" Type="http://schemas.openxmlformats.org/officeDocument/2006/relationships/image" Target="../media/image83.png"/><Relationship Id="rId9" Type="http://schemas.openxmlformats.org/officeDocument/2006/relationships/image" Target="../media/image88.sv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7" Type="http://schemas.openxmlformats.org/officeDocument/2006/relationships/image" Target="../media/image17.svg"/><Relationship Id="rId2" Type="http://schemas.openxmlformats.org/officeDocument/2006/relationships/image" Target="../media/image56.png"/><Relationship Id="rId1" Type="http://schemas.openxmlformats.org/officeDocument/2006/relationships/slideMaster" Target="../slideMasters/slideMaster12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svg"/><Relationship Id="rId13" Type="http://schemas.openxmlformats.org/officeDocument/2006/relationships/image" Target="../media/image5.png"/><Relationship Id="rId3" Type="http://schemas.openxmlformats.org/officeDocument/2006/relationships/image" Target="../media/image56.png"/><Relationship Id="rId7" Type="http://schemas.openxmlformats.org/officeDocument/2006/relationships/image" Target="../media/image68.png"/><Relationship Id="rId12" Type="http://schemas.openxmlformats.org/officeDocument/2006/relationships/image" Target="../media/image86.svg"/><Relationship Id="rId2" Type="http://schemas.openxmlformats.org/officeDocument/2006/relationships/image" Target="../media/image89.jpg"/><Relationship Id="rId16" Type="http://schemas.openxmlformats.org/officeDocument/2006/relationships/image" Target="../media/image8.svg"/><Relationship Id="rId1" Type="http://schemas.openxmlformats.org/officeDocument/2006/relationships/slideMaster" Target="../slideMasters/slideMaster12.xml"/><Relationship Id="rId6" Type="http://schemas.openxmlformats.org/officeDocument/2006/relationships/image" Target="../media/image88.svg"/><Relationship Id="rId11" Type="http://schemas.openxmlformats.org/officeDocument/2006/relationships/image" Target="../media/image85.png"/><Relationship Id="rId5" Type="http://schemas.openxmlformats.org/officeDocument/2006/relationships/image" Target="../media/image87.png"/><Relationship Id="rId15" Type="http://schemas.openxmlformats.org/officeDocument/2006/relationships/image" Target="../media/image7.png"/><Relationship Id="rId10" Type="http://schemas.openxmlformats.org/officeDocument/2006/relationships/image" Target="../media/image91.svg"/><Relationship Id="rId4" Type="http://schemas.openxmlformats.org/officeDocument/2006/relationships/image" Target="../media/image57.svg"/><Relationship Id="rId9" Type="http://schemas.openxmlformats.org/officeDocument/2006/relationships/image" Target="../media/image90.png"/><Relationship Id="rId14" Type="http://schemas.openxmlformats.org/officeDocument/2006/relationships/image" Target="../media/image6.svg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7" Type="http://schemas.openxmlformats.org/officeDocument/2006/relationships/image" Target="../media/image8.svg"/><Relationship Id="rId2" Type="http://schemas.openxmlformats.org/officeDocument/2006/relationships/image" Target="../media/image56.png"/><Relationship Id="rId1" Type="http://schemas.openxmlformats.org/officeDocument/2006/relationships/slideMaster" Target="../slideMasters/slideMaster1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7" Type="http://schemas.openxmlformats.org/officeDocument/2006/relationships/image" Target="../media/image8.svg"/><Relationship Id="rId2" Type="http://schemas.openxmlformats.org/officeDocument/2006/relationships/image" Target="../media/image56.png"/><Relationship Id="rId1" Type="http://schemas.openxmlformats.org/officeDocument/2006/relationships/slideMaster" Target="../slideMasters/slideMaster1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93.svg"/><Relationship Id="rId7" Type="http://schemas.openxmlformats.org/officeDocument/2006/relationships/image" Target="../media/image17.svg"/><Relationship Id="rId2" Type="http://schemas.openxmlformats.org/officeDocument/2006/relationships/image" Target="../media/image92.png"/><Relationship Id="rId1" Type="http://schemas.openxmlformats.org/officeDocument/2006/relationships/slideMaster" Target="../slideMasters/slideMaster12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6.svg"/><Relationship Id="rId3" Type="http://schemas.openxmlformats.org/officeDocument/2006/relationships/image" Target="../media/image95.svg"/><Relationship Id="rId7" Type="http://schemas.openxmlformats.org/officeDocument/2006/relationships/image" Target="../media/image91.svg"/><Relationship Id="rId12" Type="http://schemas.openxmlformats.org/officeDocument/2006/relationships/image" Target="../media/image5.png"/><Relationship Id="rId2" Type="http://schemas.openxmlformats.org/officeDocument/2006/relationships/image" Target="../media/image94.png"/><Relationship Id="rId1" Type="http://schemas.openxmlformats.org/officeDocument/2006/relationships/slideMaster" Target="../slideMasters/slideMaster12.xml"/><Relationship Id="rId6" Type="http://schemas.openxmlformats.org/officeDocument/2006/relationships/image" Target="../media/image90.png"/><Relationship Id="rId11" Type="http://schemas.openxmlformats.org/officeDocument/2006/relationships/image" Target="../media/image86.svg"/><Relationship Id="rId5" Type="http://schemas.openxmlformats.org/officeDocument/2006/relationships/image" Target="../media/image97.svg"/><Relationship Id="rId15" Type="http://schemas.openxmlformats.org/officeDocument/2006/relationships/image" Target="../media/image8.svg"/><Relationship Id="rId10" Type="http://schemas.openxmlformats.org/officeDocument/2006/relationships/image" Target="../media/image85.png"/><Relationship Id="rId4" Type="http://schemas.openxmlformats.org/officeDocument/2006/relationships/image" Target="../media/image96.png"/><Relationship Id="rId9" Type="http://schemas.openxmlformats.org/officeDocument/2006/relationships/image" Target="../media/image69.svg"/><Relationship Id="rId14" Type="http://schemas.openxmlformats.org/officeDocument/2006/relationships/image" Target="../media/image7.pn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svg"/><Relationship Id="rId7" Type="http://schemas.openxmlformats.org/officeDocument/2006/relationships/image" Target="../media/image8.svg"/><Relationship Id="rId2" Type="http://schemas.openxmlformats.org/officeDocument/2006/relationships/image" Target="../media/image98.png"/><Relationship Id="rId1" Type="http://schemas.openxmlformats.org/officeDocument/2006/relationships/slideMaster" Target="../slideMasters/slideMaster1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01.svg"/><Relationship Id="rId7" Type="http://schemas.openxmlformats.org/officeDocument/2006/relationships/image" Target="../media/image6.svg"/><Relationship Id="rId2" Type="http://schemas.openxmlformats.org/officeDocument/2006/relationships/image" Target="../media/image100.png"/><Relationship Id="rId1" Type="http://schemas.openxmlformats.org/officeDocument/2006/relationships/slideMaster" Target="../slideMasters/slideMaster12.xml"/><Relationship Id="rId6" Type="http://schemas.openxmlformats.org/officeDocument/2006/relationships/image" Target="../media/image5.png"/><Relationship Id="rId5" Type="http://schemas.openxmlformats.org/officeDocument/2006/relationships/image" Target="../media/image69.svg"/><Relationship Id="rId4" Type="http://schemas.openxmlformats.org/officeDocument/2006/relationships/image" Target="../media/image68.png"/><Relationship Id="rId9" Type="http://schemas.openxmlformats.org/officeDocument/2006/relationships/image" Target="../media/image8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ерый с фото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Frame 2087329409">
            <a:extLst>
              <a:ext uri="{FF2B5EF4-FFF2-40B4-BE49-F238E27FC236}">
                <a16:creationId xmlns:a16="http://schemas.microsoft.com/office/drawing/2014/main" id="{2A9BF3D5-A545-2F55-E03C-CEBB47CEC1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37260" y="8829675"/>
            <a:ext cx="2200275" cy="504825"/>
          </a:xfrm>
          <a:prstGeom prst="rect">
            <a:avLst/>
          </a:prstGeom>
        </p:spPr>
      </p:pic>
      <p:pic>
        <p:nvPicPr>
          <p:cNvPr id="7" name="Frame 2087329418">
            <a:extLst>
              <a:ext uri="{FF2B5EF4-FFF2-40B4-BE49-F238E27FC236}">
                <a16:creationId xmlns:a16="http://schemas.microsoft.com/office/drawing/2014/main" id="{7A8061C8-008D-9515-365F-5995E5B5E04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213735" y="8829675"/>
            <a:ext cx="1143000" cy="504825"/>
          </a:xfrm>
          <a:prstGeom prst="rect">
            <a:avLst/>
          </a:prstGeom>
        </p:spPr>
      </p:pic>
      <p:sp>
        <p:nvSpPr>
          <p:cNvPr id="8" name="Заголовок 12">
            <a:extLst>
              <a:ext uri="{FF2B5EF4-FFF2-40B4-BE49-F238E27FC236}">
                <a16:creationId xmlns:a16="http://schemas.microsoft.com/office/drawing/2014/main" id="{63F47275-F98C-EE3E-D866-9398293100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7260" y="5384119"/>
            <a:ext cx="8206740" cy="1595437"/>
          </a:xfrm>
        </p:spPr>
        <p:txBody>
          <a:bodyPr anchor="t"/>
          <a:lstStyle>
            <a:lvl1pPr algn="l">
              <a:defRPr/>
            </a:lvl1pPr>
          </a:lstStyle>
          <a:p>
            <a:r>
              <a:rPr lang="ru-RU" dirty="0"/>
              <a:t>Заголовок в две строки</a:t>
            </a:r>
          </a:p>
        </p:txBody>
      </p:sp>
      <p:sp>
        <p:nvSpPr>
          <p:cNvPr id="10" name="Текст 18">
            <a:extLst>
              <a:ext uri="{FF2B5EF4-FFF2-40B4-BE49-F238E27FC236}">
                <a16:creationId xmlns:a16="http://schemas.microsoft.com/office/drawing/2014/main" id="{FD2CFEA0-8061-863B-2857-1FB9F17209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7260" y="7208156"/>
            <a:ext cx="8206740" cy="914400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темы или содержания презентации в две строки</a:t>
            </a:r>
          </a:p>
        </p:txBody>
      </p:sp>
      <p:sp>
        <p:nvSpPr>
          <p:cNvPr id="11" name="Нижний колонтитул 19">
            <a:extLst>
              <a:ext uri="{FF2B5EF4-FFF2-40B4-BE49-F238E27FC236}">
                <a16:creationId xmlns:a16="http://schemas.microsoft.com/office/drawing/2014/main" id="{C3DC19F8-B389-968A-7739-5D41697D080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937260" y="8829675"/>
            <a:ext cx="2182695" cy="504825"/>
          </a:xfrm>
          <a:prstGeom prst="rect">
            <a:avLst/>
          </a:prstGeom>
        </p:spPr>
        <p:txBody>
          <a:bodyPr/>
          <a:lstStyle>
            <a:lvl1pPr algn="ctr">
              <a:defRPr sz="1800" b="0" i="0">
                <a:solidFill>
                  <a:schemeClr val="tx1">
                    <a:lumMod val="75000"/>
                    <a:lumOff val="25000"/>
                  </a:schemeClr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/>
              <a:t>ДИТ Москвы</a:t>
            </a:r>
            <a:endParaRPr lang="ru-RU" dirty="0"/>
          </a:p>
        </p:txBody>
      </p:sp>
      <p:sp>
        <p:nvSpPr>
          <p:cNvPr id="12" name="Текст 22">
            <a:extLst>
              <a:ext uri="{FF2B5EF4-FFF2-40B4-BE49-F238E27FC236}">
                <a16:creationId xmlns:a16="http://schemas.microsoft.com/office/drawing/2014/main" id="{BF217EF4-2C7F-045B-A8FB-3B69952266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13100" y="8829675"/>
            <a:ext cx="1143000" cy="504825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2026</a:t>
            </a:r>
          </a:p>
        </p:txBody>
      </p:sp>
      <p:sp>
        <p:nvSpPr>
          <p:cNvPr id="14" name="Рисунок 3">
            <a:extLst>
              <a:ext uri="{FF2B5EF4-FFF2-40B4-BE49-F238E27FC236}">
                <a16:creationId xmlns:a16="http://schemas.microsoft.com/office/drawing/2014/main" id="{C8ED52B3-B851-8434-1F88-FEB0F60818A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43700" y="952500"/>
            <a:ext cx="1922462" cy="714375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1EE82107-1B5E-335D-DCC6-BCDA119D56E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36625" y="952500"/>
            <a:ext cx="1857375" cy="714375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8" name="Текст 16">
            <a:extLst>
              <a:ext uri="{FF2B5EF4-FFF2-40B4-BE49-F238E27FC236}">
                <a16:creationId xmlns:a16="http://schemas.microsoft.com/office/drawing/2014/main" id="{9D08BC58-3F3D-2704-AC96-227428615B8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25189" y="952500"/>
            <a:ext cx="2293191" cy="714375"/>
          </a:xfr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3" name="Рисунок 16">
            <a:extLst>
              <a:ext uri="{FF2B5EF4-FFF2-40B4-BE49-F238E27FC236}">
                <a16:creationId xmlns:a16="http://schemas.microsoft.com/office/drawing/2014/main" id="{4C046D24-6414-268F-0DCC-348187C282A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329937" y="0"/>
            <a:ext cx="8945598" cy="10287000"/>
          </a:xfrm>
          <a:custGeom>
            <a:avLst/>
            <a:gdLst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0 w 8943975"/>
              <a:gd name="connsiteY3" fmla="*/ 10287000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0 w 8943975"/>
              <a:gd name="connsiteY3" fmla="*/ 8229600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0 w 8943975"/>
              <a:gd name="connsiteY3" fmla="*/ 8229600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0 w 8943975"/>
              <a:gd name="connsiteY3" fmla="*/ 8229600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0 w 8943975"/>
              <a:gd name="connsiteY3" fmla="*/ 8229600 h 10287000"/>
              <a:gd name="connsiteX4" fmla="*/ 0 w 8943975"/>
              <a:gd name="connsiteY4" fmla="*/ 0 h 10287000"/>
              <a:gd name="connsiteX0" fmla="*/ 0 w 8944130"/>
              <a:gd name="connsiteY0" fmla="*/ 0 h 10287000"/>
              <a:gd name="connsiteX1" fmla="*/ 8943975 w 8944130"/>
              <a:gd name="connsiteY1" fmla="*/ 0 h 10287000"/>
              <a:gd name="connsiteX2" fmla="*/ 8943975 w 8944130"/>
              <a:gd name="connsiteY2" fmla="*/ 10287000 h 10287000"/>
              <a:gd name="connsiteX3" fmla="*/ 0 w 8944130"/>
              <a:gd name="connsiteY3" fmla="*/ 8229600 h 10287000"/>
              <a:gd name="connsiteX4" fmla="*/ 0 w 8944130"/>
              <a:gd name="connsiteY4" fmla="*/ 0 h 10287000"/>
              <a:gd name="connsiteX0" fmla="*/ 0 w 8944130"/>
              <a:gd name="connsiteY0" fmla="*/ 0 h 10287000"/>
              <a:gd name="connsiteX1" fmla="*/ 8943975 w 8944130"/>
              <a:gd name="connsiteY1" fmla="*/ 0 h 10287000"/>
              <a:gd name="connsiteX2" fmla="*/ 8943975 w 8944130"/>
              <a:gd name="connsiteY2" fmla="*/ 10287000 h 10287000"/>
              <a:gd name="connsiteX3" fmla="*/ 0 w 8944130"/>
              <a:gd name="connsiteY3" fmla="*/ 8546123 h 10287000"/>
              <a:gd name="connsiteX4" fmla="*/ 0 w 8944130"/>
              <a:gd name="connsiteY4" fmla="*/ 0 h 10287000"/>
              <a:gd name="connsiteX0" fmla="*/ 51125 w 8995257"/>
              <a:gd name="connsiteY0" fmla="*/ 0 h 10287000"/>
              <a:gd name="connsiteX1" fmla="*/ 8995100 w 8995257"/>
              <a:gd name="connsiteY1" fmla="*/ 0 h 10287000"/>
              <a:gd name="connsiteX2" fmla="*/ 8995100 w 8995257"/>
              <a:gd name="connsiteY2" fmla="*/ 10287000 h 10287000"/>
              <a:gd name="connsiteX3" fmla="*/ 51125 w 8995257"/>
              <a:gd name="connsiteY3" fmla="*/ 8546123 h 10287000"/>
              <a:gd name="connsiteX4" fmla="*/ 51125 w 8995257"/>
              <a:gd name="connsiteY4" fmla="*/ 0 h 10287000"/>
              <a:gd name="connsiteX0" fmla="*/ 4234 w 8948364"/>
              <a:gd name="connsiteY0" fmla="*/ 0 h 10287000"/>
              <a:gd name="connsiteX1" fmla="*/ 8948209 w 8948364"/>
              <a:gd name="connsiteY1" fmla="*/ 0 h 10287000"/>
              <a:gd name="connsiteX2" fmla="*/ 8948209 w 8948364"/>
              <a:gd name="connsiteY2" fmla="*/ 10287000 h 10287000"/>
              <a:gd name="connsiteX3" fmla="*/ 4234 w 8948364"/>
              <a:gd name="connsiteY3" fmla="*/ 8546123 h 10287000"/>
              <a:gd name="connsiteX4" fmla="*/ 4234 w 8948364"/>
              <a:gd name="connsiteY4" fmla="*/ 0 h 10287000"/>
              <a:gd name="connsiteX0" fmla="*/ 0 w 8944130"/>
              <a:gd name="connsiteY0" fmla="*/ 0 h 10287000"/>
              <a:gd name="connsiteX1" fmla="*/ 8943975 w 8944130"/>
              <a:gd name="connsiteY1" fmla="*/ 0 h 10287000"/>
              <a:gd name="connsiteX2" fmla="*/ 8943975 w 8944130"/>
              <a:gd name="connsiteY2" fmla="*/ 10287000 h 10287000"/>
              <a:gd name="connsiteX3" fmla="*/ 17585 w 8944130"/>
              <a:gd name="connsiteY3" fmla="*/ 8159261 h 10287000"/>
              <a:gd name="connsiteX4" fmla="*/ 0 w 8944130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17585 w 8943975"/>
              <a:gd name="connsiteY3" fmla="*/ 8159261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17585 w 8943975"/>
              <a:gd name="connsiteY3" fmla="*/ 8159261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17585 w 8943975"/>
              <a:gd name="connsiteY3" fmla="*/ 7139353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17585 w 8943975"/>
              <a:gd name="connsiteY3" fmla="*/ 7139353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17585 w 8943975"/>
              <a:gd name="connsiteY3" fmla="*/ 7139353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35169 w 8943975"/>
              <a:gd name="connsiteY3" fmla="*/ 6295291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35169 w 8943975"/>
              <a:gd name="connsiteY3" fmla="*/ 6295291 h 10287000"/>
              <a:gd name="connsiteX4" fmla="*/ 0 w 8943975"/>
              <a:gd name="connsiteY4" fmla="*/ 0 h 10287000"/>
              <a:gd name="connsiteX0" fmla="*/ 850 w 8944825"/>
              <a:gd name="connsiteY0" fmla="*/ 0 h 10287000"/>
              <a:gd name="connsiteX1" fmla="*/ 8944825 w 8944825"/>
              <a:gd name="connsiteY1" fmla="*/ 0 h 10287000"/>
              <a:gd name="connsiteX2" fmla="*/ 8944825 w 8944825"/>
              <a:gd name="connsiteY2" fmla="*/ 10287000 h 10287000"/>
              <a:gd name="connsiteX3" fmla="*/ 36019 w 8944825"/>
              <a:gd name="connsiteY3" fmla="*/ 6295291 h 10287000"/>
              <a:gd name="connsiteX4" fmla="*/ 850 w 8944825"/>
              <a:gd name="connsiteY4" fmla="*/ 0 h 10287000"/>
              <a:gd name="connsiteX0" fmla="*/ 8146 w 8952121"/>
              <a:gd name="connsiteY0" fmla="*/ 0 h 10287000"/>
              <a:gd name="connsiteX1" fmla="*/ 8952121 w 8952121"/>
              <a:gd name="connsiteY1" fmla="*/ 0 h 10287000"/>
              <a:gd name="connsiteX2" fmla="*/ 8952121 w 8952121"/>
              <a:gd name="connsiteY2" fmla="*/ 10287000 h 10287000"/>
              <a:gd name="connsiteX3" fmla="*/ 25730 w 8952121"/>
              <a:gd name="connsiteY3" fmla="*/ 7139352 h 10287000"/>
              <a:gd name="connsiteX4" fmla="*/ 8146 w 8952121"/>
              <a:gd name="connsiteY4" fmla="*/ 0 h 10287000"/>
              <a:gd name="connsiteX0" fmla="*/ 8146 w 8952121"/>
              <a:gd name="connsiteY0" fmla="*/ 0 h 10287000"/>
              <a:gd name="connsiteX1" fmla="*/ 8952121 w 8952121"/>
              <a:gd name="connsiteY1" fmla="*/ 0 h 10287000"/>
              <a:gd name="connsiteX2" fmla="*/ 8952121 w 8952121"/>
              <a:gd name="connsiteY2" fmla="*/ 10287000 h 10287000"/>
              <a:gd name="connsiteX3" fmla="*/ 25730 w 8952121"/>
              <a:gd name="connsiteY3" fmla="*/ 7139352 h 10287000"/>
              <a:gd name="connsiteX4" fmla="*/ 8146 w 8952121"/>
              <a:gd name="connsiteY4" fmla="*/ 0 h 10287000"/>
              <a:gd name="connsiteX0" fmla="*/ 8146 w 8952121"/>
              <a:gd name="connsiteY0" fmla="*/ 0 h 10287000"/>
              <a:gd name="connsiteX1" fmla="*/ 8952121 w 8952121"/>
              <a:gd name="connsiteY1" fmla="*/ 0 h 10287000"/>
              <a:gd name="connsiteX2" fmla="*/ 8952121 w 8952121"/>
              <a:gd name="connsiteY2" fmla="*/ 10287000 h 10287000"/>
              <a:gd name="connsiteX3" fmla="*/ 25730 w 8952121"/>
              <a:gd name="connsiteY3" fmla="*/ 6488721 h 10287000"/>
              <a:gd name="connsiteX4" fmla="*/ 8146 w 8952121"/>
              <a:gd name="connsiteY4" fmla="*/ 0 h 10287000"/>
              <a:gd name="connsiteX0" fmla="*/ 1623 w 8945598"/>
              <a:gd name="connsiteY0" fmla="*/ 0 h 10287000"/>
              <a:gd name="connsiteX1" fmla="*/ 8945598 w 8945598"/>
              <a:gd name="connsiteY1" fmla="*/ 0 h 10287000"/>
              <a:gd name="connsiteX2" fmla="*/ 8945598 w 8945598"/>
              <a:gd name="connsiteY2" fmla="*/ 10287000 h 10287000"/>
              <a:gd name="connsiteX3" fmla="*/ 19207 w 8945598"/>
              <a:gd name="connsiteY3" fmla="*/ 6488721 h 10287000"/>
              <a:gd name="connsiteX4" fmla="*/ 1623 w 8945598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45598" h="10287000">
                <a:moveTo>
                  <a:pt x="1623" y="0"/>
                </a:moveTo>
                <a:lnTo>
                  <a:pt x="8945598" y="0"/>
                </a:lnTo>
                <a:lnTo>
                  <a:pt x="8945598" y="10287000"/>
                </a:lnTo>
                <a:cubicBezTo>
                  <a:pt x="7634812" y="8581292"/>
                  <a:pt x="46317" y="11148646"/>
                  <a:pt x="19207" y="6488721"/>
                </a:cubicBezTo>
                <a:cubicBezTo>
                  <a:pt x="-7903" y="1828796"/>
                  <a:pt x="1623" y="2848708"/>
                  <a:pt x="1623" y="0"/>
                </a:cubicBezTo>
                <a:close/>
              </a:path>
            </a:pathLst>
          </a:custGeom>
          <a:blipFill>
            <a:blip r:embed="rId10"/>
            <a:stretch>
              <a:fillRect l="-29344" r="-75092"/>
            </a:stretch>
          </a:blipFill>
          <a:scene3d>
            <a:camera prst="orthographicFront"/>
            <a:lightRig rig="threePt" dir="t"/>
          </a:scene3d>
          <a:sp3d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ru-RU" dirty="0"/>
              <a:t> 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расный с фото">
    <p:bg>
      <p:bgPr>
        <a:solidFill>
          <a:srgbClr val="FF25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31E684B5-33D2-A3FB-A5D8-F7F0CCFF45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7260" y="5384119"/>
            <a:ext cx="8206740" cy="1595437"/>
          </a:xfrm>
        </p:spPr>
        <p:txBody>
          <a:bodyPr anchor="t"/>
          <a:lstStyle>
            <a:lvl1pPr algn="l">
              <a:defRPr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 dirty="0"/>
              <a:t>Заголовок в две строки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F78FE1B5-C685-96FF-743D-30117E8A4A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7260" y="7208156"/>
            <a:ext cx="8206740" cy="914400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темы или содержания презентации в две строки</a:t>
            </a:r>
          </a:p>
        </p:txBody>
      </p:sp>
      <p:pic>
        <p:nvPicPr>
          <p:cNvPr id="3" name="Frame 2087329409" descr="preencoded.png">
            <a:extLst>
              <a:ext uri="{FF2B5EF4-FFF2-40B4-BE49-F238E27FC236}">
                <a16:creationId xmlns:a16="http://schemas.microsoft.com/office/drawing/2014/main" id="{A20D62C3-29B7-7363-D9EE-E312859A6B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57263" y="8829675"/>
            <a:ext cx="2200275" cy="504825"/>
          </a:xfrm>
          <a:prstGeom prst="rect">
            <a:avLst/>
          </a:prstGeom>
        </p:spPr>
      </p:pic>
      <p:pic>
        <p:nvPicPr>
          <p:cNvPr id="7" name="Frame 2087329418" descr="preencoded.png">
            <a:extLst>
              <a:ext uri="{FF2B5EF4-FFF2-40B4-BE49-F238E27FC236}">
                <a16:creationId xmlns:a16="http://schemas.microsoft.com/office/drawing/2014/main" id="{321D929E-FCA8-E971-93B8-17DC430BCA7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233738" y="8829675"/>
            <a:ext cx="1143000" cy="504825"/>
          </a:xfrm>
          <a:prstGeom prst="rect">
            <a:avLst/>
          </a:prstGeom>
        </p:spPr>
      </p:pic>
      <p:sp>
        <p:nvSpPr>
          <p:cNvPr id="12" name="Нижний колонтитул 19">
            <a:extLst>
              <a:ext uri="{FF2B5EF4-FFF2-40B4-BE49-F238E27FC236}">
                <a16:creationId xmlns:a16="http://schemas.microsoft.com/office/drawing/2014/main" id="{E643BBAA-013D-E8B2-3484-E030E2236CF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937260" y="8829675"/>
            <a:ext cx="2182695" cy="504825"/>
          </a:xfrm>
          <a:prstGeom prst="rect">
            <a:avLst/>
          </a:prstGeom>
        </p:spPr>
        <p:txBody>
          <a:bodyPr/>
          <a:lstStyle>
            <a:lvl1pPr algn="ctr">
              <a:defRPr sz="18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/>
              <a:t>ДИТ Москвы</a:t>
            </a:r>
            <a:endParaRPr lang="ru-RU" dirty="0"/>
          </a:p>
        </p:txBody>
      </p:sp>
      <p:sp>
        <p:nvSpPr>
          <p:cNvPr id="14" name="Текст 22">
            <a:extLst>
              <a:ext uri="{FF2B5EF4-FFF2-40B4-BE49-F238E27FC236}">
                <a16:creationId xmlns:a16="http://schemas.microsoft.com/office/drawing/2014/main" id="{5641CA93-A7FB-5555-502B-42D8CCF6EE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13100" y="8829675"/>
            <a:ext cx="1143000" cy="504825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2026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D46FE1F7-CC4E-480F-4852-86F0215B10F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43700" y="952500"/>
            <a:ext cx="1922462" cy="714375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Текст 16">
            <a:extLst>
              <a:ext uri="{FF2B5EF4-FFF2-40B4-BE49-F238E27FC236}">
                <a16:creationId xmlns:a16="http://schemas.microsoft.com/office/drawing/2014/main" id="{6C7C21A9-6830-8A13-D643-B74BEF4289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36625" y="952500"/>
            <a:ext cx="1857375" cy="714375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9" name="Текст 16">
            <a:extLst>
              <a:ext uri="{FF2B5EF4-FFF2-40B4-BE49-F238E27FC236}">
                <a16:creationId xmlns:a16="http://schemas.microsoft.com/office/drawing/2014/main" id="{AD9F876B-E398-B32F-3142-3C4AE3446FA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25189" y="952500"/>
            <a:ext cx="2293191" cy="714375"/>
          </a:xfr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2" name="Рисунок 16">
            <a:extLst>
              <a:ext uri="{FF2B5EF4-FFF2-40B4-BE49-F238E27FC236}">
                <a16:creationId xmlns:a16="http://schemas.microsoft.com/office/drawing/2014/main" id="{A72E00CC-DEA5-D757-0CB8-16A5F32A064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329937" y="0"/>
            <a:ext cx="8945598" cy="10287000"/>
          </a:xfrm>
          <a:custGeom>
            <a:avLst/>
            <a:gdLst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0 w 8943975"/>
              <a:gd name="connsiteY3" fmla="*/ 10287000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0 w 8943975"/>
              <a:gd name="connsiteY3" fmla="*/ 8229600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0 w 8943975"/>
              <a:gd name="connsiteY3" fmla="*/ 8229600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0 w 8943975"/>
              <a:gd name="connsiteY3" fmla="*/ 8229600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0 w 8943975"/>
              <a:gd name="connsiteY3" fmla="*/ 8229600 h 10287000"/>
              <a:gd name="connsiteX4" fmla="*/ 0 w 8943975"/>
              <a:gd name="connsiteY4" fmla="*/ 0 h 10287000"/>
              <a:gd name="connsiteX0" fmla="*/ 0 w 8944130"/>
              <a:gd name="connsiteY0" fmla="*/ 0 h 10287000"/>
              <a:gd name="connsiteX1" fmla="*/ 8943975 w 8944130"/>
              <a:gd name="connsiteY1" fmla="*/ 0 h 10287000"/>
              <a:gd name="connsiteX2" fmla="*/ 8943975 w 8944130"/>
              <a:gd name="connsiteY2" fmla="*/ 10287000 h 10287000"/>
              <a:gd name="connsiteX3" fmla="*/ 0 w 8944130"/>
              <a:gd name="connsiteY3" fmla="*/ 8229600 h 10287000"/>
              <a:gd name="connsiteX4" fmla="*/ 0 w 8944130"/>
              <a:gd name="connsiteY4" fmla="*/ 0 h 10287000"/>
              <a:gd name="connsiteX0" fmla="*/ 0 w 8944130"/>
              <a:gd name="connsiteY0" fmla="*/ 0 h 10287000"/>
              <a:gd name="connsiteX1" fmla="*/ 8943975 w 8944130"/>
              <a:gd name="connsiteY1" fmla="*/ 0 h 10287000"/>
              <a:gd name="connsiteX2" fmla="*/ 8943975 w 8944130"/>
              <a:gd name="connsiteY2" fmla="*/ 10287000 h 10287000"/>
              <a:gd name="connsiteX3" fmla="*/ 0 w 8944130"/>
              <a:gd name="connsiteY3" fmla="*/ 8546123 h 10287000"/>
              <a:gd name="connsiteX4" fmla="*/ 0 w 8944130"/>
              <a:gd name="connsiteY4" fmla="*/ 0 h 10287000"/>
              <a:gd name="connsiteX0" fmla="*/ 51125 w 8995257"/>
              <a:gd name="connsiteY0" fmla="*/ 0 h 10287000"/>
              <a:gd name="connsiteX1" fmla="*/ 8995100 w 8995257"/>
              <a:gd name="connsiteY1" fmla="*/ 0 h 10287000"/>
              <a:gd name="connsiteX2" fmla="*/ 8995100 w 8995257"/>
              <a:gd name="connsiteY2" fmla="*/ 10287000 h 10287000"/>
              <a:gd name="connsiteX3" fmla="*/ 51125 w 8995257"/>
              <a:gd name="connsiteY3" fmla="*/ 8546123 h 10287000"/>
              <a:gd name="connsiteX4" fmla="*/ 51125 w 8995257"/>
              <a:gd name="connsiteY4" fmla="*/ 0 h 10287000"/>
              <a:gd name="connsiteX0" fmla="*/ 4234 w 8948364"/>
              <a:gd name="connsiteY0" fmla="*/ 0 h 10287000"/>
              <a:gd name="connsiteX1" fmla="*/ 8948209 w 8948364"/>
              <a:gd name="connsiteY1" fmla="*/ 0 h 10287000"/>
              <a:gd name="connsiteX2" fmla="*/ 8948209 w 8948364"/>
              <a:gd name="connsiteY2" fmla="*/ 10287000 h 10287000"/>
              <a:gd name="connsiteX3" fmla="*/ 4234 w 8948364"/>
              <a:gd name="connsiteY3" fmla="*/ 8546123 h 10287000"/>
              <a:gd name="connsiteX4" fmla="*/ 4234 w 8948364"/>
              <a:gd name="connsiteY4" fmla="*/ 0 h 10287000"/>
              <a:gd name="connsiteX0" fmla="*/ 0 w 8944130"/>
              <a:gd name="connsiteY0" fmla="*/ 0 h 10287000"/>
              <a:gd name="connsiteX1" fmla="*/ 8943975 w 8944130"/>
              <a:gd name="connsiteY1" fmla="*/ 0 h 10287000"/>
              <a:gd name="connsiteX2" fmla="*/ 8943975 w 8944130"/>
              <a:gd name="connsiteY2" fmla="*/ 10287000 h 10287000"/>
              <a:gd name="connsiteX3" fmla="*/ 17585 w 8944130"/>
              <a:gd name="connsiteY3" fmla="*/ 8159261 h 10287000"/>
              <a:gd name="connsiteX4" fmla="*/ 0 w 8944130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17585 w 8943975"/>
              <a:gd name="connsiteY3" fmla="*/ 8159261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17585 w 8943975"/>
              <a:gd name="connsiteY3" fmla="*/ 8159261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17585 w 8943975"/>
              <a:gd name="connsiteY3" fmla="*/ 7139353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17585 w 8943975"/>
              <a:gd name="connsiteY3" fmla="*/ 7139353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17585 w 8943975"/>
              <a:gd name="connsiteY3" fmla="*/ 7139353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35169 w 8943975"/>
              <a:gd name="connsiteY3" fmla="*/ 6295291 h 10287000"/>
              <a:gd name="connsiteX4" fmla="*/ 0 w 8943975"/>
              <a:gd name="connsiteY4" fmla="*/ 0 h 10287000"/>
              <a:gd name="connsiteX0" fmla="*/ 0 w 8943975"/>
              <a:gd name="connsiteY0" fmla="*/ 0 h 10287000"/>
              <a:gd name="connsiteX1" fmla="*/ 8943975 w 8943975"/>
              <a:gd name="connsiteY1" fmla="*/ 0 h 10287000"/>
              <a:gd name="connsiteX2" fmla="*/ 8943975 w 8943975"/>
              <a:gd name="connsiteY2" fmla="*/ 10287000 h 10287000"/>
              <a:gd name="connsiteX3" fmla="*/ 35169 w 8943975"/>
              <a:gd name="connsiteY3" fmla="*/ 6295291 h 10287000"/>
              <a:gd name="connsiteX4" fmla="*/ 0 w 8943975"/>
              <a:gd name="connsiteY4" fmla="*/ 0 h 10287000"/>
              <a:gd name="connsiteX0" fmla="*/ 850 w 8944825"/>
              <a:gd name="connsiteY0" fmla="*/ 0 h 10287000"/>
              <a:gd name="connsiteX1" fmla="*/ 8944825 w 8944825"/>
              <a:gd name="connsiteY1" fmla="*/ 0 h 10287000"/>
              <a:gd name="connsiteX2" fmla="*/ 8944825 w 8944825"/>
              <a:gd name="connsiteY2" fmla="*/ 10287000 h 10287000"/>
              <a:gd name="connsiteX3" fmla="*/ 36019 w 8944825"/>
              <a:gd name="connsiteY3" fmla="*/ 6295291 h 10287000"/>
              <a:gd name="connsiteX4" fmla="*/ 850 w 8944825"/>
              <a:gd name="connsiteY4" fmla="*/ 0 h 10287000"/>
              <a:gd name="connsiteX0" fmla="*/ 8146 w 8952121"/>
              <a:gd name="connsiteY0" fmla="*/ 0 h 10287000"/>
              <a:gd name="connsiteX1" fmla="*/ 8952121 w 8952121"/>
              <a:gd name="connsiteY1" fmla="*/ 0 h 10287000"/>
              <a:gd name="connsiteX2" fmla="*/ 8952121 w 8952121"/>
              <a:gd name="connsiteY2" fmla="*/ 10287000 h 10287000"/>
              <a:gd name="connsiteX3" fmla="*/ 25730 w 8952121"/>
              <a:gd name="connsiteY3" fmla="*/ 7139352 h 10287000"/>
              <a:gd name="connsiteX4" fmla="*/ 8146 w 8952121"/>
              <a:gd name="connsiteY4" fmla="*/ 0 h 10287000"/>
              <a:gd name="connsiteX0" fmla="*/ 8146 w 8952121"/>
              <a:gd name="connsiteY0" fmla="*/ 0 h 10287000"/>
              <a:gd name="connsiteX1" fmla="*/ 8952121 w 8952121"/>
              <a:gd name="connsiteY1" fmla="*/ 0 h 10287000"/>
              <a:gd name="connsiteX2" fmla="*/ 8952121 w 8952121"/>
              <a:gd name="connsiteY2" fmla="*/ 10287000 h 10287000"/>
              <a:gd name="connsiteX3" fmla="*/ 25730 w 8952121"/>
              <a:gd name="connsiteY3" fmla="*/ 7139352 h 10287000"/>
              <a:gd name="connsiteX4" fmla="*/ 8146 w 8952121"/>
              <a:gd name="connsiteY4" fmla="*/ 0 h 10287000"/>
              <a:gd name="connsiteX0" fmla="*/ 8146 w 8952121"/>
              <a:gd name="connsiteY0" fmla="*/ 0 h 10287000"/>
              <a:gd name="connsiteX1" fmla="*/ 8952121 w 8952121"/>
              <a:gd name="connsiteY1" fmla="*/ 0 h 10287000"/>
              <a:gd name="connsiteX2" fmla="*/ 8952121 w 8952121"/>
              <a:gd name="connsiteY2" fmla="*/ 10287000 h 10287000"/>
              <a:gd name="connsiteX3" fmla="*/ 25730 w 8952121"/>
              <a:gd name="connsiteY3" fmla="*/ 6488721 h 10287000"/>
              <a:gd name="connsiteX4" fmla="*/ 8146 w 8952121"/>
              <a:gd name="connsiteY4" fmla="*/ 0 h 10287000"/>
              <a:gd name="connsiteX0" fmla="*/ 1623 w 8945598"/>
              <a:gd name="connsiteY0" fmla="*/ 0 h 10287000"/>
              <a:gd name="connsiteX1" fmla="*/ 8945598 w 8945598"/>
              <a:gd name="connsiteY1" fmla="*/ 0 h 10287000"/>
              <a:gd name="connsiteX2" fmla="*/ 8945598 w 8945598"/>
              <a:gd name="connsiteY2" fmla="*/ 10287000 h 10287000"/>
              <a:gd name="connsiteX3" fmla="*/ 19207 w 8945598"/>
              <a:gd name="connsiteY3" fmla="*/ 6488721 h 10287000"/>
              <a:gd name="connsiteX4" fmla="*/ 1623 w 8945598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45598" h="10287000">
                <a:moveTo>
                  <a:pt x="1623" y="0"/>
                </a:moveTo>
                <a:lnTo>
                  <a:pt x="8945598" y="0"/>
                </a:lnTo>
                <a:lnTo>
                  <a:pt x="8945598" y="10287000"/>
                </a:lnTo>
                <a:cubicBezTo>
                  <a:pt x="7634812" y="8581292"/>
                  <a:pt x="46317" y="11148646"/>
                  <a:pt x="19207" y="6488721"/>
                </a:cubicBezTo>
                <a:cubicBezTo>
                  <a:pt x="-7903" y="1828796"/>
                  <a:pt x="1623" y="2848708"/>
                  <a:pt x="1623" y="0"/>
                </a:cubicBezTo>
                <a:close/>
              </a:path>
            </a:pathLst>
          </a:custGeom>
          <a:blipFill>
            <a:blip r:embed="rId10"/>
            <a:stretch>
              <a:fillRect l="-29344" r="-75092"/>
            </a:stretch>
          </a:blipFill>
          <a:scene3d>
            <a:camera prst="orthographicFront"/>
            <a:lightRig rig="threePt" dir="t"/>
          </a:scene3d>
          <a:sp3d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11396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ерый с мокапами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91912D4C-FB49-97F9-75A2-C7CDFB2C766E}"/>
              </a:ext>
            </a:extLst>
          </p:cNvPr>
          <p:cNvSpPr/>
          <p:nvPr userDrawn="1"/>
        </p:nvSpPr>
        <p:spPr>
          <a:xfrm>
            <a:off x="9315110" y="0"/>
            <a:ext cx="8972890" cy="10302498"/>
          </a:xfrm>
          <a:prstGeom prst="rect">
            <a:avLst/>
          </a:prstGeom>
          <a:solidFill>
            <a:srgbClr val="F504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Рисунок SmartArt 2">
            <a:extLst>
              <a:ext uri="{FF2B5EF4-FFF2-40B4-BE49-F238E27FC236}">
                <a16:creationId xmlns:a16="http://schemas.microsoft.com/office/drawing/2014/main" id="{C733A815-935C-25B8-6AE6-958044F0E411}"/>
              </a:ext>
            </a:extLst>
          </p:cNvPr>
          <p:cNvSpPr>
            <a:spLocks noGrp="1"/>
          </p:cNvSpPr>
          <p:nvPr>
            <p:ph type="dgm" sz="quarter" idx="73" hasCustomPrompt="1"/>
          </p:nvPr>
        </p:nvSpPr>
        <p:spPr>
          <a:xfrm>
            <a:off x="9706883" y="478294"/>
            <a:ext cx="3703200" cy="7799477"/>
          </a:xfrm>
          <a:prstGeom prst="roundRect">
            <a:avLst>
              <a:gd name="adj" fmla="val 13343"/>
            </a:avLst>
          </a:prstGeom>
          <a:solidFill>
            <a:schemeClr val="tx1"/>
          </a:solidFill>
        </p:spPr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18" name="Рисунок 19">
            <a:extLst>
              <a:ext uri="{FF2B5EF4-FFF2-40B4-BE49-F238E27FC236}">
                <a16:creationId xmlns:a16="http://schemas.microsoft.com/office/drawing/2014/main" id="{71FB411C-F7FA-78FC-4D83-D777EE39FC2F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9818742" y="583804"/>
            <a:ext cx="3484038" cy="7573582"/>
          </a:xfrm>
          <a:prstGeom prst="roundRect">
            <a:avLst>
              <a:gd name="adj" fmla="val 10610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91302559-B937-824C-F54F-7A535664C9AD}"/>
              </a:ext>
            </a:extLst>
          </p:cNvPr>
          <p:cNvSpPr/>
          <p:nvPr userDrawn="1"/>
        </p:nvSpPr>
        <p:spPr>
          <a:xfrm>
            <a:off x="10954321" y="8111667"/>
            <a:ext cx="1229241" cy="457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D9456C9-702E-7CAD-928F-672423E1DB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7530" y="7253206"/>
            <a:ext cx="8990470" cy="3049292"/>
          </a:xfrm>
          <a:prstGeom prst="rect">
            <a:avLst/>
          </a:prstGeom>
        </p:spPr>
      </p:pic>
      <p:pic>
        <p:nvPicPr>
          <p:cNvPr id="5" name="Frame 2087329409">
            <a:extLst>
              <a:ext uri="{FF2B5EF4-FFF2-40B4-BE49-F238E27FC236}">
                <a16:creationId xmlns:a16="http://schemas.microsoft.com/office/drawing/2014/main" id="{13F8C6DF-F5C6-D384-BAF2-A4F03CD2D72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37260" y="8829675"/>
            <a:ext cx="2200275" cy="504825"/>
          </a:xfrm>
          <a:prstGeom prst="rect">
            <a:avLst/>
          </a:prstGeom>
        </p:spPr>
      </p:pic>
      <p:pic>
        <p:nvPicPr>
          <p:cNvPr id="6" name="Frame 2087329418">
            <a:extLst>
              <a:ext uri="{FF2B5EF4-FFF2-40B4-BE49-F238E27FC236}">
                <a16:creationId xmlns:a16="http://schemas.microsoft.com/office/drawing/2014/main" id="{519249DD-9392-14AB-C61E-61760B6596C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213735" y="8829675"/>
            <a:ext cx="1143000" cy="504825"/>
          </a:xfrm>
          <a:prstGeom prst="rect">
            <a:avLst/>
          </a:prstGeom>
        </p:spPr>
      </p:pic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31E684B5-33D2-A3FB-A5D8-F7F0CCFF45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7260" y="5384119"/>
            <a:ext cx="8206740" cy="1595437"/>
          </a:xfrm>
        </p:spPr>
        <p:txBody>
          <a:bodyPr anchor="t"/>
          <a:lstStyle>
            <a:lvl1pPr algn="l">
              <a:defRPr/>
            </a:lvl1pPr>
          </a:lstStyle>
          <a:p>
            <a:r>
              <a:rPr lang="ru-RU" dirty="0"/>
              <a:t>Заголовок в две строки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F78FE1B5-C685-96FF-743D-30117E8A4A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7260" y="7208156"/>
            <a:ext cx="8206740" cy="914400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темы или содержания презентации в две строки</a:t>
            </a:r>
          </a:p>
        </p:txBody>
      </p:sp>
      <p:sp>
        <p:nvSpPr>
          <p:cNvPr id="20" name="Нижний колонтитул 19">
            <a:extLst>
              <a:ext uri="{FF2B5EF4-FFF2-40B4-BE49-F238E27FC236}">
                <a16:creationId xmlns:a16="http://schemas.microsoft.com/office/drawing/2014/main" id="{0156C3FD-8BC5-B9E7-A3F8-9697B681169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937260" y="8829675"/>
            <a:ext cx="2182695" cy="504825"/>
          </a:xfrm>
          <a:prstGeom prst="rect">
            <a:avLst/>
          </a:prstGeom>
        </p:spPr>
        <p:txBody>
          <a:bodyPr/>
          <a:lstStyle>
            <a:lvl1pPr algn="ctr">
              <a:defRPr sz="1800" b="0" i="0">
                <a:solidFill>
                  <a:schemeClr val="tx1">
                    <a:lumMod val="75000"/>
                    <a:lumOff val="25000"/>
                  </a:schemeClr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/>
              <a:t>ДИТ Москвы</a:t>
            </a:r>
            <a:endParaRPr lang="ru-RU" dirty="0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F0EDD9B6-A37B-A59C-ABA6-948705394F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13100" y="8829675"/>
            <a:ext cx="1143000" cy="504825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2026</a:t>
            </a:r>
          </a:p>
        </p:txBody>
      </p:sp>
      <p:sp>
        <p:nvSpPr>
          <p:cNvPr id="8" name="Рисунок SmartArt 7">
            <a:extLst>
              <a:ext uri="{FF2B5EF4-FFF2-40B4-BE49-F238E27FC236}">
                <a16:creationId xmlns:a16="http://schemas.microsoft.com/office/drawing/2014/main" id="{75EAB4F1-94AF-78DA-3878-37CD682F7300}"/>
              </a:ext>
            </a:extLst>
          </p:cNvPr>
          <p:cNvSpPr>
            <a:spLocks noGrp="1"/>
          </p:cNvSpPr>
          <p:nvPr>
            <p:ph type="dgm" sz="quarter" idx="74" hasCustomPrompt="1"/>
          </p:nvPr>
        </p:nvSpPr>
        <p:spPr>
          <a:xfrm>
            <a:off x="11032916" y="704846"/>
            <a:ext cx="1027113" cy="295275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>
            <a:noAutofit/>
          </a:bodyPr>
          <a:lstStyle>
            <a:lvl1pPr>
              <a:defRPr sz="4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Рисунок SmartArt 2">
            <a:extLst>
              <a:ext uri="{FF2B5EF4-FFF2-40B4-BE49-F238E27FC236}">
                <a16:creationId xmlns:a16="http://schemas.microsoft.com/office/drawing/2014/main" id="{F6D76DFD-CB0E-5650-2323-7201EF56B692}"/>
              </a:ext>
            </a:extLst>
          </p:cNvPr>
          <p:cNvSpPr>
            <a:spLocks noGrp="1"/>
          </p:cNvSpPr>
          <p:nvPr>
            <p:ph type="dgm" sz="quarter" idx="75" hasCustomPrompt="1"/>
          </p:nvPr>
        </p:nvSpPr>
        <p:spPr>
          <a:xfrm>
            <a:off x="13810532" y="1169666"/>
            <a:ext cx="3703200" cy="7799477"/>
          </a:xfrm>
          <a:prstGeom prst="roundRect">
            <a:avLst>
              <a:gd name="adj" fmla="val 13343"/>
            </a:avLst>
          </a:prstGeom>
          <a:solidFill>
            <a:schemeClr val="tx1"/>
          </a:solidFill>
        </p:spPr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11" name="Рисунок 19">
            <a:extLst>
              <a:ext uri="{FF2B5EF4-FFF2-40B4-BE49-F238E27FC236}">
                <a16:creationId xmlns:a16="http://schemas.microsoft.com/office/drawing/2014/main" id="{FCADD19C-4FB6-5D43-9EB8-E28D0A1FEAA3}"/>
              </a:ext>
            </a:extLst>
          </p:cNvPr>
          <p:cNvSpPr>
            <a:spLocks noGrp="1"/>
          </p:cNvSpPr>
          <p:nvPr>
            <p:ph type="pic" sz="quarter" idx="76" hasCustomPrompt="1"/>
          </p:nvPr>
        </p:nvSpPr>
        <p:spPr>
          <a:xfrm>
            <a:off x="13922391" y="1275176"/>
            <a:ext cx="3484038" cy="7573583"/>
          </a:xfrm>
          <a:prstGeom prst="roundRect">
            <a:avLst>
              <a:gd name="adj" fmla="val 10610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918EEACB-3FCA-0FC3-725A-6DC358845677}"/>
              </a:ext>
            </a:extLst>
          </p:cNvPr>
          <p:cNvSpPr/>
          <p:nvPr userDrawn="1"/>
        </p:nvSpPr>
        <p:spPr>
          <a:xfrm>
            <a:off x="15057970" y="8803039"/>
            <a:ext cx="1229241" cy="457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Рисунок SmartArt 7">
            <a:extLst>
              <a:ext uri="{FF2B5EF4-FFF2-40B4-BE49-F238E27FC236}">
                <a16:creationId xmlns:a16="http://schemas.microsoft.com/office/drawing/2014/main" id="{EFCC6D99-8498-7457-1302-6AEE8E388267}"/>
              </a:ext>
            </a:extLst>
          </p:cNvPr>
          <p:cNvSpPr>
            <a:spLocks noGrp="1"/>
          </p:cNvSpPr>
          <p:nvPr>
            <p:ph type="dgm" sz="quarter" idx="77" hasCustomPrompt="1"/>
          </p:nvPr>
        </p:nvSpPr>
        <p:spPr>
          <a:xfrm>
            <a:off x="15136565" y="1396218"/>
            <a:ext cx="1027113" cy="295275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>
            <a:noAutofit/>
          </a:bodyPr>
          <a:lstStyle>
            <a:lvl1pPr>
              <a:defRPr sz="4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1" name="Рисунок 3">
            <a:extLst>
              <a:ext uri="{FF2B5EF4-FFF2-40B4-BE49-F238E27FC236}">
                <a16:creationId xmlns:a16="http://schemas.microsoft.com/office/drawing/2014/main" id="{738C3F70-7B00-E168-389E-7E2644B8CE2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43700" y="952500"/>
            <a:ext cx="1922462" cy="714375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2" name="Текст 16">
            <a:extLst>
              <a:ext uri="{FF2B5EF4-FFF2-40B4-BE49-F238E27FC236}">
                <a16:creationId xmlns:a16="http://schemas.microsoft.com/office/drawing/2014/main" id="{97D0003D-4D61-9DA0-290D-6C38035AA89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36625" y="952500"/>
            <a:ext cx="1857375" cy="714375"/>
          </a:xfr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25" name="Текст 16">
            <a:extLst>
              <a:ext uri="{FF2B5EF4-FFF2-40B4-BE49-F238E27FC236}">
                <a16:creationId xmlns:a16="http://schemas.microsoft.com/office/drawing/2014/main" id="{23D00BC4-25F7-27AA-4BF4-F333C44FDB4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25189" y="952500"/>
            <a:ext cx="2293191" cy="714375"/>
          </a:xfr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86393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ерый с ноутбуком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Frame 2087329409">
            <a:extLst>
              <a:ext uri="{FF2B5EF4-FFF2-40B4-BE49-F238E27FC236}">
                <a16:creationId xmlns:a16="http://schemas.microsoft.com/office/drawing/2014/main" id="{13F8C6DF-F5C6-D384-BAF2-A4F03CD2D7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37260" y="8829675"/>
            <a:ext cx="2200275" cy="504825"/>
          </a:xfrm>
          <a:prstGeom prst="rect">
            <a:avLst/>
          </a:prstGeom>
        </p:spPr>
      </p:pic>
      <p:pic>
        <p:nvPicPr>
          <p:cNvPr id="6" name="Frame 2087329418">
            <a:extLst>
              <a:ext uri="{FF2B5EF4-FFF2-40B4-BE49-F238E27FC236}">
                <a16:creationId xmlns:a16="http://schemas.microsoft.com/office/drawing/2014/main" id="{519249DD-9392-14AB-C61E-61760B6596C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213735" y="8829675"/>
            <a:ext cx="1143000" cy="504825"/>
          </a:xfrm>
          <a:prstGeom prst="rect">
            <a:avLst/>
          </a:prstGeom>
        </p:spPr>
      </p:pic>
      <p:sp>
        <p:nvSpPr>
          <p:cNvPr id="20" name="Нижний колонтитул 19">
            <a:extLst>
              <a:ext uri="{FF2B5EF4-FFF2-40B4-BE49-F238E27FC236}">
                <a16:creationId xmlns:a16="http://schemas.microsoft.com/office/drawing/2014/main" id="{0156C3FD-8BC5-B9E7-A3F8-9697B681169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937260" y="8829675"/>
            <a:ext cx="2182695" cy="504825"/>
          </a:xfrm>
          <a:prstGeom prst="rect">
            <a:avLst/>
          </a:prstGeom>
        </p:spPr>
        <p:txBody>
          <a:bodyPr/>
          <a:lstStyle>
            <a:lvl1pPr algn="ctr">
              <a:defRPr sz="1800" b="0" i="0">
                <a:solidFill>
                  <a:schemeClr val="tx1">
                    <a:lumMod val="75000"/>
                    <a:lumOff val="25000"/>
                  </a:schemeClr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/>
              <a:t>ДИТ Москвы</a:t>
            </a:r>
            <a:endParaRPr lang="ru-RU" dirty="0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F0EDD9B6-A37B-A59C-ABA6-948705394F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13100" y="8829675"/>
            <a:ext cx="1143000" cy="504825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2026</a:t>
            </a:r>
          </a:p>
        </p:txBody>
      </p:sp>
      <p:pic>
        <p:nvPicPr>
          <p:cNvPr id="8" name="Intersect" descr="preencoded.png">
            <a:extLst>
              <a:ext uri="{FF2B5EF4-FFF2-40B4-BE49-F238E27FC236}">
                <a16:creationId xmlns:a16="http://schemas.microsoft.com/office/drawing/2014/main" id="{61E7F8D8-AF0D-0B63-B100-F30EC1276DA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9344025" y="0"/>
            <a:ext cx="8943975" cy="10287000"/>
          </a:xfrm>
          <a:prstGeom prst="rect">
            <a:avLst/>
          </a:prstGeom>
        </p:spPr>
      </p:pic>
      <p:pic>
        <p:nvPicPr>
          <p:cNvPr id="2" name="Device - Macbook Pro" descr="preencoded.png">
            <a:extLst>
              <a:ext uri="{FF2B5EF4-FFF2-40B4-BE49-F238E27FC236}">
                <a16:creationId xmlns:a16="http://schemas.microsoft.com/office/drawing/2014/main" id="{0A606B9E-0E79-F0E1-DDB1-AC6E37F9200D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7991475" y="1666875"/>
            <a:ext cx="10296525" cy="7772177"/>
          </a:xfrm>
          <a:prstGeom prst="rect">
            <a:avLst/>
          </a:prstGeom>
        </p:spPr>
      </p:pic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31E684B5-33D2-A3FB-A5D8-F7F0CCFF45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7260" y="5384119"/>
            <a:ext cx="8206740" cy="1595437"/>
          </a:xfrm>
        </p:spPr>
        <p:txBody>
          <a:bodyPr anchor="t"/>
          <a:lstStyle>
            <a:lvl1pPr algn="l">
              <a:defRPr/>
            </a:lvl1pPr>
          </a:lstStyle>
          <a:p>
            <a:r>
              <a:rPr lang="ru-RU" dirty="0"/>
              <a:t>Заголовок в две строки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F78FE1B5-C685-96FF-743D-30117E8A4A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7260" y="7208156"/>
            <a:ext cx="8206740" cy="914400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темы или содержания презентации в две строки</a:t>
            </a:r>
          </a:p>
        </p:txBody>
      </p:sp>
      <p:sp>
        <p:nvSpPr>
          <p:cNvPr id="7" name="Рисунок 6">
            <a:extLst>
              <a:ext uri="{FF2B5EF4-FFF2-40B4-BE49-F238E27FC236}">
                <a16:creationId xmlns:a16="http://schemas.microsoft.com/office/drawing/2014/main" id="{2470CB32-DA42-EFC1-FF90-73BD7B7DBEB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440863" y="2051222"/>
            <a:ext cx="9563100" cy="5906529"/>
          </a:xfrm>
          <a:solidFill>
            <a:schemeClr val="bg2">
              <a:lumMod val="9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4" name="Рисунок 3">
            <a:extLst>
              <a:ext uri="{FF2B5EF4-FFF2-40B4-BE49-F238E27FC236}">
                <a16:creationId xmlns:a16="http://schemas.microsoft.com/office/drawing/2014/main" id="{29C46570-850C-3748-5FD7-13C2EA0D1F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43700" y="952500"/>
            <a:ext cx="1922462" cy="714375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5" name="Текст 16">
            <a:extLst>
              <a:ext uri="{FF2B5EF4-FFF2-40B4-BE49-F238E27FC236}">
                <a16:creationId xmlns:a16="http://schemas.microsoft.com/office/drawing/2014/main" id="{1CBA4968-2A83-9C28-76F5-61199A896A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36625" y="952500"/>
            <a:ext cx="1857375" cy="714375"/>
          </a:xfr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6" name="Текст 16">
            <a:extLst>
              <a:ext uri="{FF2B5EF4-FFF2-40B4-BE49-F238E27FC236}">
                <a16:creationId xmlns:a16="http://schemas.microsoft.com/office/drawing/2014/main" id="{93B6B17E-898C-C8AB-1821-ECA651623A2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25189" y="952500"/>
            <a:ext cx="2293191" cy="714375"/>
          </a:xfr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861017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ерый с лого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oup 2087325700" descr="preencoded.png">
            <a:extLst>
              <a:ext uri="{FF2B5EF4-FFF2-40B4-BE49-F238E27FC236}">
                <a16:creationId xmlns:a16="http://schemas.microsoft.com/office/drawing/2014/main" id="{17252BA8-E917-1071-9798-1EE8EE7864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695533" y="0"/>
            <a:ext cx="7592467" cy="8667569"/>
          </a:xfrm>
          <a:prstGeom prst="rect">
            <a:avLst/>
          </a:prstGeom>
        </p:spPr>
      </p:pic>
      <p:pic>
        <p:nvPicPr>
          <p:cNvPr id="5" name="Frame 2087329409">
            <a:extLst>
              <a:ext uri="{FF2B5EF4-FFF2-40B4-BE49-F238E27FC236}">
                <a16:creationId xmlns:a16="http://schemas.microsoft.com/office/drawing/2014/main" id="{13F8C6DF-F5C6-D384-BAF2-A4F03CD2D7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3961327" y="8755533"/>
            <a:ext cx="2200275" cy="504825"/>
          </a:xfrm>
          <a:prstGeom prst="rect">
            <a:avLst/>
          </a:prstGeom>
        </p:spPr>
      </p:pic>
      <p:pic>
        <p:nvPicPr>
          <p:cNvPr id="6" name="Frame 2087329418">
            <a:extLst>
              <a:ext uri="{FF2B5EF4-FFF2-40B4-BE49-F238E27FC236}">
                <a16:creationId xmlns:a16="http://schemas.microsoft.com/office/drawing/2014/main" id="{519249DD-9392-14AB-C61E-61760B6596C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6237802" y="8755533"/>
            <a:ext cx="1143000" cy="504825"/>
          </a:xfrm>
          <a:prstGeom prst="rect">
            <a:avLst/>
          </a:prstGeom>
        </p:spPr>
      </p:pic>
      <p:sp>
        <p:nvSpPr>
          <p:cNvPr id="20" name="Нижний колонтитул 19">
            <a:extLst>
              <a:ext uri="{FF2B5EF4-FFF2-40B4-BE49-F238E27FC236}">
                <a16:creationId xmlns:a16="http://schemas.microsoft.com/office/drawing/2014/main" id="{0156C3FD-8BC5-B9E7-A3F8-9697B681169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961327" y="8755533"/>
            <a:ext cx="2182695" cy="504825"/>
          </a:xfrm>
          <a:prstGeom prst="rect">
            <a:avLst/>
          </a:prstGeom>
        </p:spPr>
        <p:txBody>
          <a:bodyPr/>
          <a:lstStyle>
            <a:lvl1pPr algn="ctr">
              <a:defRPr sz="1800" b="0" i="0">
                <a:solidFill>
                  <a:schemeClr val="tx1">
                    <a:lumMod val="75000"/>
                    <a:lumOff val="25000"/>
                  </a:schemeClr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/>
              <a:t>ДИТ Москвы</a:t>
            </a:r>
            <a:endParaRPr lang="ru-RU" dirty="0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F0EDD9B6-A37B-A59C-ABA6-948705394F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237167" y="8755533"/>
            <a:ext cx="1143000" cy="504825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2026</a:t>
            </a:r>
          </a:p>
        </p:txBody>
      </p:sp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31E684B5-33D2-A3FB-A5D8-F7F0CCFF45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7260" y="5143500"/>
            <a:ext cx="10295032" cy="2973224"/>
          </a:xfrm>
        </p:spPr>
        <p:txBody>
          <a:bodyPr anchor="t">
            <a:noAutofit/>
          </a:bodyPr>
          <a:lstStyle>
            <a:lvl1pPr algn="l">
              <a:defRPr sz="12000"/>
            </a:lvl1pPr>
          </a:lstStyle>
          <a:p>
            <a:r>
              <a:rPr lang="ru-RU" dirty="0"/>
              <a:t>Заголовок в две строки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F78FE1B5-C685-96FF-743D-30117E8A4A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7260" y="8357343"/>
            <a:ext cx="8206740" cy="914400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темы или содержания презентации в две строки</a:t>
            </a:r>
          </a:p>
        </p:txBody>
      </p:sp>
      <p:sp>
        <p:nvSpPr>
          <p:cNvPr id="11" name="Рисунок 3">
            <a:extLst>
              <a:ext uri="{FF2B5EF4-FFF2-40B4-BE49-F238E27FC236}">
                <a16:creationId xmlns:a16="http://schemas.microsoft.com/office/drawing/2014/main" id="{6626040C-EF95-5DB8-2B77-81A40D12E34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43700" y="952500"/>
            <a:ext cx="1922462" cy="714375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2" name="Текст 16">
            <a:extLst>
              <a:ext uri="{FF2B5EF4-FFF2-40B4-BE49-F238E27FC236}">
                <a16:creationId xmlns:a16="http://schemas.microsoft.com/office/drawing/2014/main" id="{BD426D95-93A7-5982-35A7-F80F0156E5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36625" y="952500"/>
            <a:ext cx="1857375" cy="714375"/>
          </a:xfr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4" name="Текст 16">
            <a:extLst>
              <a:ext uri="{FF2B5EF4-FFF2-40B4-BE49-F238E27FC236}">
                <a16:creationId xmlns:a16="http://schemas.microsoft.com/office/drawing/2014/main" id="{280E771A-0503-6E9B-0E8F-261E80F4A6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25189" y="952500"/>
            <a:ext cx="2293191" cy="714375"/>
          </a:xfr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67285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ерый с лого мин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EFD62D56-DB63-ACC9-8ECF-2BE60FAD3F01}"/>
              </a:ext>
            </a:extLst>
          </p:cNvPr>
          <p:cNvSpPr/>
          <p:nvPr userDrawn="1"/>
        </p:nvSpPr>
        <p:spPr>
          <a:xfrm>
            <a:off x="762000" y="762000"/>
            <a:ext cx="16764000" cy="8763000"/>
          </a:xfrm>
          <a:prstGeom prst="roundRect">
            <a:avLst>
              <a:gd name="adj" fmla="val 778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5" name="Group 2087325700" descr="preencoded.png">
            <a:extLst>
              <a:ext uri="{FF2B5EF4-FFF2-40B4-BE49-F238E27FC236}">
                <a16:creationId xmlns:a16="http://schemas.microsoft.com/office/drawing/2014/main" id="{14D8B1E8-F2C0-98C9-B793-9DACD219F8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527059" y="762000"/>
            <a:ext cx="8001671" cy="9134717"/>
          </a:xfrm>
          <a:prstGeom prst="rect">
            <a:avLst/>
          </a:prstGeom>
        </p:spPr>
      </p:pic>
      <p:pic>
        <p:nvPicPr>
          <p:cNvPr id="5" name="Frame 2087329409">
            <a:extLst>
              <a:ext uri="{FF2B5EF4-FFF2-40B4-BE49-F238E27FC236}">
                <a16:creationId xmlns:a16="http://schemas.microsoft.com/office/drawing/2014/main" id="{13F8C6DF-F5C6-D384-BAF2-A4F03CD2D7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616887" y="8071790"/>
            <a:ext cx="2200275" cy="504825"/>
          </a:xfrm>
          <a:prstGeom prst="rect">
            <a:avLst/>
          </a:prstGeom>
        </p:spPr>
      </p:pic>
      <p:pic>
        <p:nvPicPr>
          <p:cNvPr id="6" name="Frame 2087329418">
            <a:extLst>
              <a:ext uri="{FF2B5EF4-FFF2-40B4-BE49-F238E27FC236}">
                <a16:creationId xmlns:a16="http://schemas.microsoft.com/office/drawing/2014/main" id="{519249DD-9392-14AB-C61E-61760B6596C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3942790" y="8071790"/>
            <a:ext cx="1143000" cy="504825"/>
          </a:xfrm>
          <a:prstGeom prst="rect">
            <a:avLst/>
          </a:prstGeom>
        </p:spPr>
      </p:pic>
      <p:sp>
        <p:nvSpPr>
          <p:cNvPr id="20" name="Нижний колонтитул 19">
            <a:extLst>
              <a:ext uri="{FF2B5EF4-FFF2-40B4-BE49-F238E27FC236}">
                <a16:creationId xmlns:a16="http://schemas.microsoft.com/office/drawing/2014/main" id="{0156C3FD-8BC5-B9E7-A3F8-9697B681169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616887" y="8071790"/>
            <a:ext cx="2200275" cy="504825"/>
          </a:xfrm>
          <a:prstGeom prst="rect">
            <a:avLst/>
          </a:prstGeom>
        </p:spPr>
        <p:txBody>
          <a:bodyPr/>
          <a:lstStyle>
            <a:lvl1pPr algn="ctr">
              <a:defRPr sz="1800" b="0" i="0">
                <a:solidFill>
                  <a:schemeClr val="tx1">
                    <a:lumMod val="75000"/>
                    <a:lumOff val="25000"/>
                  </a:schemeClr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/>
              <a:t>ДИТ Москвы</a:t>
            </a:r>
            <a:endParaRPr lang="ru-RU" dirty="0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F0EDD9B6-A37B-A59C-ABA6-948705394F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2155" y="8071790"/>
            <a:ext cx="1143000" cy="504825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2026</a:t>
            </a:r>
          </a:p>
        </p:txBody>
      </p:sp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31E684B5-33D2-A3FB-A5D8-F7F0CCFF45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04530" y="4815706"/>
            <a:ext cx="8206740" cy="1595437"/>
          </a:xfrm>
        </p:spPr>
        <p:txBody>
          <a:bodyPr anchor="t"/>
          <a:lstStyle>
            <a:lvl1pPr algn="l">
              <a:defRPr/>
            </a:lvl1pPr>
          </a:lstStyle>
          <a:p>
            <a:r>
              <a:rPr lang="ru-RU" dirty="0"/>
              <a:t>Заголовок в две строки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F78FE1B5-C685-96FF-743D-30117E8A4A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04530" y="6639743"/>
            <a:ext cx="8206740" cy="914400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темы или содержания презентации в две строки</a:t>
            </a:r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95197F24-529B-C157-EF73-1D89335F695B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44000" y="0"/>
            <a:ext cx="9144000" cy="10287000"/>
          </a:xfrm>
          <a:prstGeom prst="rect">
            <a:avLst/>
          </a:prstGeom>
        </p:spPr>
      </p:pic>
      <p:sp>
        <p:nvSpPr>
          <p:cNvPr id="9" name="Рисунок 3">
            <a:extLst>
              <a:ext uri="{FF2B5EF4-FFF2-40B4-BE49-F238E27FC236}">
                <a16:creationId xmlns:a16="http://schemas.microsoft.com/office/drawing/2014/main" id="{A064737F-34A3-D217-9E32-958F69E1975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423962" y="1717291"/>
            <a:ext cx="1922462" cy="714375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Текст 16">
            <a:extLst>
              <a:ext uri="{FF2B5EF4-FFF2-40B4-BE49-F238E27FC236}">
                <a16:creationId xmlns:a16="http://schemas.microsoft.com/office/drawing/2014/main" id="{6AB93410-A300-1BC2-450B-481870A6BA6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16887" y="1717291"/>
            <a:ext cx="1857375" cy="714375"/>
          </a:xfr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1" name="Текст 16">
            <a:extLst>
              <a:ext uri="{FF2B5EF4-FFF2-40B4-BE49-F238E27FC236}">
                <a16:creationId xmlns:a16="http://schemas.microsoft.com/office/drawing/2014/main" id="{A2FA561F-82AC-C509-C1D0-1F9A750D9E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05451" y="1717291"/>
            <a:ext cx="2293191" cy="714375"/>
          </a:xfr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80979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ерый с фото мин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EFD62D56-DB63-ACC9-8ECF-2BE60FAD3F01}"/>
              </a:ext>
            </a:extLst>
          </p:cNvPr>
          <p:cNvSpPr/>
          <p:nvPr userDrawn="1"/>
        </p:nvSpPr>
        <p:spPr>
          <a:xfrm>
            <a:off x="762000" y="762000"/>
            <a:ext cx="16764000" cy="8763000"/>
          </a:xfrm>
          <a:prstGeom prst="roundRect">
            <a:avLst>
              <a:gd name="adj" fmla="val 778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5" name="Frame 2087329409">
            <a:extLst>
              <a:ext uri="{FF2B5EF4-FFF2-40B4-BE49-F238E27FC236}">
                <a16:creationId xmlns:a16="http://schemas.microsoft.com/office/drawing/2014/main" id="{13F8C6DF-F5C6-D384-BAF2-A4F03CD2D7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616887" y="8071790"/>
            <a:ext cx="2200275" cy="504825"/>
          </a:xfrm>
          <a:prstGeom prst="rect">
            <a:avLst/>
          </a:prstGeom>
        </p:spPr>
      </p:pic>
      <p:pic>
        <p:nvPicPr>
          <p:cNvPr id="6" name="Frame 2087329418">
            <a:extLst>
              <a:ext uri="{FF2B5EF4-FFF2-40B4-BE49-F238E27FC236}">
                <a16:creationId xmlns:a16="http://schemas.microsoft.com/office/drawing/2014/main" id="{519249DD-9392-14AB-C61E-61760B6596C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942790" y="8071790"/>
            <a:ext cx="1143000" cy="504825"/>
          </a:xfrm>
          <a:prstGeom prst="rect">
            <a:avLst/>
          </a:prstGeom>
        </p:spPr>
      </p:pic>
      <p:sp>
        <p:nvSpPr>
          <p:cNvPr id="20" name="Нижний колонтитул 19">
            <a:extLst>
              <a:ext uri="{FF2B5EF4-FFF2-40B4-BE49-F238E27FC236}">
                <a16:creationId xmlns:a16="http://schemas.microsoft.com/office/drawing/2014/main" id="{0156C3FD-8BC5-B9E7-A3F8-9697B681169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616887" y="8071790"/>
            <a:ext cx="2200275" cy="504825"/>
          </a:xfrm>
          <a:prstGeom prst="rect">
            <a:avLst/>
          </a:prstGeom>
        </p:spPr>
        <p:txBody>
          <a:bodyPr/>
          <a:lstStyle>
            <a:lvl1pPr algn="ctr">
              <a:defRPr sz="1800" b="0" i="0">
                <a:solidFill>
                  <a:schemeClr val="tx1">
                    <a:lumMod val="75000"/>
                    <a:lumOff val="25000"/>
                  </a:schemeClr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/>
              <a:t>ДИТ Москвы</a:t>
            </a:r>
            <a:endParaRPr lang="ru-RU" dirty="0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F0EDD9B6-A37B-A59C-ABA6-948705394F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2155" y="8071790"/>
            <a:ext cx="1143000" cy="504825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2026</a:t>
            </a:r>
          </a:p>
        </p:txBody>
      </p:sp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31E684B5-33D2-A3FB-A5D8-F7F0CCFF45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04530" y="4815706"/>
            <a:ext cx="8206740" cy="1595437"/>
          </a:xfrm>
        </p:spPr>
        <p:txBody>
          <a:bodyPr anchor="t"/>
          <a:lstStyle>
            <a:lvl1pPr algn="l">
              <a:defRPr/>
            </a:lvl1pPr>
          </a:lstStyle>
          <a:p>
            <a:r>
              <a:rPr lang="ru-RU" dirty="0"/>
              <a:t>Заголовок в две строки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F78FE1B5-C685-96FF-743D-30117E8A4A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04530" y="6639743"/>
            <a:ext cx="8206740" cy="914400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темы или содержания презентации в две строки</a:t>
            </a:r>
          </a:p>
        </p:txBody>
      </p:sp>
      <p:sp>
        <p:nvSpPr>
          <p:cNvPr id="10" name="Рисунок 3">
            <a:extLst>
              <a:ext uri="{FF2B5EF4-FFF2-40B4-BE49-F238E27FC236}">
                <a16:creationId xmlns:a16="http://schemas.microsoft.com/office/drawing/2014/main" id="{CE7EF513-2302-CAE6-6512-349245DAF97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423962" y="1717291"/>
            <a:ext cx="1922462" cy="714375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" name="Текст 16">
            <a:extLst>
              <a:ext uri="{FF2B5EF4-FFF2-40B4-BE49-F238E27FC236}">
                <a16:creationId xmlns:a16="http://schemas.microsoft.com/office/drawing/2014/main" id="{DC4B12B6-929F-CF1E-266C-37F67A74FEE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16887" y="1717291"/>
            <a:ext cx="1857375" cy="714375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2" name="Текст 16">
            <a:extLst>
              <a:ext uri="{FF2B5EF4-FFF2-40B4-BE49-F238E27FC236}">
                <a16:creationId xmlns:a16="http://schemas.microsoft.com/office/drawing/2014/main" id="{40D96478-811C-9DAA-57FA-8D9414A16E6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05451" y="1717291"/>
            <a:ext cx="2293191" cy="714375"/>
          </a:xfr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2" name="Рисунок 2">
            <a:extLst>
              <a:ext uri="{FF2B5EF4-FFF2-40B4-BE49-F238E27FC236}">
                <a16:creationId xmlns:a16="http://schemas.microsoft.com/office/drawing/2014/main" id="{178221EC-589C-31F9-AFF2-32E3C522603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1195222" y="762000"/>
            <a:ext cx="6330778" cy="8763000"/>
          </a:xfrm>
          <a:prstGeom prst="round2SameRect">
            <a:avLst>
              <a:gd name="adj1" fmla="val 10036"/>
              <a:gd name="adj2" fmla="val 10569"/>
            </a:avLst>
          </a:prstGeom>
          <a:blipFill>
            <a:blip r:embed="rId10"/>
            <a:srcRect/>
            <a:stretch>
              <a:fillRect l="-49816" r="-96262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31196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расный с фото мин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EFD62D56-DB63-ACC9-8ECF-2BE60FAD3F01}"/>
              </a:ext>
            </a:extLst>
          </p:cNvPr>
          <p:cNvSpPr/>
          <p:nvPr userDrawn="1"/>
        </p:nvSpPr>
        <p:spPr>
          <a:xfrm>
            <a:off x="762000" y="762000"/>
            <a:ext cx="16764000" cy="8763000"/>
          </a:xfrm>
          <a:prstGeom prst="roundRect">
            <a:avLst>
              <a:gd name="adj" fmla="val 7783"/>
            </a:avLst>
          </a:prstGeom>
          <a:solidFill>
            <a:srgbClr val="FF25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8" name="Frame 2087329409" descr="preencoded.png">
            <a:extLst>
              <a:ext uri="{FF2B5EF4-FFF2-40B4-BE49-F238E27FC236}">
                <a16:creationId xmlns:a16="http://schemas.microsoft.com/office/drawing/2014/main" id="{DEC80248-E24C-BA0A-74ED-DEE87C35ED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612174" y="8088261"/>
            <a:ext cx="2200275" cy="504825"/>
          </a:xfrm>
          <a:prstGeom prst="rect">
            <a:avLst/>
          </a:prstGeom>
        </p:spPr>
      </p:pic>
      <p:pic>
        <p:nvPicPr>
          <p:cNvPr id="10" name="Frame 2087329418" descr="preencoded.png">
            <a:extLst>
              <a:ext uri="{FF2B5EF4-FFF2-40B4-BE49-F238E27FC236}">
                <a16:creationId xmlns:a16="http://schemas.microsoft.com/office/drawing/2014/main" id="{D2D8E6D6-5DE6-E8D6-25C5-5227BCF3405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950434" y="8088261"/>
            <a:ext cx="1143000" cy="504825"/>
          </a:xfrm>
          <a:prstGeom prst="rect">
            <a:avLst/>
          </a:prstGeom>
        </p:spPr>
      </p:pic>
      <p:sp>
        <p:nvSpPr>
          <p:cNvPr id="20" name="Нижний колонтитул 19">
            <a:extLst>
              <a:ext uri="{FF2B5EF4-FFF2-40B4-BE49-F238E27FC236}">
                <a16:creationId xmlns:a16="http://schemas.microsoft.com/office/drawing/2014/main" id="{0156C3FD-8BC5-B9E7-A3F8-9697B681169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716899" y="8119450"/>
            <a:ext cx="2000250" cy="458932"/>
          </a:xfrm>
          <a:prstGeom prst="rect">
            <a:avLst/>
          </a:prstGeom>
        </p:spPr>
        <p:txBody>
          <a:bodyPr/>
          <a:lstStyle>
            <a:lvl1pPr algn="ctr">
              <a:defRPr sz="18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/>
              <a:t>ДИТ Москвы</a:t>
            </a:r>
            <a:endParaRPr lang="ru-RU" dirty="0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F0EDD9B6-A37B-A59C-ABA6-948705394F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94110" y="8119450"/>
            <a:ext cx="1039091" cy="458932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2026</a:t>
            </a:r>
          </a:p>
        </p:txBody>
      </p:sp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31E684B5-33D2-A3FB-A5D8-F7F0CCFF45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04530" y="4815706"/>
            <a:ext cx="8206740" cy="1595437"/>
          </a:xfrm>
        </p:spPr>
        <p:txBody>
          <a:bodyPr anchor="t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в две строки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F78FE1B5-C685-96FF-743D-30117E8A4A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04530" y="6639743"/>
            <a:ext cx="8206740" cy="914400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темы или содержания презентации в две строки</a:t>
            </a:r>
          </a:p>
        </p:txBody>
      </p:sp>
      <p:sp>
        <p:nvSpPr>
          <p:cNvPr id="5" name="Рисунок 3">
            <a:extLst>
              <a:ext uri="{FF2B5EF4-FFF2-40B4-BE49-F238E27FC236}">
                <a16:creationId xmlns:a16="http://schemas.microsoft.com/office/drawing/2014/main" id="{CC9205CA-DADA-36B1-EA38-3A16BCD10D0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423962" y="1717291"/>
            <a:ext cx="1922462" cy="714375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" name="Текст 16">
            <a:extLst>
              <a:ext uri="{FF2B5EF4-FFF2-40B4-BE49-F238E27FC236}">
                <a16:creationId xmlns:a16="http://schemas.microsoft.com/office/drawing/2014/main" id="{F937EBD6-A41B-ACA0-BB36-FD9521657CC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16887" y="1717291"/>
            <a:ext cx="1857375" cy="714375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9" name="Текст 16">
            <a:extLst>
              <a:ext uri="{FF2B5EF4-FFF2-40B4-BE49-F238E27FC236}">
                <a16:creationId xmlns:a16="http://schemas.microsoft.com/office/drawing/2014/main" id="{4DAF236C-0099-600C-BA8E-8C786203D5E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05451" y="1717291"/>
            <a:ext cx="2293191" cy="714375"/>
          </a:xfr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E29C2C9-86FF-F1CF-8345-37AE1B47731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1195222" y="762000"/>
            <a:ext cx="6330778" cy="8763000"/>
          </a:xfrm>
          <a:prstGeom prst="round2SameRect">
            <a:avLst>
              <a:gd name="adj1" fmla="val 10036"/>
              <a:gd name="adj2" fmla="val 10569"/>
            </a:avLst>
          </a:prstGeom>
          <a:blipFill>
            <a:blip r:embed="rId10"/>
            <a:srcRect/>
            <a:stretch>
              <a:fillRect l="-49816" r="-96262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99909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этапа в ря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>
            <a:extLst>
              <a:ext uri="{FF2B5EF4-FFF2-40B4-BE49-F238E27FC236}">
                <a16:creationId xmlns:a16="http://schemas.microsoft.com/office/drawing/2014/main" id="{82A0FC28-554E-C181-B6D8-690EE1D82358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952500" y="2476500"/>
            <a:ext cx="3924300" cy="6515100"/>
          </a:xfrm>
          <a:prstGeom prst="roundRect">
            <a:avLst>
              <a:gd name="adj" fmla="val 7574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CB25F473-D73D-9900-E6F1-3D7C8865ED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65238" y="3441945"/>
            <a:ext cx="3268662" cy="874712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 в 1 или 2 строки</a:t>
            </a:r>
          </a:p>
        </p:txBody>
      </p:sp>
      <p:sp>
        <p:nvSpPr>
          <p:cNvPr id="42" name="Текст 41">
            <a:extLst>
              <a:ext uri="{FF2B5EF4-FFF2-40B4-BE49-F238E27FC236}">
                <a16:creationId xmlns:a16="http://schemas.microsoft.com/office/drawing/2014/main" id="{CA8EB38A-CC67-9B77-4CD3-CFC0B0FFB9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65237" y="2759481"/>
            <a:ext cx="542985" cy="542985"/>
          </a:xfrm>
          <a:prstGeom prst="roundRect">
            <a:avLst>
              <a:gd name="adj" fmla="val 22334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 baseline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3" name="Текст 39">
            <a:extLst>
              <a:ext uri="{FF2B5EF4-FFF2-40B4-BE49-F238E27FC236}">
                <a16:creationId xmlns:a16="http://schemas.microsoft.com/office/drawing/2014/main" id="{81D20301-043D-7A96-6727-972B3B874D8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5238" y="4310032"/>
            <a:ext cx="3268662" cy="253816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15" name="Рисунок 7">
            <a:extLst>
              <a:ext uri="{FF2B5EF4-FFF2-40B4-BE49-F238E27FC236}">
                <a16:creationId xmlns:a16="http://schemas.microsoft.com/office/drawing/2014/main" id="{E51B7E66-3FC7-30F1-6535-762D81AD7FCA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095875" y="2476500"/>
            <a:ext cx="3924300" cy="6515100"/>
          </a:xfrm>
          <a:prstGeom prst="roundRect">
            <a:avLst>
              <a:gd name="adj" fmla="val 7574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B703F19F-187B-1863-7EF3-5532AF2F1B0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408613" y="3441945"/>
            <a:ext cx="3268662" cy="874712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 в 1 или 2 строки</a:t>
            </a:r>
          </a:p>
        </p:txBody>
      </p:sp>
      <p:sp>
        <p:nvSpPr>
          <p:cNvPr id="17" name="Текст 41">
            <a:extLst>
              <a:ext uri="{FF2B5EF4-FFF2-40B4-BE49-F238E27FC236}">
                <a16:creationId xmlns:a16="http://schemas.microsoft.com/office/drawing/2014/main" id="{3C552793-89C5-91EF-B60C-32C21F4BE29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08612" y="2759481"/>
            <a:ext cx="542985" cy="542985"/>
          </a:xfrm>
          <a:prstGeom prst="roundRect">
            <a:avLst>
              <a:gd name="adj" fmla="val 22334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 baseline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83CE2A76-08B8-FF2E-F1D8-1F224A63D98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8613" y="4310032"/>
            <a:ext cx="3268662" cy="253816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19" name="Рисунок 7">
            <a:extLst>
              <a:ext uri="{FF2B5EF4-FFF2-40B4-BE49-F238E27FC236}">
                <a16:creationId xmlns:a16="http://schemas.microsoft.com/office/drawing/2014/main" id="{BDDD2059-7226-D2BD-54E0-18E0BB7D28C0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9283700" y="2476500"/>
            <a:ext cx="3924300" cy="6515100"/>
          </a:xfrm>
          <a:prstGeom prst="roundRect">
            <a:avLst>
              <a:gd name="adj" fmla="val 7574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0" name="Текст 39">
            <a:extLst>
              <a:ext uri="{FF2B5EF4-FFF2-40B4-BE49-F238E27FC236}">
                <a16:creationId xmlns:a16="http://schemas.microsoft.com/office/drawing/2014/main" id="{ABFF9C8F-4B65-20FA-C508-33AE1F23AD6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596438" y="3441945"/>
            <a:ext cx="3268662" cy="874712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 в 1 или 2 строки</a:t>
            </a:r>
          </a:p>
        </p:txBody>
      </p:sp>
      <p:sp>
        <p:nvSpPr>
          <p:cNvPr id="21" name="Текст 41">
            <a:extLst>
              <a:ext uri="{FF2B5EF4-FFF2-40B4-BE49-F238E27FC236}">
                <a16:creationId xmlns:a16="http://schemas.microsoft.com/office/drawing/2014/main" id="{0F2A5F2F-0F8A-B496-3B9D-154577443B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596437" y="2759481"/>
            <a:ext cx="542985" cy="542985"/>
          </a:xfrm>
          <a:prstGeom prst="roundRect">
            <a:avLst>
              <a:gd name="adj" fmla="val 22334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 baseline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22" name="Текст 39">
            <a:extLst>
              <a:ext uri="{FF2B5EF4-FFF2-40B4-BE49-F238E27FC236}">
                <a16:creationId xmlns:a16="http://schemas.microsoft.com/office/drawing/2014/main" id="{95CE011B-FC10-ABAC-B2F5-7FC0F0EF7C1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596438" y="4310032"/>
            <a:ext cx="3268662" cy="253816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23" name="Рисунок 7">
            <a:extLst>
              <a:ext uri="{FF2B5EF4-FFF2-40B4-BE49-F238E27FC236}">
                <a16:creationId xmlns:a16="http://schemas.microsoft.com/office/drawing/2014/main" id="{1ABDDE68-6258-DDCB-028F-0E208115B9FB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3427075" y="2476500"/>
            <a:ext cx="3924300" cy="6515100"/>
          </a:xfrm>
          <a:prstGeom prst="roundRect">
            <a:avLst>
              <a:gd name="adj" fmla="val 7574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C2701936-EEE7-4A74-3B17-5F34A511867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3739813" y="3441945"/>
            <a:ext cx="3268662" cy="874712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 в 1 или 2 строки</a:t>
            </a:r>
          </a:p>
        </p:txBody>
      </p:sp>
      <p:sp>
        <p:nvSpPr>
          <p:cNvPr id="25" name="Текст 41">
            <a:extLst>
              <a:ext uri="{FF2B5EF4-FFF2-40B4-BE49-F238E27FC236}">
                <a16:creationId xmlns:a16="http://schemas.microsoft.com/office/drawing/2014/main" id="{77460E1E-7D30-A1F0-E715-2BE18DF5D80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3739812" y="2759481"/>
            <a:ext cx="542985" cy="542985"/>
          </a:xfrm>
          <a:prstGeom prst="roundRect">
            <a:avLst>
              <a:gd name="adj" fmla="val 22334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 baseline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26" name="Текст 39">
            <a:extLst>
              <a:ext uri="{FF2B5EF4-FFF2-40B4-BE49-F238E27FC236}">
                <a16:creationId xmlns:a16="http://schemas.microsoft.com/office/drawing/2014/main" id="{710F118A-A9C7-FBCB-475D-F2E68F80F73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3739813" y="4310032"/>
            <a:ext cx="3268662" cy="253816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9" name="Рисунок 3">
            <a:extLst>
              <a:ext uri="{FF2B5EF4-FFF2-40B4-BE49-F238E27FC236}">
                <a16:creationId xmlns:a16="http://schemas.microsoft.com/office/drawing/2014/main" id="{AB3A2906-96D7-3032-C81F-96288266A17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" name="Текст 16">
            <a:extLst>
              <a:ext uri="{FF2B5EF4-FFF2-40B4-BE49-F238E27FC236}">
                <a16:creationId xmlns:a16="http://schemas.microsoft.com/office/drawing/2014/main" id="{5C4C34EF-2C9E-0BFD-D2B1-340C09990CC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2" name="Текст 16">
            <a:extLst>
              <a:ext uri="{FF2B5EF4-FFF2-40B4-BE49-F238E27FC236}">
                <a16:creationId xmlns:a16="http://schemas.microsoft.com/office/drawing/2014/main" id="{B92FB17D-E193-4B82-E25F-F8D3D919E5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268492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этапа в 2 столбц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4" name="Рисунок 7">
            <a:extLst>
              <a:ext uri="{FF2B5EF4-FFF2-40B4-BE49-F238E27FC236}">
                <a16:creationId xmlns:a16="http://schemas.microsoft.com/office/drawing/2014/main" id="{DD57CA30-12AE-4724-4AEC-8C72599BDB7E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952499" y="2476500"/>
            <a:ext cx="8077199" cy="3143250"/>
          </a:xfrm>
          <a:prstGeom prst="roundRect">
            <a:avLst>
              <a:gd name="adj" fmla="val 7574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Текст 39">
            <a:extLst>
              <a:ext uri="{FF2B5EF4-FFF2-40B4-BE49-F238E27FC236}">
                <a16:creationId xmlns:a16="http://schemas.microsoft.com/office/drawing/2014/main" id="{C1EA785B-7BF1-35BE-A3B8-6A1FDCE780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65238" y="3441945"/>
            <a:ext cx="7422876" cy="493330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 в 1 строку</a:t>
            </a:r>
          </a:p>
        </p:txBody>
      </p:sp>
      <p:sp>
        <p:nvSpPr>
          <p:cNvPr id="9" name="Текст 41">
            <a:extLst>
              <a:ext uri="{FF2B5EF4-FFF2-40B4-BE49-F238E27FC236}">
                <a16:creationId xmlns:a16="http://schemas.microsoft.com/office/drawing/2014/main" id="{68C8B1C9-94A4-06F0-2692-F35CF0BB3A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65237" y="2759481"/>
            <a:ext cx="542985" cy="542985"/>
          </a:xfrm>
          <a:prstGeom prst="roundRect">
            <a:avLst>
              <a:gd name="adj" fmla="val 22334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 baseline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11" name="Текст 39">
            <a:extLst>
              <a:ext uri="{FF2B5EF4-FFF2-40B4-BE49-F238E27FC236}">
                <a16:creationId xmlns:a16="http://schemas.microsoft.com/office/drawing/2014/main" id="{6C0FC9EB-E686-489A-89CF-AE6EC6594C4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5237" y="4030497"/>
            <a:ext cx="7422876" cy="135704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13" name="Рисунок 7">
            <a:extLst>
              <a:ext uri="{FF2B5EF4-FFF2-40B4-BE49-F238E27FC236}">
                <a16:creationId xmlns:a16="http://schemas.microsoft.com/office/drawing/2014/main" id="{4B7A92C8-076E-C35D-9A96-FAE7511506AB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9252438" y="2476500"/>
            <a:ext cx="8077199" cy="3143250"/>
          </a:xfrm>
          <a:prstGeom prst="roundRect">
            <a:avLst>
              <a:gd name="adj" fmla="val 7574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1CDE9DAA-2970-E8C9-7069-1C5C6323A2C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65177" y="3441945"/>
            <a:ext cx="7422876" cy="493330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 в 1 строку</a:t>
            </a:r>
          </a:p>
        </p:txBody>
      </p:sp>
      <p:sp>
        <p:nvSpPr>
          <p:cNvPr id="21" name="Текст 41">
            <a:extLst>
              <a:ext uri="{FF2B5EF4-FFF2-40B4-BE49-F238E27FC236}">
                <a16:creationId xmlns:a16="http://schemas.microsoft.com/office/drawing/2014/main" id="{548FAD3B-8B81-734E-4404-4FCEBA08E7C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565176" y="2759481"/>
            <a:ext cx="542985" cy="542985"/>
          </a:xfrm>
          <a:prstGeom prst="roundRect">
            <a:avLst>
              <a:gd name="adj" fmla="val 22334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 baseline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E48F2E52-0B45-F1DA-9053-25F1F197797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565176" y="4030497"/>
            <a:ext cx="7422876" cy="135704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29" name="Рисунок 7">
            <a:extLst>
              <a:ext uri="{FF2B5EF4-FFF2-40B4-BE49-F238E27FC236}">
                <a16:creationId xmlns:a16="http://schemas.microsoft.com/office/drawing/2014/main" id="{69614646-25A9-41DA-BE0E-9B7B3C0162B3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952499" y="5835162"/>
            <a:ext cx="8077199" cy="3143250"/>
          </a:xfrm>
          <a:prstGeom prst="roundRect">
            <a:avLst>
              <a:gd name="adj" fmla="val 7574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0" name="Текст 39">
            <a:extLst>
              <a:ext uri="{FF2B5EF4-FFF2-40B4-BE49-F238E27FC236}">
                <a16:creationId xmlns:a16="http://schemas.microsoft.com/office/drawing/2014/main" id="{CC626588-86FE-F8B3-F8E7-F1EBBED4C26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265238" y="6800607"/>
            <a:ext cx="7422876" cy="493330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 в 1 строку</a:t>
            </a:r>
          </a:p>
        </p:txBody>
      </p:sp>
      <p:sp>
        <p:nvSpPr>
          <p:cNvPr id="31" name="Текст 41">
            <a:extLst>
              <a:ext uri="{FF2B5EF4-FFF2-40B4-BE49-F238E27FC236}">
                <a16:creationId xmlns:a16="http://schemas.microsoft.com/office/drawing/2014/main" id="{85366229-1D86-8CC8-ED45-0F664903916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265237" y="6118143"/>
            <a:ext cx="542985" cy="542985"/>
          </a:xfrm>
          <a:prstGeom prst="roundRect">
            <a:avLst>
              <a:gd name="adj" fmla="val 22334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 baseline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2" name="Текст 39">
            <a:extLst>
              <a:ext uri="{FF2B5EF4-FFF2-40B4-BE49-F238E27FC236}">
                <a16:creationId xmlns:a16="http://schemas.microsoft.com/office/drawing/2014/main" id="{7DF7334C-BB12-2D53-00BD-BEB1681E9AE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265237" y="7389159"/>
            <a:ext cx="7422876" cy="135704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34" name="Рисунок 7">
            <a:extLst>
              <a:ext uri="{FF2B5EF4-FFF2-40B4-BE49-F238E27FC236}">
                <a16:creationId xmlns:a16="http://schemas.microsoft.com/office/drawing/2014/main" id="{CA1A5C96-4280-145A-D6A8-0632748D08A5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9252438" y="5835162"/>
            <a:ext cx="8077199" cy="3143250"/>
          </a:xfrm>
          <a:prstGeom prst="roundRect">
            <a:avLst>
              <a:gd name="adj" fmla="val 7574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5" name="Текст 39">
            <a:extLst>
              <a:ext uri="{FF2B5EF4-FFF2-40B4-BE49-F238E27FC236}">
                <a16:creationId xmlns:a16="http://schemas.microsoft.com/office/drawing/2014/main" id="{15E05DAB-E184-307F-9907-A288F6457A3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565177" y="6800607"/>
            <a:ext cx="7422876" cy="493330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 в 1 строку</a:t>
            </a:r>
          </a:p>
        </p:txBody>
      </p:sp>
      <p:sp>
        <p:nvSpPr>
          <p:cNvPr id="36" name="Текст 41">
            <a:extLst>
              <a:ext uri="{FF2B5EF4-FFF2-40B4-BE49-F238E27FC236}">
                <a16:creationId xmlns:a16="http://schemas.microsoft.com/office/drawing/2014/main" id="{8D1D4206-835C-D556-158B-AA515F7D49D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565176" y="6118143"/>
            <a:ext cx="542985" cy="542985"/>
          </a:xfrm>
          <a:prstGeom prst="roundRect">
            <a:avLst>
              <a:gd name="adj" fmla="val 22334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 baseline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7" name="Текст 39">
            <a:extLst>
              <a:ext uri="{FF2B5EF4-FFF2-40B4-BE49-F238E27FC236}">
                <a16:creationId xmlns:a16="http://schemas.microsoft.com/office/drawing/2014/main" id="{3EB55CB7-3AE4-BED8-F8AF-C80D7EB425F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565176" y="7389159"/>
            <a:ext cx="7422876" cy="135704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12" name="Рисунок 3">
            <a:extLst>
              <a:ext uri="{FF2B5EF4-FFF2-40B4-BE49-F238E27FC236}">
                <a16:creationId xmlns:a16="http://schemas.microsoft.com/office/drawing/2014/main" id="{A73F8263-B661-50BE-0537-E9F5D50F976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4" name="Текст 16">
            <a:extLst>
              <a:ext uri="{FF2B5EF4-FFF2-40B4-BE49-F238E27FC236}">
                <a16:creationId xmlns:a16="http://schemas.microsoft.com/office/drawing/2014/main" id="{57D99188-62F8-DEDA-A5DF-8CD2DE27C4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5" name="Текст 16">
            <a:extLst>
              <a:ext uri="{FF2B5EF4-FFF2-40B4-BE49-F238E27FC236}">
                <a16:creationId xmlns:a16="http://schemas.microsoft.com/office/drawing/2014/main" id="{84A1E384-0FDB-401B-4E23-88A4F17E668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56216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в ряд с большой цифройё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CB25F473-D73D-9900-E6F1-3D7C8865ED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52499" y="2383155"/>
            <a:ext cx="12339431" cy="757610"/>
          </a:xfrm>
        </p:spPr>
        <p:txBody>
          <a:bodyPr>
            <a:noAutofit/>
          </a:bodyPr>
          <a:lstStyle>
            <a:lvl1pPr>
              <a:defRPr sz="20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 Разместите свой текст здесь. Текст может быть в несколько строк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8569A155-D24B-4FB4-6A61-88584A3FD0C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499" y="6281530"/>
            <a:ext cx="2705101" cy="1622314"/>
          </a:xfrm>
        </p:spPr>
        <p:txBody>
          <a:bodyPr>
            <a:noAutofit/>
          </a:bodyPr>
          <a:lstStyle>
            <a:lvl1pPr>
              <a:defRPr sz="12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30" name="Текст 39">
            <a:extLst>
              <a:ext uri="{FF2B5EF4-FFF2-40B4-BE49-F238E27FC236}">
                <a16:creationId xmlns:a16="http://schemas.microsoft.com/office/drawing/2014/main" id="{222BD6E8-E0C0-A6B1-4C02-18FDE00709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78046" y="6281530"/>
            <a:ext cx="2705101" cy="1622314"/>
          </a:xfrm>
        </p:spPr>
        <p:txBody>
          <a:bodyPr>
            <a:noAutofit/>
          </a:bodyPr>
          <a:lstStyle>
            <a:lvl1pPr>
              <a:defRPr sz="12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DF279CBA-B878-F0E2-2CC8-34D9487C822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203594" y="6281530"/>
            <a:ext cx="2705101" cy="1622314"/>
          </a:xfrm>
        </p:spPr>
        <p:txBody>
          <a:bodyPr>
            <a:noAutofit/>
          </a:bodyPr>
          <a:lstStyle>
            <a:lvl1pPr>
              <a:defRPr sz="12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" name="Текст 39">
            <a:extLst>
              <a:ext uri="{FF2B5EF4-FFF2-40B4-BE49-F238E27FC236}">
                <a16:creationId xmlns:a16="http://schemas.microsoft.com/office/drawing/2014/main" id="{628B96BA-AE54-3E60-10FA-0F6EDC25859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2498" y="3771900"/>
            <a:ext cx="5129420" cy="2411924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4" name="Текст 39">
            <a:extLst>
              <a:ext uri="{FF2B5EF4-FFF2-40B4-BE49-F238E27FC236}">
                <a16:creationId xmlns:a16="http://schemas.microsoft.com/office/drawing/2014/main" id="{12D29CE3-F0A7-813C-D217-392A85DC2DC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74822" y="3771900"/>
            <a:ext cx="5129420" cy="2411924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5" name="Текст 39">
            <a:extLst>
              <a:ext uri="{FF2B5EF4-FFF2-40B4-BE49-F238E27FC236}">
                <a16:creationId xmlns:a16="http://schemas.microsoft.com/office/drawing/2014/main" id="{DB6F3D74-A45D-02C8-A241-E2D2A57365D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197147" y="3771900"/>
            <a:ext cx="5129420" cy="2411924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11" name="Рисунок 3">
            <a:extLst>
              <a:ext uri="{FF2B5EF4-FFF2-40B4-BE49-F238E27FC236}">
                <a16:creationId xmlns:a16="http://schemas.microsoft.com/office/drawing/2014/main" id="{37C9E934-6669-4755-F38E-767F862432D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2" name="Текст 16">
            <a:extLst>
              <a:ext uri="{FF2B5EF4-FFF2-40B4-BE49-F238E27FC236}">
                <a16:creationId xmlns:a16="http://schemas.microsoft.com/office/drawing/2014/main" id="{8E3C62D7-BFEF-E330-4109-C3C04C5B8DE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3" name="Текст 16">
            <a:extLst>
              <a:ext uri="{FF2B5EF4-FFF2-40B4-BE49-F238E27FC236}">
                <a16:creationId xmlns:a16="http://schemas.microsoft.com/office/drawing/2014/main" id="{C8CDBF05-CA55-A2EB-3579-ADA5F007E2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118245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в ря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CB25F473-D73D-9900-E6F1-3D7C8865ED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52500" y="3085396"/>
            <a:ext cx="5130248" cy="479315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8569A155-D24B-4FB4-6A61-88584A3FD0C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499" y="7033922"/>
            <a:ext cx="2705101" cy="1105479"/>
          </a:xfrm>
        </p:spPr>
        <p:txBody>
          <a:bodyPr anchor="b">
            <a:noAutofit/>
          </a:bodyPr>
          <a:lstStyle>
            <a:lvl1pPr>
              <a:defRPr sz="72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7C1D944D-8EEF-2F76-C167-1995A375C2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78876" y="3085396"/>
            <a:ext cx="5130248" cy="479315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B6D6F4F3-7C62-7DBA-2CD0-43795120016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78875" y="7033922"/>
            <a:ext cx="2705101" cy="1105479"/>
          </a:xfrm>
        </p:spPr>
        <p:txBody>
          <a:bodyPr anchor="b">
            <a:noAutofit/>
          </a:bodyPr>
          <a:lstStyle>
            <a:lvl1pPr>
              <a:defRPr sz="72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19" name="Текст 39">
            <a:extLst>
              <a:ext uri="{FF2B5EF4-FFF2-40B4-BE49-F238E27FC236}">
                <a16:creationId xmlns:a16="http://schemas.microsoft.com/office/drawing/2014/main" id="{1D0EDE87-C9DB-BA3B-6600-4AE9A8F53D2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211050" y="3085396"/>
            <a:ext cx="5130248" cy="479315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0" name="Текст 39">
            <a:extLst>
              <a:ext uri="{FF2B5EF4-FFF2-40B4-BE49-F238E27FC236}">
                <a16:creationId xmlns:a16="http://schemas.microsoft.com/office/drawing/2014/main" id="{5184422C-B8C3-7996-53A0-C40D1EF503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211049" y="7033922"/>
            <a:ext cx="2705101" cy="1105479"/>
          </a:xfrm>
        </p:spPr>
        <p:txBody>
          <a:bodyPr anchor="b">
            <a:noAutofit/>
          </a:bodyPr>
          <a:lstStyle>
            <a:lvl1pPr>
              <a:defRPr sz="72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3" name="Текст 39">
            <a:extLst>
              <a:ext uri="{FF2B5EF4-FFF2-40B4-BE49-F238E27FC236}">
                <a16:creationId xmlns:a16="http://schemas.microsoft.com/office/drawing/2014/main" id="{3FDBE4C7-0594-01F0-2F91-C92BB61F22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2498" y="3684028"/>
            <a:ext cx="5129420" cy="2411924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4" name="Текст 39">
            <a:extLst>
              <a:ext uri="{FF2B5EF4-FFF2-40B4-BE49-F238E27FC236}">
                <a16:creationId xmlns:a16="http://schemas.microsoft.com/office/drawing/2014/main" id="{29ED4B03-614C-9173-C53D-8AFCA8E2F17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74822" y="3684028"/>
            <a:ext cx="5129420" cy="2411924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5" name="Текст 39">
            <a:extLst>
              <a:ext uri="{FF2B5EF4-FFF2-40B4-BE49-F238E27FC236}">
                <a16:creationId xmlns:a16="http://schemas.microsoft.com/office/drawing/2014/main" id="{361282DC-1AB9-BB00-BAB1-32333EF0192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197147" y="3684028"/>
            <a:ext cx="5129420" cy="2411924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11" name="Рисунок 3">
            <a:extLst>
              <a:ext uri="{FF2B5EF4-FFF2-40B4-BE49-F238E27FC236}">
                <a16:creationId xmlns:a16="http://schemas.microsoft.com/office/drawing/2014/main" id="{3736165E-CC42-4183-9AF6-0F65FB8E07C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2" name="Текст 16">
            <a:extLst>
              <a:ext uri="{FF2B5EF4-FFF2-40B4-BE49-F238E27FC236}">
                <a16:creationId xmlns:a16="http://schemas.microsoft.com/office/drawing/2014/main" id="{FABC5E79-8333-6625-5EF2-716BDB7B922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3" name="Текст 16">
            <a:extLst>
              <a:ext uri="{FF2B5EF4-FFF2-40B4-BE49-F238E27FC236}">
                <a16:creationId xmlns:a16="http://schemas.microsoft.com/office/drawing/2014/main" id="{AA70F740-6409-8C0F-CC02-0FBE311D752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20894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этапа с большими цифрами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11">
            <a:extLst>
              <a:ext uri="{FF2B5EF4-FFF2-40B4-BE49-F238E27FC236}">
                <a16:creationId xmlns:a16="http://schemas.microsoft.com/office/drawing/2014/main" id="{BFB63D52-4E68-6147-F565-5E2CAD58E335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9287608" y="2476500"/>
            <a:ext cx="8077200" cy="3143250"/>
          </a:xfrm>
          <a:prstGeom prst="roundRect">
            <a:avLst>
              <a:gd name="adj" fmla="val 10513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5" name="Рисунок 11">
            <a:extLst>
              <a:ext uri="{FF2B5EF4-FFF2-40B4-BE49-F238E27FC236}">
                <a16:creationId xmlns:a16="http://schemas.microsoft.com/office/drawing/2014/main" id="{7455B82E-4F9F-C9D3-03FE-CDB1FC5582F5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952500" y="5870331"/>
            <a:ext cx="8077200" cy="3143250"/>
          </a:xfrm>
          <a:prstGeom prst="roundRect">
            <a:avLst>
              <a:gd name="adj" fmla="val 10513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6" name="Рисунок 11">
            <a:extLst>
              <a:ext uri="{FF2B5EF4-FFF2-40B4-BE49-F238E27FC236}">
                <a16:creationId xmlns:a16="http://schemas.microsoft.com/office/drawing/2014/main" id="{AD9BA1E3-33DC-E382-02F8-B5D634FE9D83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9287608" y="5870331"/>
            <a:ext cx="8077200" cy="3143250"/>
          </a:xfrm>
          <a:prstGeom prst="roundRect">
            <a:avLst>
              <a:gd name="adj" fmla="val 10513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9954FD9F-8D7A-2532-D869-D05A50170410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952500" y="2476500"/>
            <a:ext cx="8077200" cy="3143250"/>
          </a:xfrm>
          <a:prstGeom prst="roundRect">
            <a:avLst>
              <a:gd name="adj" fmla="val 10513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CB25F473-D73D-9900-E6F1-3D7C8865ED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65238" y="2805842"/>
            <a:ext cx="7422878" cy="464376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8D6558BF-A2BA-1F7F-5508-F4FBB71A3B9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65238" y="6171895"/>
            <a:ext cx="7422878" cy="464376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80316F50-9BF0-28D8-0FD8-12BB69AF2D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561099" y="2805842"/>
            <a:ext cx="7422878" cy="464376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2" name="Текст 39">
            <a:extLst>
              <a:ext uri="{FF2B5EF4-FFF2-40B4-BE49-F238E27FC236}">
                <a16:creationId xmlns:a16="http://schemas.microsoft.com/office/drawing/2014/main" id="{045F4BFF-63D7-D9E3-5DC4-E3D28C4322D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561099" y="6171895"/>
            <a:ext cx="7422878" cy="464376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" name="Текст 39">
            <a:extLst>
              <a:ext uri="{FF2B5EF4-FFF2-40B4-BE49-F238E27FC236}">
                <a16:creationId xmlns:a16="http://schemas.microsoft.com/office/drawing/2014/main" id="{3789C145-2E5C-6EB0-468F-C44AEDF92A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03165" y="3701887"/>
            <a:ext cx="1926534" cy="1917863"/>
          </a:xfrm>
        </p:spPr>
        <p:txBody>
          <a:bodyPr anchor="ctr">
            <a:noAutofit/>
          </a:bodyPr>
          <a:lstStyle>
            <a:lvl1pPr algn="r">
              <a:defRPr sz="18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1</a:t>
            </a:r>
          </a:p>
        </p:txBody>
      </p:sp>
      <p:sp>
        <p:nvSpPr>
          <p:cNvPr id="7" name="Текст 39">
            <a:extLst>
              <a:ext uri="{FF2B5EF4-FFF2-40B4-BE49-F238E27FC236}">
                <a16:creationId xmlns:a16="http://schemas.microsoft.com/office/drawing/2014/main" id="{C01DC410-D546-FE62-5DC5-BE0E882D129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5399026" y="3701887"/>
            <a:ext cx="1926534" cy="1917863"/>
          </a:xfrm>
        </p:spPr>
        <p:txBody>
          <a:bodyPr anchor="ctr">
            <a:noAutofit/>
          </a:bodyPr>
          <a:lstStyle>
            <a:lvl1pPr algn="r">
              <a:defRPr sz="18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</a:t>
            </a:r>
          </a:p>
        </p:txBody>
      </p:sp>
      <p:sp>
        <p:nvSpPr>
          <p:cNvPr id="8" name="Текст 39">
            <a:extLst>
              <a:ext uri="{FF2B5EF4-FFF2-40B4-BE49-F238E27FC236}">
                <a16:creationId xmlns:a16="http://schemas.microsoft.com/office/drawing/2014/main" id="{F9AEC962-9198-805D-B00C-EF933768262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103165" y="7067939"/>
            <a:ext cx="1926534" cy="1917863"/>
          </a:xfrm>
        </p:spPr>
        <p:txBody>
          <a:bodyPr anchor="ctr">
            <a:noAutofit/>
          </a:bodyPr>
          <a:lstStyle>
            <a:lvl1pPr algn="r">
              <a:defRPr sz="18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3</a:t>
            </a:r>
          </a:p>
        </p:txBody>
      </p:sp>
      <p:sp>
        <p:nvSpPr>
          <p:cNvPr id="9" name="Текст 39">
            <a:extLst>
              <a:ext uri="{FF2B5EF4-FFF2-40B4-BE49-F238E27FC236}">
                <a16:creationId xmlns:a16="http://schemas.microsoft.com/office/drawing/2014/main" id="{A78CE61D-ECDD-8D2D-3D3C-4CC71E9D063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5399026" y="7067939"/>
            <a:ext cx="1926534" cy="1917863"/>
          </a:xfrm>
        </p:spPr>
        <p:txBody>
          <a:bodyPr anchor="ctr">
            <a:noAutofit/>
          </a:bodyPr>
          <a:lstStyle>
            <a:lvl1pPr algn="r">
              <a:defRPr sz="18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4</a:t>
            </a:r>
          </a:p>
        </p:txBody>
      </p:sp>
      <p:sp>
        <p:nvSpPr>
          <p:cNvPr id="4" name="Текст 39">
            <a:extLst>
              <a:ext uri="{FF2B5EF4-FFF2-40B4-BE49-F238E27FC236}">
                <a16:creationId xmlns:a16="http://schemas.microsoft.com/office/drawing/2014/main" id="{88EC5679-46FF-00F0-12EF-1AC4712D4C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5238" y="3388969"/>
            <a:ext cx="5703974" cy="1917863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5" name="Текст 39">
            <a:extLst>
              <a:ext uri="{FF2B5EF4-FFF2-40B4-BE49-F238E27FC236}">
                <a16:creationId xmlns:a16="http://schemas.microsoft.com/office/drawing/2014/main" id="{F5DCE52F-CB5E-2141-C914-FA290DB02A5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556621" y="3388969"/>
            <a:ext cx="5703974" cy="1917863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6" name="Текст 39">
            <a:extLst>
              <a:ext uri="{FF2B5EF4-FFF2-40B4-BE49-F238E27FC236}">
                <a16:creationId xmlns:a16="http://schemas.microsoft.com/office/drawing/2014/main" id="{EE431399-097C-CDCE-5631-C7A902956C3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265238" y="6774721"/>
            <a:ext cx="5703974" cy="1917863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10" name="Текст 39">
            <a:extLst>
              <a:ext uri="{FF2B5EF4-FFF2-40B4-BE49-F238E27FC236}">
                <a16:creationId xmlns:a16="http://schemas.microsoft.com/office/drawing/2014/main" id="{5B39AB8F-2869-207A-BA57-7242D01FA7D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556621" y="6774721"/>
            <a:ext cx="5703974" cy="1917863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23" name="Рисунок 3">
            <a:extLst>
              <a:ext uri="{FF2B5EF4-FFF2-40B4-BE49-F238E27FC236}">
                <a16:creationId xmlns:a16="http://schemas.microsoft.com/office/drawing/2014/main" id="{ABE36BE7-2090-9751-60D2-DD660244165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4" name="Текст 16">
            <a:extLst>
              <a:ext uri="{FF2B5EF4-FFF2-40B4-BE49-F238E27FC236}">
                <a16:creationId xmlns:a16="http://schemas.microsoft.com/office/drawing/2014/main" id="{56F630D0-48AA-A944-C00A-E94E88E00C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25" name="Текст 16">
            <a:extLst>
              <a:ext uri="{FF2B5EF4-FFF2-40B4-BE49-F238E27FC236}">
                <a16:creationId xmlns:a16="http://schemas.microsoft.com/office/drawing/2014/main" id="{DBBBC37B-B7F8-B0FA-B27C-77680D5BD92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828542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этапов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11">
            <a:extLst>
              <a:ext uri="{FF2B5EF4-FFF2-40B4-BE49-F238E27FC236}">
                <a16:creationId xmlns:a16="http://schemas.microsoft.com/office/drawing/2014/main" id="{72A59E1C-6AD5-2218-841C-5DAC4B38CB1C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952500" y="2476500"/>
            <a:ext cx="5289236" cy="3143250"/>
          </a:xfrm>
          <a:prstGeom prst="roundRect">
            <a:avLst>
              <a:gd name="adj" fmla="val 10513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Рисунок 11">
            <a:extLst>
              <a:ext uri="{FF2B5EF4-FFF2-40B4-BE49-F238E27FC236}">
                <a16:creationId xmlns:a16="http://schemas.microsoft.com/office/drawing/2014/main" id="{A5FE95DF-F964-5E9E-800F-DA75832A8798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6500683" y="2476500"/>
            <a:ext cx="5289236" cy="3143250"/>
          </a:xfrm>
          <a:prstGeom prst="roundRect">
            <a:avLst>
              <a:gd name="adj" fmla="val 10513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09FC4F18-F433-C435-0338-E8580463C86E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12039837" y="2476500"/>
            <a:ext cx="5289236" cy="3143250"/>
          </a:xfrm>
          <a:prstGeom prst="roundRect">
            <a:avLst>
              <a:gd name="adj" fmla="val 10513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3" name="Рисунок 11">
            <a:extLst>
              <a:ext uri="{FF2B5EF4-FFF2-40B4-BE49-F238E27FC236}">
                <a16:creationId xmlns:a16="http://schemas.microsoft.com/office/drawing/2014/main" id="{7F087C74-D6A9-9DC3-FDAF-548405465BB3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952499" y="5852747"/>
            <a:ext cx="8073953" cy="3143250"/>
          </a:xfrm>
          <a:prstGeom prst="roundRect">
            <a:avLst>
              <a:gd name="adj" fmla="val 10513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4" name="Рисунок 11">
            <a:extLst>
              <a:ext uri="{FF2B5EF4-FFF2-40B4-BE49-F238E27FC236}">
                <a16:creationId xmlns:a16="http://schemas.microsoft.com/office/drawing/2014/main" id="{535EB632-92C3-F37F-DD94-762AFE8AC3F2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9261548" y="5852747"/>
            <a:ext cx="8073952" cy="3143250"/>
          </a:xfrm>
          <a:prstGeom prst="roundRect">
            <a:avLst>
              <a:gd name="adj" fmla="val 10513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22" name="Текст 39">
            <a:extLst>
              <a:ext uri="{FF2B5EF4-FFF2-40B4-BE49-F238E27FC236}">
                <a16:creationId xmlns:a16="http://schemas.microsoft.com/office/drawing/2014/main" id="{045F4BFF-63D7-D9E3-5DC4-E3D28C4322D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561099" y="7126288"/>
            <a:ext cx="7422878" cy="464376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2E4FFD63-0349-5C67-3A8C-EDD20AC45D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61099" y="6125536"/>
            <a:ext cx="2705101" cy="942842"/>
          </a:xfrm>
        </p:spPr>
        <p:txBody>
          <a:bodyPr anchor="b">
            <a:noAutofit/>
          </a:bodyPr>
          <a:lstStyle>
            <a:lvl1pPr>
              <a:defRPr sz="72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6" name="Текст 39">
            <a:extLst>
              <a:ext uri="{FF2B5EF4-FFF2-40B4-BE49-F238E27FC236}">
                <a16:creationId xmlns:a16="http://schemas.microsoft.com/office/drawing/2014/main" id="{7698BC26-2F44-2A13-80C5-8BC586BF91F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57358" y="7126288"/>
            <a:ext cx="7422878" cy="464376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9" name="Текст 39">
            <a:extLst>
              <a:ext uri="{FF2B5EF4-FFF2-40B4-BE49-F238E27FC236}">
                <a16:creationId xmlns:a16="http://schemas.microsoft.com/office/drawing/2014/main" id="{1D0AE1AC-F06A-1D71-B257-35A86FEA78F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57358" y="6125536"/>
            <a:ext cx="2705101" cy="942842"/>
          </a:xfrm>
        </p:spPr>
        <p:txBody>
          <a:bodyPr anchor="b">
            <a:noAutofit/>
          </a:bodyPr>
          <a:lstStyle>
            <a:lvl1pPr>
              <a:defRPr sz="72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44" name="Текст 39">
            <a:extLst>
              <a:ext uri="{FF2B5EF4-FFF2-40B4-BE49-F238E27FC236}">
                <a16:creationId xmlns:a16="http://schemas.microsoft.com/office/drawing/2014/main" id="{1275CF04-C2BB-C1B6-E89F-AAB08FB9A43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257358" y="3752894"/>
            <a:ext cx="4686242" cy="464376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6" name="Текст 39">
            <a:extLst>
              <a:ext uri="{FF2B5EF4-FFF2-40B4-BE49-F238E27FC236}">
                <a16:creationId xmlns:a16="http://schemas.microsoft.com/office/drawing/2014/main" id="{5F3A10F4-C8E3-DEFF-E0B7-F35236A2B01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257358" y="2752142"/>
            <a:ext cx="2705101" cy="942842"/>
          </a:xfrm>
        </p:spPr>
        <p:txBody>
          <a:bodyPr anchor="b">
            <a:noAutofit/>
          </a:bodyPr>
          <a:lstStyle>
            <a:lvl1pPr>
              <a:defRPr sz="72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49" name="Текст 39">
            <a:extLst>
              <a:ext uri="{FF2B5EF4-FFF2-40B4-BE49-F238E27FC236}">
                <a16:creationId xmlns:a16="http://schemas.microsoft.com/office/drawing/2014/main" id="{BD4680B1-C029-9D80-8E54-1468AEB8844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794086" y="3752894"/>
            <a:ext cx="4686242" cy="464376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0" name="Текст 39">
            <a:extLst>
              <a:ext uri="{FF2B5EF4-FFF2-40B4-BE49-F238E27FC236}">
                <a16:creationId xmlns:a16="http://schemas.microsoft.com/office/drawing/2014/main" id="{26991E04-A291-8195-E377-666E93B02E5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794086" y="2752142"/>
            <a:ext cx="2705101" cy="942842"/>
          </a:xfrm>
        </p:spPr>
        <p:txBody>
          <a:bodyPr anchor="b">
            <a:noAutofit/>
          </a:bodyPr>
          <a:lstStyle>
            <a:lvl1pPr>
              <a:defRPr sz="72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53" name="Текст 39">
            <a:extLst>
              <a:ext uri="{FF2B5EF4-FFF2-40B4-BE49-F238E27FC236}">
                <a16:creationId xmlns:a16="http://schemas.microsoft.com/office/drawing/2014/main" id="{B5693073-0962-4C85-879C-62BA72767FD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2329913" y="3752894"/>
            <a:ext cx="4686242" cy="464376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4" name="Текст 39">
            <a:extLst>
              <a:ext uri="{FF2B5EF4-FFF2-40B4-BE49-F238E27FC236}">
                <a16:creationId xmlns:a16="http://schemas.microsoft.com/office/drawing/2014/main" id="{D10B3412-D21A-8E2A-B67E-7C65CF3722F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2329913" y="2752142"/>
            <a:ext cx="2705101" cy="942842"/>
          </a:xfrm>
        </p:spPr>
        <p:txBody>
          <a:bodyPr anchor="b">
            <a:noAutofit/>
          </a:bodyPr>
          <a:lstStyle>
            <a:lvl1pPr>
              <a:defRPr sz="72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" name="Текст 39">
            <a:extLst>
              <a:ext uri="{FF2B5EF4-FFF2-40B4-BE49-F238E27FC236}">
                <a16:creationId xmlns:a16="http://schemas.microsoft.com/office/drawing/2014/main" id="{50C8128F-6DC5-2AFC-73DE-B99DFEFAC3E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57359" y="4275181"/>
            <a:ext cx="4686242" cy="1133062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4" name="Текст 39">
            <a:extLst>
              <a:ext uri="{FF2B5EF4-FFF2-40B4-BE49-F238E27FC236}">
                <a16:creationId xmlns:a16="http://schemas.microsoft.com/office/drawing/2014/main" id="{712EE35B-1A64-41AE-B090-DF985A1355A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794085" y="4275181"/>
            <a:ext cx="4686242" cy="1133062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5" name="Текст 39">
            <a:extLst>
              <a:ext uri="{FF2B5EF4-FFF2-40B4-BE49-F238E27FC236}">
                <a16:creationId xmlns:a16="http://schemas.microsoft.com/office/drawing/2014/main" id="{2AA13441-C4E4-9C9A-CBBF-224B96234B5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57359" y="7660933"/>
            <a:ext cx="3660630" cy="1133062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7" name="Текст 39">
            <a:extLst>
              <a:ext uri="{FF2B5EF4-FFF2-40B4-BE49-F238E27FC236}">
                <a16:creationId xmlns:a16="http://schemas.microsoft.com/office/drawing/2014/main" id="{B66AE09D-62B8-6993-56EE-2B8EF53B90A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2329912" y="4275181"/>
            <a:ext cx="4686242" cy="1133062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9" name="Текст 39">
            <a:extLst>
              <a:ext uri="{FF2B5EF4-FFF2-40B4-BE49-F238E27FC236}">
                <a16:creationId xmlns:a16="http://schemas.microsoft.com/office/drawing/2014/main" id="{033D08C5-276A-C98B-092A-AD867BB6CD9B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038526" y="7660933"/>
            <a:ext cx="3660630" cy="1133062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0" name="Текст 39">
            <a:extLst>
              <a:ext uri="{FF2B5EF4-FFF2-40B4-BE49-F238E27FC236}">
                <a16:creationId xmlns:a16="http://schemas.microsoft.com/office/drawing/2014/main" id="{2D86AC43-9CF7-B46D-4DD1-98D9F8BE8B7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561100" y="7660933"/>
            <a:ext cx="3660630" cy="1133062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1" name="Текст 39">
            <a:extLst>
              <a:ext uri="{FF2B5EF4-FFF2-40B4-BE49-F238E27FC236}">
                <a16:creationId xmlns:a16="http://schemas.microsoft.com/office/drawing/2014/main" id="{C949B291-B8FE-DFB2-CB31-2E7F639E5DA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3342267" y="7660933"/>
            <a:ext cx="3660630" cy="1133062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5" name="Рисунок 3">
            <a:extLst>
              <a:ext uri="{FF2B5EF4-FFF2-40B4-BE49-F238E27FC236}">
                <a16:creationId xmlns:a16="http://schemas.microsoft.com/office/drawing/2014/main" id="{64A1E82E-A9AC-E1C3-FB5D-C9434665EDB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6" name="Текст 16">
            <a:extLst>
              <a:ext uri="{FF2B5EF4-FFF2-40B4-BE49-F238E27FC236}">
                <a16:creationId xmlns:a16="http://schemas.microsoft.com/office/drawing/2014/main" id="{C9B1CB3F-A79A-237E-4821-0E3A327389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9" name="Текст 16">
            <a:extLst>
              <a:ext uri="{FF2B5EF4-FFF2-40B4-BE49-F238E27FC236}">
                <a16:creationId xmlns:a16="http://schemas.microsoft.com/office/drawing/2014/main" id="{0888C5ED-7991-E034-F1C7-395F07769F3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987795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этапов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11">
            <a:extLst>
              <a:ext uri="{FF2B5EF4-FFF2-40B4-BE49-F238E27FC236}">
                <a16:creationId xmlns:a16="http://schemas.microsoft.com/office/drawing/2014/main" id="{CE32A929-2A24-B83C-1E0B-AEF3DE42BF04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952500" y="2476500"/>
            <a:ext cx="8077200" cy="2019300"/>
          </a:xfrm>
          <a:prstGeom prst="roundRect">
            <a:avLst>
              <a:gd name="adj" fmla="val 9025"/>
            </a:avLst>
          </a:prstGeom>
          <a:solidFill>
            <a:srgbClr val="EA0B4C"/>
          </a:solidFill>
          <a:ln>
            <a:solidFill>
              <a:schemeClr val="accent1"/>
            </a:solidFill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" name="Рисунок 11">
            <a:extLst>
              <a:ext uri="{FF2B5EF4-FFF2-40B4-BE49-F238E27FC236}">
                <a16:creationId xmlns:a16="http://schemas.microsoft.com/office/drawing/2014/main" id="{3E2637A6-A892-6143-56A9-40F32D20DF65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9252439" y="2476500"/>
            <a:ext cx="8077200" cy="2019300"/>
          </a:xfrm>
          <a:prstGeom prst="roundRect">
            <a:avLst>
              <a:gd name="adj" fmla="val 8154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A27331BA-BA0C-EE38-1AF6-742CA0412047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952500" y="4727331"/>
            <a:ext cx="8077200" cy="2019300"/>
          </a:xfrm>
          <a:prstGeom prst="roundRect">
            <a:avLst>
              <a:gd name="adj" fmla="val 9025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3" name="Рисунок 11">
            <a:extLst>
              <a:ext uri="{FF2B5EF4-FFF2-40B4-BE49-F238E27FC236}">
                <a16:creationId xmlns:a16="http://schemas.microsoft.com/office/drawing/2014/main" id="{9D2B1D6A-0119-407A-C819-255A0D5F4B39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9252439" y="4727331"/>
            <a:ext cx="8077200" cy="2019300"/>
          </a:xfrm>
          <a:prstGeom prst="roundRect">
            <a:avLst>
              <a:gd name="adj" fmla="val 9896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4" name="Рисунок 11">
            <a:extLst>
              <a:ext uri="{FF2B5EF4-FFF2-40B4-BE49-F238E27FC236}">
                <a16:creationId xmlns:a16="http://schemas.microsoft.com/office/drawing/2014/main" id="{6246B142-03A0-0BC4-D42D-6F19255AC806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952500" y="6960577"/>
            <a:ext cx="8077200" cy="2019300"/>
          </a:xfrm>
          <a:prstGeom prst="roundRect">
            <a:avLst>
              <a:gd name="adj" fmla="val 9025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5" name="Рисунок 11">
            <a:extLst>
              <a:ext uri="{FF2B5EF4-FFF2-40B4-BE49-F238E27FC236}">
                <a16:creationId xmlns:a16="http://schemas.microsoft.com/office/drawing/2014/main" id="{8019F325-8C9F-A93E-082A-7F26B3D25620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9252439" y="6960577"/>
            <a:ext cx="8077200" cy="2019300"/>
          </a:xfrm>
          <a:prstGeom prst="roundRect">
            <a:avLst>
              <a:gd name="adj" fmla="val 9025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CB25F473-D73D-9900-E6F1-3D7C8865ED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68747" y="2743968"/>
            <a:ext cx="6919369" cy="464376"/>
          </a:xfrm>
        </p:spPr>
        <p:txBody>
          <a:bodyPr>
            <a:noAutofit/>
          </a:bodyPr>
          <a:lstStyle>
            <a:lvl1pPr>
              <a:defRPr sz="24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3392CD68-BAFF-5537-414E-0BC2CC0FF9E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68747" y="5005255"/>
            <a:ext cx="6919369" cy="464376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7" name="Текст 39">
            <a:extLst>
              <a:ext uri="{FF2B5EF4-FFF2-40B4-BE49-F238E27FC236}">
                <a16:creationId xmlns:a16="http://schemas.microsoft.com/office/drawing/2014/main" id="{E5B5AC50-16B7-165C-91BB-670282FBEA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68747" y="7241828"/>
            <a:ext cx="6919369" cy="464376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2" name="Текст 39">
            <a:extLst>
              <a:ext uri="{FF2B5EF4-FFF2-40B4-BE49-F238E27FC236}">
                <a16:creationId xmlns:a16="http://schemas.microsoft.com/office/drawing/2014/main" id="{BEDECA65-93CA-1774-2F86-5FD35B5B65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072487" y="2743968"/>
            <a:ext cx="6919369" cy="464376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7" name="Текст 39">
            <a:extLst>
              <a:ext uri="{FF2B5EF4-FFF2-40B4-BE49-F238E27FC236}">
                <a16:creationId xmlns:a16="http://schemas.microsoft.com/office/drawing/2014/main" id="{05520456-AE39-821C-04C7-4A972817B31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072487" y="5005255"/>
            <a:ext cx="6919369" cy="464376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2" name="Текст 39">
            <a:extLst>
              <a:ext uri="{FF2B5EF4-FFF2-40B4-BE49-F238E27FC236}">
                <a16:creationId xmlns:a16="http://schemas.microsoft.com/office/drawing/2014/main" id="{92250F9E-2194-D186-01E4-45705986070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072487" y="7241828"/>
            <a:ext cx="6919369" cy="464376"/>
          </a:xfrm>
        </p:spPr>
        <p:txBody>
          <a:bodyPr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" name="Текст 39">
            <a:extLst>
              <a:ext uri="{FF2B5EF4-FFF2-40B4-BE49-F238E27FC236}">
                <a16:creationId xmlns:a16="http://schemas.microsoft.com/office/drawing/2014/main" id="{C3282441-619B-D553-0F1E-C736626B6C5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5238" y="3301648"/>
            <a:ext cx="7422878" cy="973790"/>
          </a:xfrm>
        </p:spPr>
        <p:txBody>
          <a:bodyPr>
            <a:noAutofit/>
          </a:bodyPr>
          <a:lstStyle>
            <a:lvl1pPr>
              <a:defRPr sz="16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4" name="Текст 39">
            <a:extLst>
              <a:ext uri="{FF2B5EF4-FFF2-40B4-BE49-F238E27FC236}">
                <a16:creationId xmlns:a16="http://schemas.microsoft.com/office/drawing/2014/main" id="{41AA93F7-59DD-4993-10AF-72FF8AE1EA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65238" y="5562935"/>
            <a:ext cx="7422878" cy="973790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7" name="Текст 39">
            <a:extLst>
              <a:ext uri="{FF2B5EF4-FFF2-40B4-BE49-F238E27FC236}">
                <a16:creationId xmlns:a16="http://schemas.microsoft.com/office/drawing/2014/main" id="{82F6767E-D00C-064B-447C-F18E0B9763C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65238" y="7824222"/>
            <a:ext cx="7422878" cy="973790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8" name="Текст 39">
            <a:extLst>
              <a:ext uri="{FF2B5EF4-FFF2-40B4-BE49-F238E27FC236}">
                <a16:creationId xmlns:a16="http://schemas.microsoft.com/office/drawing/2014/main" id="{B78D2624-21A1-DE67-15DB-F52D63513CC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568979" y="3301648"/>
            <a:ext cx="7422878" cy="973790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9" name="Текст 39">
            <a:extLst>
              <a:ext uri="{FF2B5EF4-FFF2-40B4-BE49-F238E27FC236}">
                <a16:creationId xmlns:a16="http://schemas.microsoft.com/office/drawing/2014/main" id="{A72A35DF-E224-F7C9-0F37-3DC9A8F7A23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568979" y="5562935"/>
            <a:ext cx="7422878" cy="973790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1" name="Текст 39">
            <a:extLst>
              <a:ext uri="{FF2B5EF4-FFF2-40B4-BE49-F238E27FC236}">
                <a16:creationId xmlns:a16="http://schemas.microsoft.com/office/drawing/2014/main" id="{252A8382-C675-6170-2930-8D0CAA2B5B7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568979" y="7824222"/>
            <a:ext cx="7422878" cy="973790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6" name="Текст 41">
            <a:extLst>
              <a:ext uri="{FF2B5EF4-FFF2-40B4-BE49-F238E27FC236}">
                <a16:creationId xmlns:a16="http://schemas.microsoft.com/office/drawing/2014/main" id="{B9352896-D5AA-49F9-7ADE-A03191D1A7E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201611" y="4983277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17" name="Текст 41">
            <a:extLst>
              <a:ext uri="{FF2B5EF4-FFF2-40B4-BE49-F238E27FC236}">
                <a16:creationId xmlns:a16="http://schemas.microsoft.com/office/drawing/2014/main" id="{32CC2487-3ED3-B100-ED5A-34CA886F275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201611" y="2718059"/>
            <a:ext cx="503509" cy="503509"/>
          </a:xfrm>
          <a:prstGeom prst="roundRect">
            <a:avLst>
              <a:gd name="adj" fmla="val 16667"/>
            </a:avLst>
          </a:prstGeom>
          <a:solidFill>
            <a:schemeClr val="bg1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18" name="Текст 41">
            <a:extLst>
              <a:ext uri="{FF2B5EF4-FFF2-40B4-BE49-F238E27FC236}">
                <a16:creationId xmlns:a16="http://schemas.microsoft.com/office/drawing/2014/main" id="{3DAEC846-D5FB-63F0-BB01-748F1780C9C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201611" y="7217323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19" name="Текст 41">
            <a:extLst>
              <a:ext uri="{FF2B5EF4-FFF2-40B4-BE49-F238E27FC236}">
                <a16:creationId xmlns:a16="http://schemas.microsoft.com/office/drawing/2014/main" id="{562560C3-0724-5A17-934D-DF82F761D47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493556" y="4983277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20" name="Текст 41">
            <a:extLst>
              <a:ext uri="{FF2B5EF4-FFF2-40B4-BE49-F238E27FC236}">
                <a16:creationId xmlns:a16="http://schemas.microsoft.com/office/drawing/2014/main" id="{E2E754C4-7BC8-6E26-9575-D04D64FC252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493556" y="7217323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06</a:t>
            </a:r>
          </a:p>
        </p:txBody>
      </p:sp>
      <p:sp>
        <p:nvSpPr>
          <p:cNvPr id="21" name="Текст 41">
            <a:extLst>
              <a:ext uri="{FF2B5EF4-FFF2-40B4-BE49-F238E27FC236}">
                <a16:creationId xmlns:a16="http://schemas.microsoft.com/office/drawing/2014/main" id="{B6A470BB-A4B8-841A-4811-261702A5E68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493556" y="2728450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10" name="Рисунок 3">
            <a:extLst>
              <a:ext uri="{FF2B5EF4-FFF2-40B4-BE49-F238E27FC236}">
                <a16:creationId xmlns:a16="http://schemas.microsoft.com/office/drawing/2014/main" id="{4BC67D59-F0C8-E3A2-D6D9-5D59A95B3A6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2" name="Текст 16">
            <a:extLst>
              <a:ext uri="{FF2B5EF4-FFF2-40B4-BE49-F238E27FC236}">
                <a16:creationId xmlns:a16="http://schemas.microsoft.com/office/drawing/2014/main" id="{3B508A66-60D4-7778-CEB5-7DDEC55BE60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25" name="Текст 16">
            <a:extLst>
              <a:ext uri="{FF2B5EF4-FFF2-40B4-BE49-F238E27FC236}">
                <a16:creationId xmlns:a16="http://schemas.microsoft.com/office/drawing/2014/main" id="{95C92D2B-E04B-3A17-73C7-5CB82CBD2E0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397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этапов мини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11">
            <a:extLst>
              <a:ext uri="{FF2B5EF4-FFF2-40B4-BE49-F238E27FC236}">
                <a16:creationId xmlns:a16="http://schemas.microsoft.com/office/drawing/2014/main" id="{B31FB99A-193C-481C-225B-1D7A751D5E2B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952500" y="3786611"/>
            <a:ext cx="5286372" cy="2537988"/>
          </a:xfrm>
          <a:prstGeom prst="roundRect">
            <a:avLst>
              <a:gd name="adj" fmla="val 9025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Текст 41">
            <a:extLst>
              <a:ext uri="{FF2B5EF4-FFF2-40B4-BE49-F238E27FC236}">
                <a16:creationId xmlns:a16="http://schemas.microsoft.com/office/drawing/2014/main" id="{40E60347-D7A0-DCDF-2E87-504478F30B8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268111" y="4019003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80316F50-9BF0-28D8-0FD8-12BB69AF2D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257300" y="4643633"/>
            <a:ext cx="4777277" cy="464376"/>
          </a:xfrm>
        </p:spPr>
        <p:txBody>
          <a:bodyPr>
            <a:noAutofit/>
          </a:bodyPr>
          <a:lstStyle>
            <a:lvl1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" name="Текст 39">
            <a:extLst>
              <a:ext uri="{FF2B5EF4-FFF2-40B4-BE49-F238E27FC236}">
                <a16:creationId xmlns:a16="http://schemas.microsoft.com/office/drawing/2014/main" id="{9B91557A-DBF0-7253-FCE0-FD13CD88E2F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52822" y="5229294"/>
            <a:ext cx="4777276" cy="896242"/>
          </a:xfrm>
        </p:spPr>
        <p:txBody>
          <a:bodyPr>
            <a:noAutofit/>
          </a:bodyPr>
          <a:lstStyle>
            <a:lvl1pPr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32" name="Текст 39">
            <a:extLst>
              <a:ext uri="{FF2B5EF4-FFF2-40B4-BE49-F238E27FC236}">
                <a16:creationId xmlns:a16="http://schemas.microsoft.com/office/drawing/2014/main" id="{0F666A21-812F-E55F-AA02-F36F3550390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52500" y="2414734"/>
            <a:ext cx="8257077" cy="1133061"/>
          </a:xfrm>
        </p:spPr>
        <p:txBody>
          <a:bodyPr>
            <a:noAutofit/>
          </a:bodyPr>
          <a:lstStyle>
            <a:lvl1pPr>
              <a:defRPr sz="18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Разместите свой текст в несколько строк здесь.</a:t>
            </a:r>
          </a:p>
        </p:txBody>
      </p:sp>
      <p:sp>
        <p:nvSpPr>
          <p:cNvPr id="7" name="Рисунок 11">
            <a:extLst>
              <a:ext uri="{FF2B5EF4-FFF2-40B4-BE49-F238E27FC236}">
                <a16:creationId xmlns:a16="http://schemas.microsoft.com/office/drawing/2014/main" id="{0218E60A-0C0C-3132-A3C0-11071D2C9BDB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952500" y="6579687"/>
            <a:ext cx="5286372" cy="2537988"/>
          </a:xfrm>
          <a:prstGeom prst="roundRect">
            <a:avLst>
              <a:gd name="adj" fmla="val 9025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Текст 41">
            <a:extLst>
              <a:ext uri="{FF2B5EF4-FFF2-40B4-BE49-F238E27FC236}">
                <a16:creationId xmlns:a16="http://schemas.microsoft.com/office/drawing/2014/main" id="{E2FA21B3-F796-6B88-E4B1-4299D2626B6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268111" y="6812079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9" name="Текст 39">
            <a:extLst>
              <a:ext uri="{FF2B5EF4-FFF2-40B4-BE49-F238E27FC236}">
                <a16:creationId xmlns:a16="http://schemas.microsoft.com/office/drawing/2014/main" id="{5DBACA04-8FAF-00C2-9DCC-41C177A4237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257300" y="7436709"/>
            <a:ext cx="4777277" cy="464376"/>
          </a:xfrm>
        </p:spPr>
        <p:txBody>
          <a:bodyPr>
            <a:noAutofit/>
          </a:bodyPr>
          <a:lstStyle>
            <a:lvl1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" name="Текст 39">
            <a:extLst>
              <a:ext uri="{FF2B5EF4-FFF2-40B4-BE49-F238E27FC236}">
                <a16:creationId xmlns:a16="http://schemas.microsoft.com/office/drawing/2014/main" id="{92A2A509-C378-E327-10FB-ACD4ACF6215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52822" y="8022370"/>
            <a:ext cx="4777276" cy="896242"/>
          </a:xfrm>
        </p:spPr>
        <p:txBody>
          <a:bodyPr>
            <a:noAutofit/>
          </a:bodyPr>
          <a:lstStyle>
            <a:lvl1pPr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11" name="Рисунок 11">
            <a:extLst>
              <a:ext uri="{FF2B5EF4-FFF2-40B4-BE49-F238E27FC236}">
                <a16:creationId xmlns:a16="http://schemas.microsoft.com/office/drawing/2014/main" id="{C8F77B17-49D8-4D51-55EC-10B401E7522C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6505400" y="3786611"/>
            <a:ext cx="5286372" cy="2537988"/>
          </a:xfrm>
          <a:prstGeom prst="roundRect">
            <a:avLst>
              <a:gd name="adj" fmla="val 9025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2" name="Текст 41">
            <a:extLst>
              <a:ext uri="{FF2B5EF4-FFF2-40B4-BE49-F238E27FC236}">
                <a16:creationId xmlns:a16="http://schemas.microsoft.com/office/drawing/2014/main" id="{2130D899-47CC-F557-55C5-35D47D69DBB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6821011" y="4019003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B50202E1-575B-F0E6-5319-2576404DE1DE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810200" y="4643633"/>
            <a:ext cx="4777277" cy="464376"/>
          </a:xfrm>
        </p:spPr>
        <p:txBody>
          <a:bodyPr>
            <a:noAutofit/>
          </a:bodyPr>
          <a:lstStyle>
            <a:lvl1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03701967-F24F-0439-BC1E-0CE257D8793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805722" y="5229294"/>
            <a:ext cx="4777276" cy="896242"/>
          </a:xfrm>
        </p:spPr>
        <p:txBody>
          <a:bodyPr>
            <a:noAutofit/>
          </a:bodyPr>
          <a:lstStyle>
            <a:lvl1pPr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15" name="Рисунок 11">
            <a:extLst>
              <a:ext uri="{FF2B5EF4-FFF2-40B4-BE49-F238E27FC236}">
                <a16:creationId xmlns:a16="http://schemas.microsoft.com/office/drawing/2014/main" id="{BD0D756E-A98A-4FBB-9A5A-633DC02B4BF8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6505400" y="6579687"/>
            <a:ext cx="5286372" cy="2537988"/>
          </a:xfrm>
          <a:prstGeom prst="roundRect">
            <a:avLst>
              <a:gd name="adj" fmla="val 9025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7" name="Текст 41">
            <a:extLst>
              <a:ext uri="{FF2B5EF4-FFF2-40B4-BE49-F238E27FC236}">
                <a16:creationId xmlns:a16="http://schemas.microsoft.com/office/drawing/2014/main" id="{2607C757-302C-FA36-A6DA-9405ED6B5FDD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6821011" y="6812079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20" name="Текст 39">
            <a:extLst>
              <a:ext uri="{FF2B5EF4-FFF2-40B4-BE49-F238E27FC236}">
                <a16:creationId xmlns:a16="http://schemas.microsoft.com/office/drawing/2014/main" id="{5186A31F-260B-9AFB-A221-319218BDD431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810200" y="7436709"/>
            <a:ext cx="4777277" cy="464376"/>
          </a:xfrm>
        </p:spPr>
        <p:txBody>
          <a:bodyPr>
            <a:noAutofit/>
          </a:bodyPr>
          <a:lstStyle>
            <a:lvl1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1" name="Текст 39">
            <a:extLst>
              <a:ext uri="{FF2B5EF4-FFF2-40B4-BE49-F238E27FC236}">
                <a16:creationId xmlns:a16="http://schemas.microsoft.com/office/drawing/2014/main" id="{9384DF84-DF7D-A51A-FDC0-C5BD9FD4BD71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805722" y="8022370"/>
            <a:ext cx="4777276" cy="896242"/>
          </a:xfrm>
        </p:spPr>
        <p:txBody>
          <a:bodyPr>
            <a:noAutofit/>
          </a:bodyPr>
          <a:lstStyle>
            <a:lvl1pPr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22" name="Рисунок 11">
            <a:extLst>
              <a:ext uri="{FF2B5EF4-FFF2-40B4-BE49-F238E27FC236}">
                <a16:creationId xmlns:a16="http://schemas.microsoft.com/office/drawing/2014/main" id="{BC88FC21-980C-A132-3809-13153A3267E5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12058302" y="3786611"/>
            <a:ext cx="5286372" cy="2537988"/>
          </a:xfrm>
          <a:prstGeom prst="roundRect">
            <a:avLst>
              <a:gd name="adj" fmla="val 9025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3" name="Текст 41">
            <a:extLst>
              <a:ext uri="{FF2B5EF4-FFF2-40B4-BE49-F238E27FC236}">
                <a16:creationId xmlns:a16="http://schemas.microsoft.com/office/drawing/2014/main" id="{06AF490C-9C9C-A088-E261-24067EDC5E1C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2373913" y="4019003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53082ED1-BF1B-8746-0CBC-1751C6C9ADA9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2363102" y="4643633"/>
            <a:ext cx="4777277" cy="464376"/>
          </a:xfrm>
        </p:spPr>
        <p:txBody>
          <a:bodyPr>
            <a:noAutofit/>
          </a:bodyPr>
          <a:lstStyle>
            <a:lvl1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Текст 39">
            <a:extLst>
              <a:ext uri="{FF2B5EF4-FFF2-40B4-BE49-F238E27FC236}">
                <a16:creationId xmlns:a16="http://schemas.microsoft.com/office/drawing/2014/main" id="{8449C381-8663-35C1-B9B0-56576C5A11F0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2358624" y="5229294"/>
            <a:ext cx="4777276" cy="896242"/>
          </a:xfrm>
        </p:spPr>
        <p:txBody>
          <a:bodyPr>
            <a:noAutofit/>
          </a:bodyPr>
          <a:lstStyle>
            <a:lvl1pPr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27" name="Рисунок 11">
            <a:extLst>
              <a:ext uri="{FF2B5EF4-FFF2-40B4-BE49-F238E27FC236}">
                <a16:creationId xmlns:a16="http://schemas.microsoft.com/office/drawing/2014/main" id="{5588D73B-E870-9222-F7E8-0B46554FA032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12058302" y="6579687"/>
            <a:ext cx="5286372" cy="2537988"/>
          </a:xfrm>
          <a:prstGeom prst="roundRect">
            <a:avLst>
              <a:gd name="adj" fmla="val 9025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8" name="Текст 41">
            <a:extLst>
              <a:ext uri="{FF2B5EF4-FFF2-40B4-BE49-F238E27FC236}">
                <a16:creationId xmlns:a16="http://schemas.microsoft.com/office/drawing/2014/main" id="{5B8C6A84-0A8B-79D7-1DC8-7A34C546DA59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2373913" y="6812079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06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D3F9422E-9404-B934-9128-A05261703992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2363102" y="7436709"/>
            <a:ext cx="4777277" cy="464376"/>
          </a:xfrm>
        </p:spPr>
        <p:txBody>
          <a:bodyPr>
            <a:noAutofit/>
          </a:bodyPr>
          <a:lstStyle>
            <a:lvl1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0" name="Текст 39">
            <a:extLst>
              <a:ext uri="{FF2B5EF4-FFF2-40B4-BE49-F238E27FC236}">
                <a16:creationId xmlns:a16="http://schemas.microsoft.com/office/drawing/2014/main" id="{AE409445-1BC3-A493-6698-B876336A6C85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2358624" y="8022370"/>
            <a:ext cx="4777276" cy="896242"/>
          </a:xfrm>
        </p:spPr>
        <p:txBody>
          <a:bodyPr>
            <a:noAutofit/>
          </a:bodyPr>
          <a:lstStyle>
            <a:lvl1pPr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5" name="Рисунок 3">
            <a:extLst>
              <a:ext uri="{FF2B5EF4-FFF2-40B4-BE49-F238E27FC236}">
                <a16:creationId xmlns:a16="http://schemas.microsoft.com/office/drawing/2014/main" id="{9C86AE2A-CF62-5140-3F40-2C11A3EECE0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6" name="Текст 16">
            <a:extLst>
              <a:ext uri="{FF2B5EF4-FFF2-40B4-BE49-F238E27FC236}">
                <a16:creationId xmlns:a16="http://schemas.microsoft.com/office/drawing/2014/main" id="{EF12A807-CD82-5038-004C-C5E04EDDF6E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31" name="Текст 16">
            <a:extLst>
              <a:ext uri="{FF2B5EF4-FFF2-40B4-BE49-F238E27FC236}">
                <a16:creationId xmlns:a16="http://schemas.microsoft.com/office/drawing/2014/main" id="{5AEB976F-9BF8-5D5B-9B27-FC60F3BF9E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963807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этапов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36" name="Текст 39">
            <a:extLst>
              <a:ext uri="{FF2B5EF4-FFF2-40B4-BE49-F238E27FC236}">
                <a16:creationId xmlns:a16="http://schemas.microsoft.com/office/drawing/2014/main" id="{99FD3B5D-673D-08B2-56CA-54BA16EFF26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52501" y="7460293"/>
            <a:ext cx="4051986" cy="464376"/>
          </a:xfrm>
        </p:spPr>
        <p:txBody>
          <a:bodyPr>
            <a:noAutofit/>
          </a:bodyPr>
          <a:lstStyle>
            <a:lvl1pPr algn="ctr"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8" name="Текст 39">
            <a:extLst>
              <a:ext uri="{FF2B5EF4-FFF2-40B4-BE49-F238E27FC236}">
                <a16:creationId xmlns:a16="http://schemas.microsoft.com/office/drawing/2014/main" id="{1DB19EEA-D907-E05C-D545-0CFBB4BDCD3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52501" y="8008883"/>
            <a:ext cx="4051986" cy="896242"/>
          </a:xfrm>
        </p:spPr>
        <p:txBody>
          <a:bodyPr>
            <a:noAutofit/>
          </a:bodyPr>
          <a:lstStyle>
            <a:lvl1pPr algn="ctr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20" name="Рисунок 19">
            <a:extLst>
              <a:ext uri="{FF2B5EF4-FFF2-40B4-BE49-F238E27FC236}">
                <a16:creationId xmlns:a16="http://schemas.microsoft.com/office/drawing/2014/main" id="{27C1C01E-5A8B-7282-4722-032D9A895257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2281238" y="5972051"/>
            <a:ext cx="1389062" cy="1389062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1" name="Текст 39">
            <a:extLst>
              <a:ext uri="{FF2B5EF4-FFF2-40B4-BE49-F238E27FC236}">
                <a16:creationId xmlns:a16="http://schemas.microsoft.com/office/drawing/2014/main" id="{316031ED-B785-4EC0-A68D-949FAD980CA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67301" y="7460293"/>
            <a:ext cx="4051986" cy="464376"/>
          </a:xfrm>
        </p:spPr>
        <p:txBody>
          <a:bodyPr>
            <a:noAutofit/>
          </a:bodyPr>
          <a:lstStyle>
            <a:lvl1pPr algn="ctr"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2" name="Текст 39">
            <a:extLst>
              <a:ext uri="{FF2B5EF4-FFF2-40B4-BE49-F238E27FC236}">
                <a16:creationId xmlns:a16="http://schemas.microsoft.com/office/drawing/2014/main" id="{BABB8EA2-D6A9-C6D2-26F5-25D220F0FE7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067301" y="8008883"/>
            <a:ext cx="4051986" cy="896242"/>
          </a:xfrm>
        </p:spPr>
        <p:txBody>
          <a:bodyPr>
            <a:noAutofit/>
          </a:bodyPr>
          <a:lstStyle>
            <a:lvl1pPr algn="ctr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23" name="Рисунок 19">
            <a:extLst>
              <a:ext uri="{FF2B5EF4-FFF2-40B4-BE49-F238E27FC236}">
                <a16:creationId xmlns:a16="http://schemas.microsoft.com/office/drawing/2014/main" id="{4D40010F-4781-392A-F0D5-7F46BD6B539B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396038" y="5972051"/>
            <a:ext cx="1389062" cy="1389062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8EF4E53F-5C91-F162-2B5D-48BC4146D12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182101" y="7460293"/>
            <a:ext cx="4051986" cy="464376"/>
          </a:xfrm>
        </p:spPr>
        <p:txBody>
          <a:bodyPr>
            <a:noAutofit/>
          </a:bodyPr>
          <a:lstStyle>
            <a:lvl1pPr algn="ctr"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A033F90D-DC11-6863-CD34-87FDF80EB90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182101" y="8008883"/>
            <a:ext cx="4051986" cy="896242"/>
          </a:xfrm>
        </p:spPr>
        <p:txBody>
          <a:bodyPr>
            <a:noAutofit/>
          </a:bodyPr>
          <a:lstStyle>
            <a:lvl1pPr algn="ctr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30" name="Рисунок 19">
            <a:extLst>
              <a:ext uri="{FF2B5EF4-FFF2-40B4-BE49-F238E27FC236}">
                <a16:creationId xmlns:a16="http://schemas.microsoft.com/office/drawing/2014/main" id="{2F0189FF-F58A-4726-261E-10470EF73A5A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10510838" y="5972051"/>
            <a:ext cx="1389062" cy="1389062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A5D6D0CD-EF40-1164-C221-928746F0E61E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3296901" y="7460293"/>
            <a:ext cx="4051986" cy="464376"/>
          </a:xfrm>
        </p:spPr>
        <p:txBody>
          <a:bodyPr>
            <a:noAutofit/>
          </a:bodyPr>
          <a:lstStyle>
            <a:lvl1pPr algn="ctr"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37E3C96E-E8F5-47C6-21B7-E2FA96E895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3296901" y="8008883"/>
            <a:ext cx="4051986" cy="896242"/>
          </a:xfrm>
        </p:spPr>
        <p:txBody>
          <a:bodyPr>
            <a:noAutofit/>
          </a:bodyPr>
          <a:lstStyle>
            <a:lvl1pPr algn="ctr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42" name="Рисунок 19">
            <a:extLst>
              <a:ext uri="{FF2B5EF4-FFF2-40B4-BE49-F238E27FC236}">
                <a16:creationId xmlns:a16="http://schemas.microsoft.com/office/drawing/2014/main" id="{27506846-FE53-A5FB-ABF4-3D01ED953B5E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4625638" y="5972051"/>
            <a:ext cx="1389062" cy="1389062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1" name="Текст 39">
            <a:extLst>
              <a:ext uri="{FF2B5EF4-FFF2-40B4-BE49-F238E27FC236}">
                <a16:creationId xmlns:a16="http://schemas.microsoft.com/office/drawing/2014/main" id="{DC95BF0E-C91B-8DAB-0D95-9AB3CD77F741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52501" y="4123969"/>
            <a:ext cx="4051986" cy="464376"/>
          </a:xfrm>
        </p:spPr>
        <p:txBody>
          <a:bodyPr>
            <a:noAutofit/>
          </a:bodyPr>
          <a:lstStyle>
            <a:lvl1pPr algn="ctr"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2" name="Текст 39">
            <a:extLst>
              <a:ext uri="{FF2B5EF4-FFF2-40B4-BE49-F238E27FC236}">
                <a16:creationId xmlns:a16="http://schemas.microsoft.com/office/drawing/2014/main" id="{F98843D3-D5EA-3DC7-CEA6-EC6AD58A5370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952501" y="4672559"/>
            <a:ext cx="4051986" cy="896242"/>
          </a:xfrm>
        </p:spPr>
        <p:txBody>
          <a:bodyPr>
            <a:noAutofit/>
          </a:bodyPr>
          <a:lstStyle>
            <a:lvl1pPr algn="ctr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63" name="Рисунок 19">
            <a:extLst>
              <a:ext uri="{FF2B5EF4-FFF2-40B4-BE49-F238E27FC236}">
                <a16:creationId xmlns:a16="http://schemas.microsoft.com/office/drawing/2014/main" id="{5481B5B0-F4F9-F4FA-DC62-37C3D7ADBB18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2281238" y="2635727"/>
            <a:ext cx="1389062" cy="1389062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4" name="Текст 39">
            <a:extLst>
              <a:ext uri="{FF2B5EF4-FFF2-40B4-BE49-F238E27FC236}">
                <a16:creationId xmlns:a16="http://schemas.microsoft.com/office/drawing/2014/main" id="{5FECBD9B-D73A-711B-31B3-2F5FE09F8490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5067301" y="4123969"/>
            <a:ext cx="4051986" cy="464376"/>
          </a:xfrm>
        </p:spPr>
        <p:txBody>
          <a:bodyPr>
            <a:noAutofit/>
          </a:bodyPr>
          <a:lstStyle>
            <a:lvl1pPr algn="ctr"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5" name="Текст 39">
            <a:extLst>
              <a:ext uri="{FF2B5EF4-FFF2-40B4-BE49-F238E27FC236}">
                <a16:creationId xmlns:a16="http://schemas.microsoft.com/office/drawing/2014/main" id="{50D085C9-983E-D8AF-3985-CAF16F201459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067301" y="4672559"/>
            <a:ext cx="4051986" cy="896242"/>
          </a:xfrm>
        </p:spPr>
        <p:txBody>
          <a:bodyPr>
            <a:noAutofit/>
          </a:bodyPr>
          <a:lstStyle>
            <a:lvl1pPr algn="ctr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66" name="Рисунок 19">
            <a:extLst>
              <a:ext uri="{FF2B5EF4-FFF2-40B4-BE49-F238E27FC236}">
                <a16:creationId xmlns:a16="http://schemas.microsoft.com/office/drawing/2014/main" id="{9247369E-1A39-4DE3-E262-E39148556D14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6396038" y="2635727"/>
            <a:ext cx="1389062" cy="1389062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7" name="Текст 39">
            <a:extLst>
              <a:ext uri="{FF2B5EF4-FFF2-40B4-BE49-F238E27FC236}">
                <a16:creationId xmlns:a16="http://schemas.microsoft.com/office/drawing/2014/main" id="{1F0832CD-1538-9F00-AC56-8DB1A849D967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9182101" y="4123969"/>
            <a:ext cx="4051986" cy="464376"/>
          </a:xfrm>
        </p:spPr>
        <p:txBody>
          <a:bodyPr>
            <a:noAutofit/>
          </a:bodyPr>
          <a:lstStyle>
            <a:lvl1pPr algn="ctr"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8" name="Текст 39">
            <a:extLst>
              <a:ext uri="{FF2B5EF4-FFF2-40B4-BE49-F238E27FC236}">
                <a16:creationId xmlns:a16="http://schemas.microsoft.com/office/drawing/2014/main" id="{CEE6CC86-467C-11A2-BA71-781DE0BCB49C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182101" y="4672559"/>
            <a:ext cx="4051986" cy="896242"/>
          </a:xfrm>
        </p:spPr>
        <p:txBody>
          <a:bodyPr>
            <a:noAutofit/>
          </a:bodyPr>
          <a:lstStyle>
            <a:lvl1pPr algn="ctr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69" name="Рисунок 19">
            <a:extLst>
              <a:ext uri="{FF2B5EF4-FFF2-40B4-BE49-F238E27FC236}">
                <a16:creationId xmlns:a16="http://schemas.microsoft.com/office/drawing/2014/main" id="{4D9F017F-D904-A723-C7A9-641B15AE568C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10510838" y="2635727"/>
            <a:ext cx="1389062" cy="1389062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0" name="Текст 39">
            <a:extLst>
              <a:ext uri="{FF2B5EF4-FFF2-40B4-BE49-F238E27FC236}">
                <a16:creationId xmlns:a16="http://schemas.microsoft.com/office/drawing/2014/main" id="{51FFEF56-C60C-9018-2321-4B6AF3A71703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3296901" y="4123969"/>
            <a:ext cx="4051986" cy="464376"/>
          </a:xfrm>
        </p:spPr>
        <p:txBody>
          <a:bodyPr>
            <a:noAutofit/>
          </a:bodyPr>
          <a:lstStyle>
            <a:lvl1pPr algn="ctr"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1" name="Текст 39">
            <a:extLst>
              <a:ext uri="{FF2B5EF4-FFF2-40B4-BE49-F238E27FC236}">
                <a16:creationId xmlns:a16="http://schemas.microsoft.com/office/drawing/2014/main" id="{3B4159F2-5360-D214-E9B2-57997D9A7412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3296901" y="4672559"/>
            <a:ext cx="4051986" cy="896242"/>
          </a:xfrm>
        </p:spPr>
        <p:txBody>
          <a:bodyPr>
            <a:noAutofit/>
          </a:bodyPr>
          <a:lstStyle>
            <a:lvl1pPr algn="ctr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72" name="Рисунок 19">
            <a:extLst>
              <a:ext uri="{FF2B5EF4-FFF2-40B4-BE49-F238E27FC236}">
                <a16:creationId xmlns:a16="http://schemas.microsoft.com/office/drawing/2014/main" id="{7286199C-9EA1-6143-BB52-065459DC1423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14625638" y="2635727"/>
            <a:ext cx="1389062" cy="1389062"/>
          </a:xfr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" name="Рисунок 3">
            <a:extLst>
              <a:ext uri="{FF2B5EF4-FFF2-40B4-BE49-F238E27FC236}">
                <a16:creationId xmlns:a16="http://schemas.microsoft.com/office/drawing/2014/main" id="{95809B94-C2BB-FFD5-F212-302347D964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Текст 16">
            <a:extLst>
              <a:ext uri="{FF2B5EF4-FFF2-40B4-BE49-F238E27FC236}">
                <a16:creationId xmlns:a16="http://schemas.microsoft.com/office/drawing/2014/main" id="{80816998-E432-2F98-7D21-A22A2301C2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7" name="Текст 16">
            <a:extLst>
              <a:ext uri="{FF2B5EF4-FFF2-40B4-BE49-F238E27FC236}">
                <a16:creationId xmlns:a16="http://schemas.microsoft.com/office/drawing/2014/main" id="{F0BD6557-C797-8E49-E8DC-74950C884B0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58582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шаг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7">
            <a:extLst>
              <a:ext uri="{FF2B5EF4-FFF2-40B4-BE49-F238E27FC236}">
                <a16:creationId xmlns:a16="http://schemas.microsoft.com/office/drawing/2014/main" id="{A5DBAB01-31E7-F736-0EB5-01623111821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952500" y="2177878"/>
            <a:ext cx="3924300" cy="7048500"/>
          </a:xfrm>
          <a:prstGeom prst="roundRect">
            <a:avLst>
              <a:gd name="adj" fmla="val 7574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Рисунок 7">
            <a:extLst>
              <a:ext uri="{FF2B5EF4-FFF2-40B4-BE49-F238E27FC236}">
                <a16:creationId xmlns:a16="http://schemas.microsoft.com/office/drawing/2014/main" id="{EFF6EC7D-DC95-C51A-AF52-87E57624AB7D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5129285" y="2177878"/>
            <a:ext cx="3924300" cy="7048500"/>
          </a:xfrm>
          <a:prstGeom prst="roundRect">
            <a:avLst>
              <a:gd name="adj" fmla="val 7574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" name="Рисунок 7">
            <a:extLst>
              <a:ext uri="{FF2B5EF4-FFF2-40B4-BE49-F238E27FC236}">
                <a16:creationId xmlns:a16="http://schemas.microsoft.com/office/drawing/2014/main" id="{B7CF5C4A-36C2-0860-1150-D64087BBCE80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9243884" y="2177878"/>
            <a:ext cx="3924300" cy="7048500"/>
          </a:xfrm>
          <a:prstGeom prst="roundRect">
            <a:avLst>
              <a:gd name="adj" fmla="val 7574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" name="Рисунок 7">
            <a:extLst>
              <a:ext uri="{FF2B5EF4-FFF2-40B4-BE49-F238E27FC236}">
                <a16:creationId xmlns:a16="http://schemas.microsoft.com/office/drawing/2014/main" id="{770D135E-9173-11C2-9005-76DABD7C5467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13408358" y="2177878"/>
            <a:ext cx="3924300" cy="7048500"/>
          </a:xfrm>
          <a:prstGeom prst="roundRect">
            <a:avLst>
              <a:gd name="adj" fmla="val 7574"/>
            </a:avLst>
          </a:prstGeom>
          <a:solidFill>
            <a:srgbClr val="EA0B4C"/>
          </a:solidFill>
        </p:spPr>
        <p:txBody>
          <a:bodyPr>
            <a:normAutofit/>
          </a:bodyPr>
          <a:lstStyle>
            <a:lvl1pPr>
              <a:defRPr sz="4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3" name="Текст 39">
            <a:extLst>
              <a:ext uri="{FF2B5EF4-FFF2-40B4-BE49-F238E27FC236}">
                <a16:creationId xmlns:a16="http://schemas.microsoft.com/office/drawing/2014/main" id="{94A63208-FE20-AAE2-D8A9-EF3911C008E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3711182" y="2926396"/>
            <a:ext cx="3268662" cy="617695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2024</a:t>
            </a:r>
          </a:p>
        </p:txBody>
      </p:sp>
      <p:sp>
        <p:nvSpPr>
          <p:cNvPr id="64" name="Текст 39">
            <a:extLst>
              <a:ext uri="{FF2B5EF4-FFF2-40B4-BE49-F238E27FC236}">
                <a16:creationId xmlns:a16="http://schemas.microsoft.com/office/drawing/2014/main" id="{20857279-B04C-D7F7-B337-323E52C99AC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3711182" y="3899528"/>
            <a:ext cx="3268662" cy="2538169"/>
          </a:xfrm>
        </p:spPr>
        <p:txBody>
          <a:bodyPr>
            <a:noAutofit/>
          </a:bodyPr>
          <a:lstStyle>
            <a:lvl1pPr>
              <a:defRPr sz="16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65" name="Текст 39">
            <a:extLst>
              <a:ext uri="{FF2B5EF4-FFF2-40B4-BE49-F238E27FC236}">
                <a16:creationId xmlns:a16="http://schemas.microsoft.com/office/drawing/2014/main" id="{419B4550-79CD-8138-E207-B12867B9DB0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3711182" y="6568589"/>
            <a:ext cx="3268662" cy="919606"/>
          </a:xfrm>
        </p:spPr>
        <p:txBody>
          <a:bodyPr>
            <a:noAutofit/>
          </a:bodyPr>
          <a:lstStyle>
            <a:lvl1pPr>
              <a:defRPr sz="16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45" name="Текст 39">
            <a:extLst>
              <a:ext uri="{FF2B5EF4-FFF2-40B4-BE49-F238E27FC236}">
                <a16:creationId xmlns:a16="http://schemas.microsoft.com/office/drawing/2014/main" id="{CD6289F8-1AFB-2714-15A7-BA8906B93A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19798" y="2926396"/>
            <a:ext cx="3268662" cy="617695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2023</a:t>
            </a:r>
          </a:p>
        </p:txBody>
      </p:sp>
      <p:sp>
        <p:nvSpPr>
          <p:cNvPr id="4" name="Текст 39">
            <a:extLst>
              <a:ext uri="{FF2B5EF4-FFF2-40B4-BE49-F238E27FC236}">
                <a16:creationId xmlns:a16="http://schemas.microsoft.com/office/drawing/2014/main" id="{CBAF15B9-1C94-6222-A486-D86AEAA6348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19798" y="3899528"/>
            <a:ext cx="3268662" cy="253816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3857EBB6-01BC-CC07-576F-D6D4489E39B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19798" y="6568589"/>
            <a:ext cx="3268662" cy="919606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</a:t>
            </a:r>
          </a:p>
        </p:txBody>
      </p:sp>
      <p:sp>
        <p:nvSpPr>
          <p:cNvPr id="34" name="Текст 39">
            <a:extLst>
              <a:ext uri="{FF2B5EF4-FFF2-40B4-BE49-F238E27FC236}">
                <a16:creationId xmlns:a16="http://schemas.microsoft.com/office/drawing/2014/main" id="{3D5565F1-4EBE-68C0-704A-C7D52971F75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55570" y="2926396"/>
            <a:ext cx="3268662" cy="617695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2022</a:t>
            </a:r>
          </a:p>
        </p:txBody>
      </p:sp>
      <p:sp>
        <p:nvSpPr>
          <p:cNvPr id="35" name="Текст 39">
            <a:extLst>
              <a:ext uri="{FF2B5EF4-FFF2-40B4-BE49-F238E27FC236}">
                <a16:creationId xmlns:a16="http://schemas.microsoft.com/office/drawing/2014/main" id="{439E9E56-2DF6-97AF-9137-3976FD6CE41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255570" y="3899528"/>
            <a:ext cx="3268662" cy="253816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38" name="Текст 39">
            <a:extLst>
              <a:ext uri="{FF2B5EF4-FFF2-40B4-BE49-F238E27FC236}">
                <a16:creationId xmlns:a16="http://schemas.microsoft.com/office/drawing/2014/main" id="{A347D77A-962B-C844-2A21-1DBC98808F4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55570" y="6568589"/>
            <a:ext cx="3268662" cy="919606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</a:t>
            </a: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F777938B-1249-E312-5667-047E1E3E0C5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546955" y="2926396"/>
            <a:ext cx="3268662" cy="617695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2024</a:t>
            </a:r>
          </a:p>
        </p:txBody>
      </p:sp>
      <p:sp>
        <p:nvSpPr>
          <p:cNvPr id="59" name="Текст 39">
            <a:extLst>
              <a:ext uri="{FF2B5EF4-FFF2-40B4-BE49-F238E27FC236}">
                <a16:creationId xmlns:a16="http://schemas.microsoft.com/office/drawing/2014/main" id="{ADCBA8E7-7030-43CC-A577-6A496D48038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546955" y="3899528"/>
            <a:ext cx="3268662" cy="253816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61" name="Текст 39">
            <a:extLst>
              <a:ext uri="{FF2B5EF4-FFF2-40B4-BE49-F238E27FC236}">
                <a16:creationId xmlns:a16="http://schemas.microsoft.com/office/drawing/2014/main" id="{920CA4B6-0AC9-1760-D6E6-14DE95C8B97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546955" y="6568589"/>
            <a:ext cx="3268662" cy="919606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</a:t>
            </a:r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473CFB07-C41F-B0FE-A01F-B33A6ED2CDB5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 flipV="1">
            <a:off x="1255569" y="3615390"/>
            <a:ext cx="3343275" cy="96775"/>
          </a:xfrm>
          <a:prstGeom prst="rightArrow">
            <a:avLst>
              <a:gd name="adj1" fmla="val 50000"/>
              <a:gd name="adj2" fmla="val 129486"/>
            </a:avLst>
          </a:prstGeom>
          <a:solidFill>
            <a:schemeClr val="accent2"/>
          </a:solidFill>
          <a:ln w="12700">
            <a:noFill/>
          </a:ln>
        </p:spPr>
        <p:txBody>
          <a:bodyPr>
            <a:normAutofit/>
          </a:bodyPr>
          <a:lstStyle>
            <a:lvl1pPr>
              <a:defRPr sz="10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Рисунок 8">
            <a:extLst>
              <a:ext uri="{FF2B5EF4-FFF2-40B4-BE49-F238E27FC236}">
                <a16:creationId xmlns:a16="http://schemas.microsoft.com/office/drawing/2014/main" id="{E4B0F277-7367-AC7D-D90A-AA5CA97A5635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 flipV="1">
            <a:off x="5404659" y="3615390"/>
            <a:ext cx="3343275" cy="96775"/>
          </a:xfrm>
          <a:prstGeom prst="rightArrow">
            <a:avLst>
              <a:gd name="adj1" fmla="val 50000"/>
              <a:gd name="adj2" fmla="val 129486"/>
            </a:avLst>
          </a:prstGeom>
          <a:solidFill>
            <a:schemeClr val="accent2"/>
          </a:solidFill>
          <a:ln w="12700">
            <a:noFill/>
          </a:ln>
        </p:spPr>
        <p:txBody>
          <a:bodyPr>
            <a:normAutofit/>
          </a:bodyPr>
          <a:lstStyle>
            <a:lvl1pPr>
              <a:defRPr sz="10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6" name="Рисунок 8">
            <a:extLst>
              <a:ext uri="{FF2B5EF4-FFF2-40B4-BE49-F238E27FC236}">
                <a16:creationId xmlns:a16="http://schemas.microsoft.com/office/drawing/2014/main" id="{75FAB0EF-774B-19BB-345B-E42640C139D9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 flipV="1">
            <a:off x="9542319" y="3615390"/>
            <a:ext cx="3343275" cy="96775"/>
          </a:xfrm>
          <a:prstGeom prst="rightArrow">
            <a:avLst>
              <a:gd name="adj1" fmla="val 50000"/>
              <a:gd name="adj2" fmla="val 129486"/>
            </a:avLst>
          </a:prstGeom>
          <a:solidFill>
            <a:schemeClr val="accent2"/>
          </a:solidFill>
          <a:ln w="12700">
            <a:noFill/>
          </a:ln>
        </p:spPr>
        <p:txBody>
          <a:bodyPr>
            <a:normAutofit/>
          </a:bodyPr>
          <a:lstStyle>
            <a:lvl1pPr>
              <a:defRPr sz="10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7" name="Рисунок 8">
            <a:extLst>
              <a:ext uri="{FF2B5EF4-FFF2-40B4-BE49-F238E27FC236}">
                <a16:creationId xmlns:a16="http://schemas.microsoft.com/office/drawing/2014/main" id="{2C5BECFB-4D5E-4842-9F85-8FB5D6C4A55C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 flipV="1">
            <a:off x="13691409" y="3615390"/>
            <a:ext cx="3343275" cy="96775"/>
          </a:xfrm>
          <a:prstGeom prst="rightArrow">
            <a:avLst>
              <a:gd name="adj1" fmla="val 50000"/>
              <a:gd name="adj2" fmla="val 129486"/>
            </a:avLst>
          </a:prstGeom>
          <a:solidFill>
            <a:schemeClr val="bg1"/>
          </a:solidFill>
          <a:ln w="12700">
            <a:noFill/>
          </a:ln>
        </p:spPr>
        <p:txBody>
          <a:bodyPr>
            <a:normAutofit/>
          </a:bodyPr>
          <a:lstStyle>
            <a:lvl1pPr>
              <a:defRPr sz="10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Рисунок 3">
            <a:extLst>
              <a:ext uri="{FF2B5EF4-FFF2-40B4-BE49-F238E27FC236}">
                <a16:creationId xmlns:a16="http://schemas.microsoft.com/office/drawing/2014/main" id="{D20F43C3-E1E3-49F2-DC36-89109C2FA2B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" name="Текст 16">
            <a:extLst>
              <a:ext uri="{FF2B5EF4-FFF2-40B4-BE49-F238E27FC236}">
                <a16:creationId xmlns:a16="http://schemas.microsoft.com/office/drawing/2014/main" id="{6BF24FF9-7141-4A4D-692F-8B140FA9C8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4" name="Текст 16">
            <a:extLst>
              <a:ext uri="{FF2B5EF4-FFF2-40B4-BE49-F238E27FC236}">
                <a16:creationId xmlns:a16="http://schemas.microsoft.com/office/drawing/2014/main" id="{6E85FD79-6F06-6B93-E52E-C94AB21014D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330271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шагов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C516D04D-7760-1E35-F0F0-DC5783BDCE60}"/>
              </a:ext>
            </a:extLst>
          </p:cNvPr>
          <p:cNvSpPr/>
          <p:nvPr userDrawn="1"/>
        </p:nvSpPr>
        <p:spPr>
          <a:xfrm>
            <a:off x="952500" y="2771774"/>
            <a:ext cx="3924300" cy="2962275"/>
          </a:xfrm>
          <a:prstGeom prst="roundRect">
            <a:avLst>
              <a:gd name="adj" fmla="val 8165"/>
            </a:avLst>
          </a:prstGeom>
          <a:gradFill flip="none" rotWithShape="1">
            <a:gsLst>
              <a:gs pos="100000">
                <a:srgbClr val="F5042B"/>
              </a:gs>
              <a:gs pos="50000">
                <a:srgbClr val="ED0944"/>
              </a:gs>
              <a:gs pos="0">
                <a:srgbClr val="E41060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Рисунок 11">
            <a:extLst>
              <a:ext uri="{FF2B5EF4-FFF2-40B4-BE49-F238E27FC236}">
                <a16:creationId xmlns:a16="http://schemas.microsoft.com/office/drawing/2014/main" id="{380EC7D2-6B61-91B8-55ED-2833599871CF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952500" y="2771774"/>
            <a:ext cx="3924299" cy="2962274"/>
          </a:xfrm>
          <a:prstGeom prst="roundRect">
            <a:avLst>
              <a:gd name="adj" fmla="val 12318"/>
            </a:avLst>
          </a:prstGeom>
          <a:solidFill>
            <a:srgbClr val="EA0B4C"/>
          </a:solidFill>
          <a:ln>
            <a:solidFill>
              <a:schemeClr val="accent1"/>
            </a:solidFill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Текст 41">
            <a:extLst>
              <a:ext uri="{FF2B5EF4-FFF2-40B4-BE49-F238E27FC236}">
                <a16:creationId xmlns:a16="http://schemas.microsoft.com/office/drawing/2014/main" id="{D576D517-3BBE-B0B7-86A5-FC719C975C2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227521" y="3039243"/>
            <a:ext cx="613636" cy="613636"/>
          </a:xfrm>
          <a:prstGeom prst="roundRect">
            <a:avLst>
              <a:gd name="adj" fmla="val 16667"/>
            </a:avLst>
          </a:prstGeom>
          <a:solidFill>
            <a:schemeClr val="bg1"/>
          </a:solidFill>
        </p:spPr>
        <p:txBody>
          <a:bodyPr anchor="ctr">
            <a:noAutofit/>
          </a:bodyPr>
          <a:lstStyle>
            <a:lvl1pPr algn="ctr">
              <a:defRPr sz="900" b="1" i="0" spc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CB25F473-D73D-9900-E6F1-3D7C8865ED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97061" y="3111855"/>
            <a:ext cx="1994172" cy="464376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3" name="Текст 39">
            <a:extLst>
              <a:ext uri="{FF2B5EF4-FFF2-40B4-BE49-F238E27FC236}">
                <a16:creationId xmlns:a16="http://schemas.microsoft.com/office/drawing/2014/main" id="{C3282441-619B-D553-0F1E-C736626B6C5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5238" y="3829049"/>
            <a:ext cx="3294405" cy="1050878"/>
          </a:xfrm>
        </p:spPr>
        <p:txBody>
          <a:bodyPr>
            <a:noAutofit/>
          </a:bodyPr>
          <a:lstStyle>
            <a:lvl1pPr>
              <a:defRPr sz="16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3" name="Текст 39">
            <a:extLst>
              <a:ext uri="{FF2B5EF4-FFF2-40B4-BE49-F238E27FC236}">
                <a16:creationId xmlns:a16="http://schemas.microsoft.com/office/drawing/2014/main" id="{69E8F311-097D-3623-C2A6-0D2F7FE9E53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997061" y="6299898"/>
            <a:ext cx="1994172" cy="464376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25" name="Текст 39">
            <a:extLst>
              <a:ext uri="{FF2B5EF4-FFF2-40B4-BE49-F238E27FC236}">
                <a16:creationId xmlns:a16="http://schemas.microsoft.com/office/drawing/2014/main" id="{BA531176-49C7-B7D4-76E5-AC47A7B740C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65238" y="7017092"/>
            <a:ext cx="3294405" cy="1050878"/>
          </a:xfrm>
        </p:spPr>
        <p:txBody>
          <a:bodyPr>
            <a:noAutofit/>
          </a:bodyPr>
          <a:lstStyle>
            <a:lvl1pPr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A208BAF6-BB5D-F8F9-9381-DAB8EE920AC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24217" y="3111855"/>
            <a:ext cx="1994172" cy="464376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C71FD782-46B3-434E-69FC-D953E06A4F3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392394" y="3829049"/>
            <a:ext cx="3294405" cy="1050878"/>
          </a:xfrm>
        </p:spPr>
        <p:txBody>
          <a:bodyPr>
            <a:noAutofit/>
          </a:bodyPr>
          <a:lstStyle>
            <a:lvl1pPr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32" name="Текст 39">
            <a:extLst>
              <a:ext uri="{FF2B5EF4-FFF2-40B4-BE49-F238E27FC236}">
                <a16:creationId xmlns:a16="http://schemas.microsoft.com/office/drawing/2014/main" id="{CC4ADCAD-C80A-02BA-59A9-4EADDCA7630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24217" y="6299898"/>
            <a:ext cx="1994172" cy="464376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06</a:t>
            </a:r>
          </a:p>
        </p:txBody>
      </p:sp>
      <p:sp>
        <p:nvSpPr>
          <p:cNvPr id="34" name="Текст 39">
            <a:extLst>
              <a:ext uri="{FF2B5EF4-FFF2-40B4-BE49-F238E27FC236}">
                <a16:creationId xmlns:a16="http://schemas.microsoft.com/office/drawing/2014/main" id="{D1514734-2660-13B5-74CE-CAF6F4C2A3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92394" y="7017092"/>
            <a:ext cx="3294405" cy="1050878"/>
          </a:xfrm>
        </p:spPr>
        <p:txBody>
          <a:bodyPr>
            <a:noAutofit/>
          </a:bodyPr>
          <a:lstStyle>
            <a:lvl1pPr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65" name="Текст 39">
            <a:extLst>
              <a:ext uri="{FF2B5EF4-FFF2-40B4-BE49-F238E27FC236}">
                <a16:creationId xmlns:a16="http://schemas.microsoft.com/office/drawing/2014/main" id="{91C69624-9648-5088-2A3E-8E3133BAC99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325514" y="3111855"/>
            <a:ext cx="1994172" cy="464376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66" name="Текст 39">
            <a:extLst>
              <a:ext uri="{FF2B5EF4-FFF2-40B4-BE49-F238E27FC236}">
                <a16:creationId xmlns:a16="http://schemas.microsoft.com/office/drawing/2014/main" id="{79AF4B9E-CB76-67D5-C52F-E3676138D1C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593691" y="3829049"/>
            <a:ext cx="3294405" cy="1050878"/>
          </a:xfrm>
        </p:spPr>
        <p:txBody>
          <a:bodyPr>
            <a:noAutofit/>
          </a:bodyPr>
          <a:lstStyle>
            <a:lvl1pPr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69" name="Текст 39">
            <a:extLst>
              <a:ext uri="{FF2B5EF4-FFF2-40B4-BE49-F238E27FC236}">
                <a16:creationId xmlns:a16="http://schemas.microsoft.com/office/drawing/2014/main" id="{EFCED85A-F8A9-AA27-F97F-7D94D6CD78A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325514" y="6299898"/>
            <a:ext cx="1994172" cy="464376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07</a:t>
            </a:r>
          </a:p>
        </p:txBody>
      </p:sp>
      <p:sp>
        <p:nvSpPr>
          <p:cNvPr id="70" name="Текст 39">
            <a:extLst>
              <a:ext uri="{FF2B5EF4-FFF2-40B4-BE49-F238E27FC236}">
                <a16:creationId xmlns:a16="http://schemas.microsoft.com/office/drawing/2014/main" id="{A8A17C71-4455-4018-F81F-45AD20A4B79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593691" y="7017092"/>
            <a:ext cx="3294405" cy="1050878"/>
          </a:xfrm>
        </p:spPr>
        <p:txBody>
          <a:bodyPr>
            <a:noAutofit/>
          </a:bodyPr>
          <a:lstStyle>
            <a:lvl1pPr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73" name="Текст 39">
            <a:extLst>
              <a:ext uri="{FF2B5EF4-FFF2-40B4-BE49-F238E27FC236}">
                <a16:creationId xmlns:a16="http://schemas.microsoft.com/office/drawing/2014/main" id="{9C3878FF-D9A9-E1B9-A001-993A656C6F8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4452671" y="3111855"/>
            <a:ext cx="1994172" cy="464376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74" name="Текст 39">
            <a:extLst>
              <a:ext uri="{FF2B5EF4-FFF2-40B4-BE49-F238E27FC236}">
                <a16:creationId xmlns:a16="http://schemas.microsoft.com/office/drawing/2014/main" id="{B92FC9AE-A102-4CD3-5FF2-23D2E4116FC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3720848" y="3829049"/>
            <a:ext cx="3294405" cy="1050878"/>
          </a:xfrm>
        </p:spPr>
        <p:txBody>
          <a:bodyPr>
            <a:noAutofit/>
          </a:bodyPr>
          <a:lstStyle>
            <a:lvl1pPr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77" name="Текст 39">
            <a:extLst>
              <a:ext uri="{FF2B5EF4-FFF2-40B4-BE49-F238E27FC236}">
                <a16:creationId xmlns:a16="http://schemas.microsoft.com/office/drawing/2014/main" id="{080973A4-169C-22D5-1D38-3340566C32B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4452671" y="6299898"/>
            <a:ext cx="1994172" cy="464376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08</a:t>
            </a:r>
          </a:p>
        </p:txBody>
      </p:sp>
      <p:sp>
        <p:nvSpPr>
          <p:cNvPr id="78" name="Текст 39">
            <a:extLst>
              <a:ext uri="{FF2B5EF4-FFF2-40B4-BE49-F238E27FC236}">
                <a16:creationId xmlns:a16="http://schemas.microsoft.com/office/drawing/2014/main" id="{A36FF331-F3CD-D204-42CC-75F3EEE73FA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3720848" y="7017092"/>
            <a:ext cx="3294405" cy="1050878"/>
          </a:xfrm>
        </p:spPr>
        <p:txBody>
          <a:bodyPr>
            <a:noAutofit/>
          </a:bodyPr>
          <a:lstStyle>
            <a:lvl1pPr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6" name="Текст 41">
            <a:extLst>
              <a:ext uri="{FF2B5EF4-FFF2-40B4-BE49-F238E27FC236}">
                <a16:creationId xmlns:a16="http://schemas.microsoft.com/office/drawing/2014/main" id="{2ECCB046-F48E-9706-2CBF-F4A85FD444C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265238" y="6225268"/>
            <a:ext cx="613636" cy="613636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</p:spPr>
        <p:txBody>
          <a:bodyPr anchor="ctr">
            <a:noAutofit/>
          </a:bodyPr>
          <a:lstStyle>
            <a:lvl1pPr algn="ctr">
              <a:defRPr sz="900" b="1" i="0" spc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7" name="Текст 41">
            <a:extLst>
              <a:ext uri="{FF2B5EF4-FFF2-40B4-BE49-F238E27FC236}">
                <a16:creationId xmlns:a16="http://schemas.microsoft.com/office/drawing/2014/main" id="{5A22093E-7E2A-ABA0-3456-6A9C4D9DADE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392394" y="6225268"/>
            <a:ext cx="613636" cy="613636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</p:spPr>
        <p:txBody>
          <a:bodyPr anchor="ctr">
            <a:noAutofit/>
          </a:bodyPr>
          <a:lstStyle>
            <a:lvl1pPr algn="ctr">
              <a:defRPr sz="900" b="1" i="0" spc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8" name="Текст 41">
            <a:extLst>
              <a:ext uri="{FF2B5EF4-FFF2-40B4-BE49-F238E27FC236}">
                <a16:creationId xmlns:a16="http://schemas.microsoft.com/office/drawing/2014/main" id="{E0445B83-7DA5-970F-1399-C628A28E737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392394" y="3049807"/>
            <a:ext cx="613636" cy="613636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</p:spPr>
        <p:txBody>
          <a:bodyPr anchor="ctr">
            <a:noAutofit/>
          </a:bodyPr>
          <a:lstStyle>
            <a:lvl1pPr algn="ctr">
              <a:defRPr sz="900" b="1" i="0" spc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9" name="Текст 41">
            <a:extLst>
              <a:ext uri="{FF2B5EF4-FFF2-40B4-BE49-F238E27FC236}">
                <a16:creationId xmlns:a16="http://schemas.microsoft.com/office/drawing/2014/main" id="{CA7E41AC-53B3-A279-2442-94D94C945E5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598634" y="6225268"/>
            <a:ext cx="613636" cy="613636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</p:spPr>
        <p:txBody>
          <a:bodyPr anchor="ctr">
            <a:noAutofit/>
          </a:bodyPr>
          <a:lstStyle>
            <a:lvl1pPr algn="ctr">
              <a:defRPr sz="900" b="1" i="0" spc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0" name="Текст 41">
            <a:extLst>
              <a:ext uri="{FF2B5EF4-FFF2-40B4-BE49-F238E27FC236}">
                <a16:creationId xmlns:a16="http://schemas.microsoft.com/office/drawing/2014/main" id="{2FF5EBFA-D5CD-F172-DF9C-12282E754A2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598634" y="3049807"/>
            <a:ext cx="613636" cy="613636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</p:spPr>
        <p:txBody>
          <a:bodyPr anchor="ctr">
            <a:noAutofit/>
          </a:bodyPr>
          <a:lstStyle>
            <a:lvl1pPr algn="ctr">
              <a:defRPr sz="900" b="1" i="0" spc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1" name="Текст 41">
            <a:extLst>
              <a:ext uri="{FF2B5EF4-FFF2-40B4-BE49-F238E27FC236}">
                <a16:creationId xmlns:a16="http://schemas.microsoft.com/office/drawing/2014/main" id="{A9A543A1-A11D-FBA9-E058-7B8514B4F0E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3688496" y="6225268"/>
            <a:ext cx="613636" cy="613636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</p:spPr>
        <p:txBody>
          <a:bodyPr anchor="ctr">
            <a:noAutofit/>
          </a:bodyPr>
          <a:lstStyle>
            <a:lvl1pPr algn="ctr">
              <a:defRPr sz="900" b="1" i="0" spc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2" name="Текст 41">
            <a:extLst>
              <a:ext uri="{FF2B5EF4-FFF2-40B4-BE49-F238E27FC236}">
                <a16:creationId xmlns:a16="http://schemas.microsoft.com/office/drawing/2014/main" id="{C621918F-786D-BACB-C76E-A45A5516608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3688496" y="3049807"/>
            <a:ext cx="613636" cy="613636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</p:spPr>
        <p:txBody>
          <a:bodyPr anchor="ctr">
            <a:noAutofit/>
          </a:bodyPr>
          <a:lstStyle>
            <a:lvl1pPr algn="ctr">
              <a:defRPr sz="900" b="1" i="0" spc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3" name="Рисунок 3">
            <a:extLst>
              <a:ext uri="{FF2B5EF4-FFF2-40B4-BE49-F238E27FC236}">
                <a16:creationId xmlns:a16="http://schemas.microsoft.com/office/drawing/2014/main" id="{B9500145-3CC1-0399-F624-52192205D27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4" name="Текст 16">
            <a:extLst>
              <a:ext uri="{FF2B5EF4-FFF2-40B4-BE49-F238E27FC236}">
                <a16:creationId xmlns:a16="http://schemas.microsoft.com/office/drawing/2014/main" id="{FF7C4D75-8723-2FBF-7C05-6D8002B3AD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11A2E68A-BD75-1ECB-78A9-4C443BFCB6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9885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части по 4 шага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11">
            <a:extLst>
              <a:ext uri="{FF2B5EF4-FFF2-40B4-BE49-F238E27FC236}">
                <a16:creationId xmlns:a16="http://schemas.microsoft.com/office/drawing/2014/main" id="{839D9983-4D8B-9F88-FC88-9AF1218BF481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964987" y="3100627"/>
            <a:ext cx="2531050" cy="2495550"/>
          </a:xfrm>
          <a:prstGeom prst="roundRect">
            <a:avLst>
              <a:gd name="adj" fmla="val 9025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" name="Рисунок 11">
            <a:extLst>
              <a:ext uri="{FF2B5EF4-FFF2-40B4-BE49-F238E27FC236}">
                <a16:creationId xmlns:a16="http://schemas.microsoft.com/office/drawing/2014/main" id="{6C513FD5-E6AE-7049-EA8A-2C5FDDEB0232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3683473" y="3100627"/>
            <a:ext cx="2531050" cy="2495550"/>
          </a:xfrm>
          <a:prstGeom prst="roundRect">
            <a:avLst>
              <a:gd name="adj" fmla="val 9025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Рисунок 11">
            <a:extLst>
              <a:ext uri="{FF2B5EF4-FFF2-40B4-BE49-F238E27FC236}">
                <a16:creationId xmlns:a16="http://schemas.microsoft.com/office/drawing/2014/main" id="{A46936F4-6066-361E-7EB0-F5A18DE4525B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6398098" y="3100627"/>
            <a:ext cx="2531050" cy="2495550"/>
          </a:xfrm>
          <a:prstGeom prst="roundRect">
            <a:avLst>
              <a:gd name="adj" fmla="val 9025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Рисунок 11">
            <a:extLst>
              <a:ext uri="{FF2B5EF4-FFF2-40B4-BE49-F238E27FC236}">
                <a16:creationId xmlns:a16="http://schemas.microsoft.com/office/drawing/2014/main" id="{C2DE73A2-D787-EB49-5C3C-8A9EDA089C21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9169873" y="3100627"/>
            <a:ext cx="2531050" cy="2495550"/>
          </a:xfrm>
          <a:prstGeom prst="roundRect">
            <a:avLst>
              <a:gd name="adj" fmla="val 9025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Рисунок 11">
            <a:extLst>
              <a:ext uri="{FF2B5EF4-FFF2-40B4-BE49-F238E27FC236}">
                <a16:creationId xmlns:a16="http://schemas.microsoft.com/office/drawing/2014/main" id="{BADF7078-3DA3-4B4F-7664-EFAF153563E6}"/>
              </a:ext>
            </a:extLst>
          </p:cNvPr>
          <p:cNvSpPr>
            <a:spLocks noGrp="1"/>
          </p:cNvSpPr>
          <p:nvPr>
            <p:ph type="pic" sz="quarter" idx="76" hasCustomPrompt="1"/>
          </p:nvPr>
        </p:nvSpPr>
        <p:spPr>
          <a:xfrm>
            <a:off x="11890955" y="3100627"/>
            <a:ext cx="5432058" cy="2495550"/>
          </a:xfrm>
          <a:prstGeom prst="roundRect">
            <a:avLst>
              <a:gd name="adj" fmla="val 9025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" name="Рисунок 11">
            <a:extLst>
              <a:ext uri="{FF2B5EF4-FFF2-40B4-BE49-F238E27FC236}">
                <a16:creationId xmlns:a16="http://schemas.microsoft.com/office/drawing/2014/main" id="{683DF28D-72B8-71A5-9D7A-6754BDD561C4}"/>
              </a:ext>
            </a:extLst>
          </p:cNvPr>
          <p:cNvSpPr>
            <a:spLocks noGrp="1"/>
          </p:cNvSpPr>
          <p:nvPr>
            <p:ph type="pic" sz="quarter" idx="77" hasCustomPrompt="1"/>
          </p:nvPr>
        </p:nvSpPr>
        <p:spPr>
          <a:xfrm>
            <a:off x="964987" y="6629639"/>
            <a:ext cx="2531050" cy="2495550"/>
          </a:xfrm>
          <a:prstGeom prst="roundRect">
            <a:avLst>
              <a:gd name="adj" fmla="val 9025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99D8D89C-5DE5-FD1C-785B-C98DDEB9C657}"/>
              </a:ext>
            </a:extLst>
          </p:cNvPr>
          <p:cNvSpPr>
            <a:spLocks noGrp="1"/>
          </p:cNvSpPr>
          <p:nvPr>
            <p:ph type="pic" sz="quarter" idx="78" hasCustomPrompt="1"/>
          </p:nvPr>
        </p:nvSpPr>
        <p:spPr>
          <a:xfrm>
            <a:off x="3683473" y="6629639"/>
            <a:ext cx="2531050" cy="2495550"/>
          </a:xfrm>
          <a:prstGeom prst="roundRect">
            <a:avLst>
              <a:gd name="adj" fmla="val 9025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3" name="Рисунок 11">
            <a:extLst>
              <a:ext uri="{FF2B5EF4-FFF2-40B4-BE49-F238E27FC236}">
                <a16:creationId xmlns:a16="http://schemas.microsoft.com/office/drawing/2014/main" id="{53FE36F2-3975-10B8-98E8-E1EB785ED534}"/>
              </a:ext>
            </a:extLst>
          </p:cNvPr>
          <p:cNvSpPr>
            <a:spLocks noGrp="1"/>
          </p:cNvSpPr>
          <p:nvPr>
            <p:ph type="pic" sz="quarter" idx="79" hasCustomPrompt="1"/>
          </p:nvPr>
        </p:nvSpPr>
        <p:spPr>
          <a:xfrm>
            <a:off x="6398098" y="6629639"/>
            <a:ext cx="2531050" cy="2495550"/>
          </a:xfrm>
          <a:prstGeom prst="roundRect">
            <a:avLst>
              <a:gd name="adj" fmla="val 9025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4" name="Рисунок 11">
            <a:extLst>
              <a:ext uri="{FF2B5EF4-FFF2-40B4-BE49-F238E27FC236}">
                <a16:creationId xmlns:a16="http://schemas.microsoft.com/office/drawing/2014/main" id="{03B55780-13E5-314C-10A0-64D27E6C8360}"/>
              </a:ext>
            </a:extLst>
          </p:cNvPr>
          <p:cNvSpPr>
            <a:spLocks noGrp="1"/>
          </p:cNvSpPr>
          <p:nvPr>
            <p:ph type="pic" sz="quarter" idx="80" hasCustomPrompt="1"/>
          </p:nvPr>
        </p:nvSpPr>
        <p:spPr>
          <a:xfrm>
            <a:off x="9169873" y="6629639"/>
            <a:ext cx="2531050" cy="2495550"/>
          </a:xfrm>
          <a:prstGeom prst="roundRect">
            <a:avLst>
              <a:gd name="adj" fmla="val 9025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5" name="Рисунок 11">
            <a:extLst>
              <a:ext uri="{FF2B5EF4-FFF2-40B4-BE49-F238E27FC236}">
                <a16:creationId xmlns:a16="http://schemas.microsoft.com/office/drawing/2014/main" id="{DFC3CDD1-967A-8A3D-4EEF-C4FB3EF37748}"/>
              </a:ext>
            </a:extLst>
          </p:cNvPr>
          <p:cNvSpPr>
            <a:spLocks noGrp="1"/>
          </p:cNvSpPr>
          <p:nvPr>
            <p:ph type="pic" sz="quarter" idx="81" hasCustomPrompt="1"/>
          </p:nvPr>
        </p:nvSpPr>
        <p:spPr>
          <a:xfrm>
            <a:off x="11890955" y="6629639"/>
            <a:ext cx="5432058" cy="2495550"/>
          </a:xfrm>
          <a:prstGeom prst="roundRect">
            <a:avLst>
              <a:gd name="adj" fmla="val 9025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6" name="Текст 39">
            <a:extLst>
              <a:ext uri="{FF2B5EF4-FFF2-40B4-BE49-F238E27FC236}">
                <a16:creationId xmlns:a16="http://schemas.microsoft.com/office/drawing/2014/main" id="{9B91557A-DBF0-7253-FCE0-FD13CD88E2F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29252" y="3846434"/>
            <a:ext cx="2182359" cy="1593117"/>
          </a:xfrm>
        </p:spPr>
        <p:txBody>
          <a:bodyPr>
            <a:noAutofit/>
          </a:bodyPr>
          <a:lstStyle>
            <a:lvl1pPr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62" name="Текст 39">
            <a:extLst>
              <a:ext uri="{FF2B5EF4-FFF2-40B4-BE49-F238E27FC236}">
                <a16:creationId xmlns:a16="http://schemas.microsoft.com/office/drawing/2014/main" id="{B7DBA190-6C81-605E-366F-6E749C2DDF5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33039" y="2479636"/>
            <a:ext cx="4777277" cy="419100"/>
          </a:xfrm>
        </p:spPr>
        <p:txBody>
          <a:bodyPr>
            <a:noAutofit/>
          </a:bodyPr>
          <a:lstStyle>
            <a:lvl1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4" name="Текст 39">
            <a:extLst>
              <a:ext uri="{FF2B5EF4-FFF2-40B4-BE49-F238E27FC236}">
                <a16:creationId xmlns:a16="http://schemas.microsoft.com/office/drawing/2014/main" id="{10A4B0FF-DEFD-9054-0A09-ABF3A1C61C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29252" y="3294213"/>
            <a:ext cx="2182359" cy="464376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1.1</a:t>
            </a:r>
          </a:p>
        </p:txBody>
      </p:sp>
      <p:sp>
        <p:nvSpPr>
          <p:cNvPr id="73" name="Текст 39">
            <a:extLst>
              <a:ext uri="{FF2B5EF4-FFF2-40B4-BE49-F238E27FC236}">
                <a16:creationId xmlns:a16="http://schemas.microsoft.com/office/drawing/2014/main" id="{AD057903-C08B-ECE6-03FC-53B608045EA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847738" y="3846434"/>
            <a:ext cx="2182359" cy="1593117"/>
          </a:xfrm>
        </p:spPr>
        <p:txBody>
          <a:bodyPr>
            <a:noAutofit/>
          </a:bodyPr>
          <a:lstStyle>
            <a:lvl1pPr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74" name="Текст 39">
            <a:extLst>
              <a:ext uri="{FF2B5EF4-FFF2-40B4-BE49-F238E27FC236}">
                <a16:creationId xmlns:a16="http://schemas.microsoft.com/office/drawing/2014/main" id="{12099295-8A27-1724-C652-8FB1FACC66B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847738" y="3294213"/>
            <a:ext cx="2182359" cy="464376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1.2</a:t>
            </a:r>
          </a:p>
        </p:txBody>
      </p:sp>
      <p:sp>
        <p:nvSpPr>
          <p:cNvPr id="76" name="Текст 39">
            <a:extLst>
              <a:ext uri="{FF2B5EF4-FFF2-40B4-BE49-F238E27FC236}">
                <a16:creationId xmlns:a16="http://schemas.microsoft.com/office/drawing/2014/main" id="{9A49267E-ACB9-BA2E-5DF4-25549388B42D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566224" y="3846434"/>
            <a:ext cx="2182359" cy="1593117"/>
          </a:xfrm>
        </p:spPr>
        <p:txBody>
          <a:bodyPr>
            <a:noAutofit/>
          </a:bodyPr>
          <a:lstStyle>
            <a:lvl1pPr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77" name="Текст 39">
            <a:extLst>
              <a:ext uri="{FF2B5EF4-FFF2-40B4-BE49-F238E27FC236}">
                <a16:creationId xmlns:a16="http://schemas.microsoft.com/office/drawing/2014/main" id="{26C80241-5D59-07BF-6EBB-E85D31941CF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566224" y="3294213"/>
            <a:ext cx="2182359" cy="464376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1.3</a:t>
            </a:r>
          </a:p>
        </p:txBody>
      </p:sp>
      <p:sp>
        <p:nvSpPr>
          <p:cNvPr id="79" name="Текст 39">
            <a:extLst>
              <a:ext uri="{FF2B5EF4-FFF2-40B4-BE49-F238E27FC236}">
                <a16:creationId xmlns:a16="http://schemas.microsoft.com/office/drawing/2014/main" id="{504581FF-B296-3AA1-37E7-05876E2EA32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334138" y="3846434"/>
            <a:ext cx="2182359" cy="1593117"/>
          </a:xfrm>
        </p:spPr>
        <p:txBody>
          <a:bodyPr>
            <a:noAutofit/>
          </a:bodyPr>
          <a:lstStyle>
            <a:lvl1pPr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80" name="Текст 39">
            <a:extLst>
              <a:ext uri="{FF2B5EF4-FFF2-40B4-BE49-F238E27FC236}">
                <a16:creationId xmlns:a16="http://schemas.microsoft.com/office/drawing/2014/main" id="{B0EC3201-0577-863A-241B-7732C85C78C9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334138" y="3294213"/>
            <a:ext cx="2182359" cy="464376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1.4</a:t>
            </a:r>
          </a:p>
        </p:txBody>
      </p:sp>
      <p:sp>
        <p:nvSpPr>
          <p:cNvPr id="82" name="Текст 39">
            <a:extLst>
              <a:ext uri="{FF2B5EF4-FFF2-40B4-BE49-F238E27FC236}">
                <a16:creationId xmlns:a16="http://schemas.microsoft.com/office/drawing/2014/main" id="{1A454BE5-6FD1-C07C-CAB9-2D27ADE07F5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2052625" y="3294213"/>
            <a:ext cx="5106123" cy="2145338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84" name="Текст 39">
            <a:extLst>
              <a:ext uri="{FF2B5EF4-FFF2-40B4-BE49-F238E27FC236}">
                <a16:creationId xmlns:a16="http://schemas.microsoft.com/office/drawing/2014/main" id="{0B93A7AC-54DA-0323-D2A5-9C9D8A20E8A5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129252" y="7378641"/>
            <a:ext cx="2182359" cy="1593117"/>
          </a:xfrm>
        </p:spPr>
        <p:txBody>
          <a:bodyPr>
            <a:noAutofit/>
          </a:bodyPr>
          <a:lstStyle>
            <a:lvl1pPr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86" name="Текст 39">
            <a:extLst>
              <a:ext uri="{FF2B5EF4-FFF2-40B4-BE49-F238E27FC236}">
                <a16:creationId xmlns:a16="http://schemas.microsoft.com/office/drawing/2014/main" id="{BE2F67E3-4DE2-CC10-F450-E5EFB65E3091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533039" y="6011843"/>
            <a:ext cx="4777277" cy="419100"/>
          </a:xfrm>
        </p:spPr>
        <p:txBody>
          <a:bodyPr>
            <a:noAutofit/>
          </a:bodyPr>
          <a:lstStyle>
            <a:lvl1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8" name="Текст 39">
            <a:extLst>
              <a:ext uri="{FF2B5EF4-FFF2-40B4-BE49-F238E27FC236}">
                <a16:creationId xmlns:a16="http://schemas.microsoft.com/office/drawing/2014/main" id="{47F66DE2-B882-F413-3BC3-460202D79B1B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129252" y="6826420"/>
            <a:ext cx="2182359" cy="464376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2.1</a:t>
            </a:r>
          </a:p>
        </p:txBody>
      </p:sp>
      <p:sp>
        <p:nvSpPr>
          <p:cNvPr id="90" name="Текст 39">
            <a:extLst>
              <a:ext uri="{FF2B5EF4-FFF2-40B4-BE49-F238E27FC236}">
                <a16:creationId xmlns:a16="http://schemas.microsoft.com/office/drawing/2014/main" id="{DAB84D3C-583E-D9F3-3F32-54653DACEC0E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3847738" y="7378641"/>
            <a:ext cx="2182359" cy="1593117"/>
          </a:xfrm>
        </p:spPr>
        <p:txBody>
          <a:bodyPr>
            <a:noAutofit/>
          </a:bodyPr>
          <a:lstStyle>
            <a:lvl1pPr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91" name="Текст 39">
            <a:extLst>
              <a:ext uri="{FF2B5EF4-FFF2-40B4-BE49-F238E27FC236}">
                <a16:creationId xmlns:a16="http://schemas.microsoft.com/office/drawing/2014/main" id="{2D63F116-B9CB-DA7B-79D1-4844EF977EC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3847738" y="6826420"/>
            <a:ext cx="2182359" cy="464376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2.2</a:t>
            </a:r>
          </a:p>
        </p:txBody>
      </p:sp>
      <p:sp>
        <p:nvSpPr>
          <p:cNvPr id="93" name="Текст 39">
            <a:extLst>
              <a:ext uri="{FF2B5EF4-FFF2-40B4-BE49-F238E27FC236}">
                <a16:creationId xmlns:a16="http://schemas.microsoft.com/office/drawing/2014/main" id="{777B19E1-2A64-CA3A-74E3-B0B6EE6CDED5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566224" y="7378641"/>
            <a:ext cx="2182359" cy="1593117"/>
          </a:xfrm>
        </p:spPr>
        <p:txBody>
          <a:bodyPr>
            <a:noAutofit/>
          </a:bodyPr>
          <a:lstStyle>
            <a:lvl1pPr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94" name="Текст 39">
            <a:extLst>
              <a:ext uri="{FF2B5EF4-FFF2-40B4-BE49-F238E27FC236}">
                <a16:creationId xmlns:a16="http://schemas.microsoft.com/office/drawing/2014/main" id="{EFBD73CF-6D9F-17F3-7422-767B7C9D22E4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6566224" y="6826420"/>
            <a:ext cx="2182359" cy="464376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2.3</a:t>
            </a:r>
          </a:p>
        </p:txBody>
      </p:sp>
      <p:sp>
        <p:nvSpPr>
          <p:cNvPr id="96" name="Текст 39">
            <a:extLst>
              <a:ext uri="{FF2B5EF4-FFF2-40B4-BE49-F238E27FC236}">
                <a16:creationId xmlns:a16="http://schemas.microsoft.com/office/drawing/2014/main" id="{6C78B184-7A18-09D5-F0B0-1369F55EC471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334138" y="7378641"/>
            <a:ext cx="2182359" cy="1593117"/>
          </a:xfrm>
        </p:spPr>
        <p:txBody>
          <a:bodyPr>
            <a:noAutofit/>
          </a:bodyPr>
          <a:lstStyle>
            <a:lvl1pPr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97" name="Текст 39">
            <a:extLst>
              <a:ext uri="{FF2B5EF4-FFF2-40B4-BE49-F238E27FC236}">
                <a16:creationId xmlns:a16="http://schemas.microsoft.com/office/drawing/2014/main" id="{6144FB1E-8020-DF7B-03CA-8CA34E26474E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334138" y="6826420"/>
            <a:ext cx="2182359" cy="464376"/>
          </a:xfrm>
        </p:spPr>
        <p:txBody>
          <a:bodyPr anchor="ctr">
            <a:noAutofit/>
          </a:bodyPr>
          <a:lstStyle>
            <a:lvl1pPr>
              <a:defRPr sz="4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2.4</a:t>
            </a:r>
          </a:p>
        </p:txBody>
      </p:sp>
      <p:sp>
        <p:nvSpPr>
          <p:cNvPr id="99" name="Текст 39">
            <a:extLst>
              <a:ext uri="{FF2B5EF4-FFF2-40B4-BE49-F238E27FC236}">
                <a16:creationId xmlns:a16="http://schemas.microsoft.com/office/drawing/2014/main" id="{F4EAF638-B6BC-AB73-27EE-44BAA3631745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2052625" y="7378640"/>
            <a:ext cx="5106123" cy="1593117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100" name="Текст 39">
            <a:extLst>
              <a:ext uri="{FF2B5EF4-FFF2-40B4-BE49-F238E27FC236}">
                <a16:creationId xmlns:a16="http://schemas.microsoft.com/office/drawing/2014/main" id="{5AD3217A-D88B-571F-5DE9-C889AB8806ED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2052625" y="6822586"/>
            <a:ext cx="5106123" cy="399428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Вывод напишите здесь</a:t>
            </a:r>
          </a:p>
        </p:txBody>
      </p:sp>
      <p:sp>
        <p:nvSpPr>
          <p:cNvPr id="3" name="Текст 41">
            <a:extLst>
              <a:ext uri="{FF2B5EF4-FFF2-40B4-BE49-F238E27FC236}">
                <a16:creationId xmlns:a16="http://schemas.microsoft.com/office/drawing/2014/main" id="{AE03DB8A-A686-4202-58E9-B13D287AE9C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52228" y="2456216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4" name="Текст 41">
            <a:extLst>
              <a:ext uri="{FF2B5EF4-FFF2-40B4-BE49-F238E27FC236}">
                <a16:creationId xmlns:a16="http://schemas.microsoft.com/office/drawing/2014/main" id="{480C749C-4DFE-775C-F43A-15FDD77B8ADE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952228" y="5985230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04126F45-40F5-25E4-BE6C-626B52B24995}"/>
              </a:ext>
            </a:extLst>
          </p:cNvPr>
          <p:cNvSpPr>
            <a:spLocks noGrp="1"/>
          </p:cNvSpPr>
          <p:nvPr>
            <p:ph type="pic" sz="quarter" idx="82" hasCustomPrompt="1"/>
          </p:nvPr>
        </p:nvSpPr>
        <p:spPr>
          <a:xfrm>
            <a:off x="15849600" y="5985230"/>
            <a:ext cx="1485899" cy="1485898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6" name="Рисунок 3">
            <a:extLst>
              <a:ext uri="{FF2B5EF4-FFF2-40B4-BE49-F238E27FC236}">
                <a16:creationId xmlns:a16="http://schemas.microsoft.com/office/drawing/2014/main" id="{4B85C205-CECC-4785-5AC1-C2C61CC321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8" name="Текст 16">
            <a:extLst>
              <a:ext uri="{FF2B5EF4-FFF2-40B4-BE49-F238E27FC236}">
                <a16:creationId xmlns:a16="http://schemas.microsoft.com/office/drawing/2014/main" id="{41A526B7-9711-E2E4-0A44-5758EF21C7C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21" name="Текст 16">
            <a:extLst>
              <a:ext uri="{FF2B5EF4-FFF2-40B4-BE49-F238E27FC236}">
                <a16:creationId xmlns:a16="http://schemas.microsoft.com/office/drawing/2014/main" id="{B5DF96C5-AA81-C8B8-863F-17B03EBB300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76536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ть: 10 шагов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80316F50-9BF0-28D8-0FD8-12BB69AF2D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55913" y="3406322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pic>
        <p:nvPicPr>
          <p:cNvPr id="3" name="Frame 2087329752 --&gt; Frame 2087329752" descr="preencoded.png">
            <a:extLst>
              <a:ext uri="{FF2B5EF4-FFF2-40B4-BE49-F238E27FC236}">
                <a16:creationId xmlns:a16="http://schemas.microsoft.com/office/drawing/2014/main" id="{1B82F96C-A500-7D0E-A538-3D7F552DE7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52500" y="6324595"/>
            <a:ext cx="13544550" cy="19059"/>
          </a:xfrm>
          <a:prstGeom prst="rect">
            <a:avLst/>
          </a:prstGeom>
        </p:spPr>
      </p:pic>
      <p:pic>
        <p:nvPicPr>
          <p:cNvPr id="4" name="Frame 2087329752 --&gt; Frame 2087329752" descr="preencoded.png">
            <a:extLst>
              <a:ext uri="{FF2B5EF4-FFF2-40B4-BE49-F238E27FC236}">
                <a16:creationId xmlns:a16="http://schemas.microsoft.com/office/drawing/2014/main" id="{1FFBBE82-D9B4-9E46-2EA6-5D6A4EA253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545729" y="3001952"/>
            <a:ext cx="2867025" cy="19059"/>
          </a:xfrm>
          <a:prstGeom prst="rect">
            <a:avLst/>
          </a:prstGeom>
        </p:spPr>
      </p:pic>
      <p:pic>
        <p:nvPicPr>
          <p:cNvPr id="5" name="Frame 2087329752 --&gt; Frame 2087329752" descr="preencoded.png">
            <a:extLst>
              <a:ext uri="{FF2B5EF4-FFF2-40B4-BE49-F238E27FC236}">
                <a16:creationId xmlns:a16="http://schemas.microsoft.com/office/drawing/2014/main" id="{D4F8CF2A-B120-2936-A382-7F949E3F5F5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4423023" y="3001952"/>
            <a:ext cx="10153650" cy="19059"/>
          </a:xfrm>
          <a:prstGeom prst="rect">
            <a:avLst/>
          </a:prstGeom>
        </p:spPr>
      </p:pic>
      <p:pic>
        <p:nvPicPr>
          <p:cNvPr id="7" name="Frame 2087329752 --&gt; Frame 2087329752" descr="preencoded.png">
            <a:extLst>
              <a:ext uri="{FF2B5EF4-FFF2-40B4-BE49-F238E27FC236}">
                <a16:creationId xmlns:a16="http://schemas.microsoft.com/office/drawing/2014/main" id="{854CC526-C955-DC62-12FD-32D6A2B54A7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7300317" y="3001952"/>
            <a:ext cx="2286000" cy="19059"/>
          </a:xfrm>
          <a:prstGeom prst="rect">
            <a:avLst/>
          </a:prstGeom>
        </p:spPr>
      </p:pic>
      <p:pic>
        <p:nvPicPr>
          <p:cNvPr id="8" name="Frame 2087329752 --&gt; Frame 2087329752" descr="preencoded.png">
            <a:extLst>
              <a:ext uri="{FF2B5EF4-FFF2-40B4-BE49-F238E27FC236}">
                <a16:creationId xmlns:a16="http://schemas.microsoft.com/office/drawing/2014/main" id="{E8857AE7-E43D-A91F-B5A6-67B560C7710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7300317" y="6327070"/>
            <a:ext cx="2286000" cy="19059"/>
          </a:xfrm>
          <a:prstGeom prst="rect">
            <a:avLst/>
          </a:prstGeom>
        </p:spPr>
      </p:pic>
      <p:pic>
        <p:nvPicPr>
          <p:cNvPr id="9" name="Frame 2087329752 --&gt; Frame 2087329752" descr="preencoded.png">
            <a:extLst>
              <a:ext uri="{FF2B5EF4-FFF2-40B4-BE49-F238E27FC236}">
                <a16:creationId xmlns:a16="http://schemas.microsoft.com/office/drawing/2014/main" id="{3C4E6377-89B7-2B60-BC83-82B3291CF60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0175751" y="3000426"/>
            <a:ext cx="7019927" cy="3343284"/>
          </a:xfrm>
          <a:prstGeom prst="rect">
            <a:avLst/>
          </a:prstGeom>
        </p:spPr>
      </p:pic>
      <p:pic>
        <p:nvPicPr>
          <p:cNvPr id="10" name="Frame 2087329752" descr="preencoded.png">
            <a:extLst>
              <a:ext uri="{FF2B5EF4-FFF2-40B4-BE49-F238E27FC236}">
                <a16:creationId xmlns:a16="http://schemas.microsoft.com/office/drawing/2014/main" id="{BB73BEA9-9893-EEB4-ADCF-F950314CB9A8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955030" y="2714625"/>
            <a:ext cx="590550" cy="590550"/>
          </a:xfrm>
          <a:prstGeom prst="rect">
            <a:avLst/>
          </a:prstGeom>
        </p:spPr>
      </p:pic>
      <p:pic>
        <p:nvPicPr>
          <p:cNvPr id="13" name="Frame 2087329752" descr="preencoded.png">
            <a:extLst>
              <a:ext uri="{FF2B5EF4-FFF2-40B4-BE49-F238E27FC236}">
                <a16:creationId xmlns:a16="http://schemas.microsoft.com/office/drawing/2014/main" id="{2AF35600-FEFE-DFB9-DB68-B1F4C7C0472D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/>
          <a:stretch/>
        </p:blipFill>
        <p:spPr>
          <a:xfrm>
            <a:off x="4251306" y="2714625"/>
            <a:ext cx="590550" cy="590550"/>
          </a:xfrm>
          <a:prstGeom prst="rect">
            <a:avLst/>
          </a:prstGeom>
        </p:spPr>
      </p:pic>
      <p:pic>
        <p:nvPicPr>
          <p:cNvPr id="14" name="Frame 2087329752" descr="preencoded.png">
            <a:extLst>
              <a:ext uri="{FF2B5EF4-FFF2-40B4-BE49-F238E27FC236}">
                <a16:creationId xmlns:a16="http://schemas.microsoft.com/office/drawing/2014/main" id="{7B563AF9-3DD9-B6CC-E245-0BFACF4C6315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/>
          <a:stretch/>
        </p:blipFill>
        <p:spPr>
          <a:xfrm>
            <a:off x="7547581" y="2714625"/>
            <a:ext cx="590550" cy="590550"/>
          </a:xfrm>
          <a:prstGeom prst="rect">
            <a:avLst/>
          </a:prstGeom>
        </p:spPr>
      </p:pic>
      <p:pic>
        <p:nvPicPr>
          <p:cNvPr id="15" name="Frame 2087329752" descr="preencoded.png">
            <a:extLst>
              <a:ext uri="{FF2B5EF4-FFF2-40B4-BE49-F238E27FC236}">
                <a16:creationId xmlns:a16="http://schemas.microsoft.com/office/drawing/2014/main" id="{6AA28EC8-CF02-8435-B8BE-F936CFD05EA5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/>
          <a:stretch/>
        </p:blipFill>
        <p:spPr>
          <a:xfrm>
            <a:off x="10831500" y="2714625"/>
            <a:ext cx="590550" cy="590550"/>
          </a:xfrm>
          <a:prstGeom prst="rect">
            <a:avLst/>
          </a:prstGeom>
        </p:spPr>
      </p:pic>
      <p:pic>
        <p:nvPicPr>
          <p:cNvPr id="17" name="Frame 2087329752" descr="preencoded.png">
            <a:extLst>
              <a:ext uri="{FF2B5EF4-FFF2-40B4-BE49-F238E27FC236}">
                <a16:creationId xmlns:a16="http://schemas.microsoft.com/office/drawing/2014/main" id="{69BA8D85-9911-2D9A-0947-E3DA8B336ADE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/>
          <a:stretch/>
        </p:blipFill>
        <p:spPr>
          <a:xfrm>
            <a:off x="14140132" y="2714625"/>
            <a:ext cx="590550" cy="590550"/>
          </a:xfrm>
          <a:prstGeom prst="rect">
            <a:avLst/>
          </a:prstGeom>
        </p:spPr>
      </p:pic>
      <p:pic>
        <p:nvPicPr>
          <p:cNvPr id="20" name="Frame 2087329752" descr="preencoded.png">
            <a:extLst>
              <a:ext uri="{FF2B5EF4-FFF2-40B4-BE49-F238E27FC236}">
                <a16:creationId xmlns:a16="http://schemas.microsoft.com/office/drawing/2014/main" id="{04E00055-AD04-F79C-4F41-C9BD78184231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/>
          <a:stretch/>
        </p:blipFill>
        <p:spPr>
          <a:xfrm>
            <a:off x="952500" y="6029325"/>
            <a:ext cx="590550" cy="590550"/>
          </a:xfrm>
          <a:prstGeom prst="rect">
            <a:avLst/>
          </a:prstGeom>
        </p:spPr>
      </p:pic>
      <p:pic>
        <p:nvPicPr>
          <p:cNvPr id="21" name="Frame 2087329752" descr="preencoded.png">
            <a:extLst>
              <a:ext uri="{FF2B5EF4-FFF2-40B4-BE49-F238E27FC236}">
                <a16:creationId xmlns:a16="http://schemas.microsoft.com/office/drawing/2014/main" id="{A4460B41-7E24-EB49-31DC-EB8B1496C50A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rcRect/>
          <a:stretch/>
        </p:blipFill>
        <p:spPr>
          <a:xfrm>
            <a:off x="4248776" y="6029325"/>
            <a:ext cx="590550" cy="590550"/>
          </a:xfrm>
          <a:prstGeom prst="rect">
            <a:avLst/>
          </a:prstGeom>
        </p:spPr>
      </p:pic>
      <p:pic>
        <p:nvPicPr>
          <p:cNvPr id="22" name="Frame 2087329752" descr="preencoded.png">
            <a:extLst>
              <a:ext uri="{FF2B5EF4-FFF2-40B4-BE49-F238E27FC236}">
                <a16:creationId xmlns:a16="http://schemas.microsoft.com/office/drawing/2014/main" id="{859F7D9C-5E07-1A52-0C52-1B9F5E84CB39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rcRect/>
          <a:stretch/>
        </p:blipFill>
        <p:spPr>
          <a:xfrm>
            <a:off x="7545051" y="6029325"/>
            <a:ext cx="590550" cy="590550"/>
          </a:xfrm>
          <a:prstGeom prst="rect">
            <a:avLst/>
          </a:prstGeom>
        </p:spPr>
      </p:pic>
      <p:pic>
        <p:nvPicPr>
          <p:cNvPr id="23" name="Frame 2087329752" descr="preencoded.png">
            <a:extLst>
              <a:ext uri="{FF2B5EF4-FFF2-40B4-BE49-F238E27FC236}">
                <a16:creationId xmlns:a16="http://schemas.microsoft.com/office/drawing/2014/main" id="{02640B23-A85C-1669-19E7-143D4ACBCE27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rcRect/>
          <a:stretch/>
        </p:blipFill>
        <p:spPr>
          <a:xfrm>
            <a:off x="10841327" y="6029325"/>
            <a:ext cx="590550" cy="590550"/>
          </a:xfrm>
          <a:prstGeom prst="rect">
            <a:avLst/>
          </a:prstGeom>
        </p:spPr>
      </p:pic>
      <p:pic>
        <p:nvPicPr>
          <p:cNvPr id="24" name="Frame 2087329752" descr="preencoded.png">
            <a:extLst>
              <a:ext uri="{FF2B5EF4-FFF2-40B4-BE49-F238E27FC236}">
                <a16:creationId xmlns:a16="http://schemas.microsoft.com/office/drawing/2014/main" id="{938FBE9A-9D4D-3E82-7728-361DAF35B34F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rcRect/>
          <a:stretch/>
        </p:blipFill>
        <p:spPr>
          <a:xfrm>
            <a:off x="14137602" y="6029325"/>
            <a:ext cx="590550" cy="590550"/>
          </a:xfrm>
          <a:prstGeom prst="rect">
            <a:avLst/>
          </a:prstGeom>
        </p:spPr>
      </p:pic>
      <p:sp>
        <p:nvSpPr>
          <p:cNvPr id="19" name="Текст 41">
            <a:extLst>
              <a:ext uri="{FF2B5EF4-FFF2-40B4-BE49-F238E27FC236}">
                <a16:creationId xmlns:a16="http://schemas.microsoft.com/office/drawing/2014/main" id="{C004A22B-2DA4-CDAE-AE11-079D6E26FAF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72620" y="2729061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1</a:t>
            </a:r>
          </a:p>
        </p:txBody>
      </p:sp>
      <p:sp>
        <p:nvSpPr>
          <p:cNvPr id="67" name="Текст 41">
            <a:extLst>
              <a:ext uri="{FF2B5EF4-FFF2-40B4-BE49-F238E27FC236}">
                <a16:creationId xmlns:a16="http://schemas.microsoft.com/office/drawing/2014/main" id="{1B424E61-0988-B34A-2DD7-D3960A8CB6C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259517" y="2729061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2</a:t>
            </a:r>
          </a:p>
        </p:txBody>
      </p:sp>
      <p:sp>
        <p:nvSpPr>
          <p:cNvPr id="68" name="Текст 41">
            <a:extLst>
              <a:ext uri="{FF2B5EF4-FFF2-40B4-BE49-F238E27FC236}">
                <a16:creationId xmlns:a16="http://schemas.microsoft.com/office/drawing/2014/main" id="{124A51CF-F8F4-372F-5F98-FAAE3ED664C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558772" y="2729061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3</a:t>
            </a:r>
          </a:p>
        </p:txBody>
      </p:sp>
      <p:sp>
        <p:nvSpPr>
          <p:cNvPr id="69" name="Текст 41">
            <a:extLst>
              <a:ext uri="{FF2B5EF4-FFF2-40B4-BE49-F238E27FC236}">
                <a16:creationId xmlns:a16="http://schemas.microsoft.com/office/drawing/2014/main" id="{0A2320A0-614A-97F4-2A06-1401A6D4ED7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845669" y="2729061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4</a:t>
            </a:r>
          </a:p>
        </p:txBody>
      </p:sp>
      <p:sp>
        <p:nvSpPr>
          <p:cNvPr id="70" name="Текст 41">
            <a:extLst>
              <a:ext uri="{FF2B5EF4-FFF2-40B4-BE49-F238E27FC236}">
                <a16:creationId xmlns:a16="http://schemas.microsoft.com/office/drawing/2014/main" id="{44C7CC2D-5911-DCE4-DFE7-891574C5427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4144923" y="2729061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5</a:t>
            </a:r>
          </a:p>
        </p:txBody>
      </p:sp>
      <p:sp>
        <p:nvSpPr>
          <p:cNvPr id="73" name="Текст 41">
            <a:extLst>
              <a:ext uri="{FF2B5EF4-FFF2-40B4-BE49-F238E27FC236}">
                <a16:creationId xmlns:a16="http://schemas.microsoft.com/office/drawing/2014/main" id="{4329B035-C806-6691-D03B-C3C81BD1908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72620" y="6040672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10</a:t>
            </a:r>
          </a:p>
        </p:txBody>
      </p:sp>
      <p:sp>
        <p:nvSpPr>
          <p:cNvPr id="74" name="Текст 41">
            <a:extLst>
              <a:ext uri="{FF2B5EF4-FFF2-40B4-BE49-F238E27FC236}">
                <a16:creationId xmlns:a16="http://schemas.microsoft.com/office/drawing/2014/main" id="{EB5370DB-09A1-2BD5-4306-3A4BB015F15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845669" y="6040672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7</a:t>
            </a:r>
          </a:p>
        </p:txBody>
      </p:sp>
      <p:sp>
        <p:nvSpPr>
          <p:cNvPr id="75" name="Текст 41">
            <a:extLst>
              <a:ext uri="{FF2B5EF4-FFF2-40B4-BE49-F238E27FC236}">
                <a16:creationId xmlns:a16="http://schemas.microsoft.com/office/drawing/2014/main" id="{DE00CA78-A669-C245-9AF8-76A44D955DA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144923" y="6040672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6</a:t>
            </a:r>
          </a:p>
        </p:txBody>
      </p:sp>
      <p:sp>
        <p:nvSpPr>
          <p:cNvPr id="76" name="Текст 41">
            <a:extLst>
              <a:ext uri="{FF2B5EF4-FFF2-40B4-BE49-F238E27FC236}">
                <a16:creationId xmlns:a16="http://schemas.microsoft.com/office/drawing/2014/main" id="{DB492D02-49F0-FCAF-A49E-E52ABCD1EB0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259517" y="6040672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9</a:t>
            </a:r>
          </a:p>
        </p:txBody>
      </p:sp>
      <p:sp>
        <p:nvSpPr>
          <p:cNvPr id="77" name="Текст 41">
            <a:extLst>
              <a:ext uri="{FF2B5EF4-FFF2-40B4-BE49-F238E27FC236}">
                <a16:creationId xmlns:a16="http://schemas.microsoft.com/office/drawing/2014/main" id="{B6509D05-D7EE-1C79-F6B0-CC38DD58844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558772" y="6040672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8</a:t>
            </a:r>
          </a:p>
        </p:txBody>
      </p:sp>
      <p:sp>
        <p:nvSpPr>
          <p:cNvPr id="79" name="Текст 39">
            <a:extLst>
              <a:ext uri="{FF2B5EF4-FFF2-40B4-BE49-F238E27FC236}">
                <a16:creationId xmlns:a16="http://schemas.microsoft.com/office/drawing/2014/main" id="{D3A15577-237B-5861-2B81-BCA0A253BA4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55913" y="4246581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6" name="Текст 39">
            <a:extLst>
              <a:ext uri="{FF2B5EF4-FFF2-40B4-BE49-F238E27FC236}">
                <a16:creationId xmlns:a16="http://schemas.microsoft.com/office/drawing/2014/main" id="{9B91557A-DBF0-7253-FCE0-FD13CD88E2F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52500" y="5036703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80" name="Текст 39">
            <a:extLst>
              <a:ext uri="{FF2B5EF4-FFF2-40B4-BE49-F238E27FC236}">
                <a16:creationId xmlns:a16="http://schemas.microsoft.com/office/drawing/2014/main" id="{23896982-5807-5BF4-782C-E41B88CEB5E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52500" y="5469189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85" name="Текст 39">
            <a:extLst>
              <a:ext uri="{FF2B5EF4-FFF2-40B4-BE49-F238E27FC236}">
                <a16:creationId xmlns:a16="http://schemas.microsoft.com/office/drawing/2014/main" id="{90F65A72-557B-CAA5-8500-F61537825C2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255167" y="3406322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86" name="Текст 39">
            <a:extLst>
              <a:ext uri="{FF2B5EF4-FFF2-40B4-BE49-F238E27FC236}">
                <a16:creationId xmlns:a16="http://schemas.microsoft.com/office/drawing/2014/main" id="{D7FEB9A2-14C2-6981-D780-355586FC262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255167" y="4246581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91" name="Текст 39">
            <a:extLst>
              <a:ext uri="{FF2B5EF4-FFF2-40B4-BE49-F238E27FC236}">
                <a16:creationId xmlns:a16="http://schemas.microsoft.com/office/drawing/2014/main" id="{C2BF4D7E-7303-D7E2-45A8-84E74132A6D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17351" y="3406322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92" name="Текст 39">
            <a:extLst>
              <a:ext uri="{FF2B5EF4-FFF2-40B4-BE49-F238E27FC236}">
                <a16:creationId xmlns:a16="http://schemas.microsoft.com/office/drawing/2014/main" id="{E6323280-6FA6-3910-53F1-8D2A26932C9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17351" y="4246581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97" name="Текст 39">
            <a:extLst>
              <a:ext uri="{FF2B5EF4-FFF2-40B4-BE49-F238E27FC236}">
                <a16:creationId xmlns:a16="http://schemas.microsoft.com/office/drawing/2014/main" id="{6C05DE2A-DDC9-8320-D6FE-0CCE6AF3DC5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0816605" y="3406322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98" name="Текст 39">
            <a:extLst>
              <a:ext uri="{FF2B5EF4-FFF2-40B4-BE49-F238E27FC236}">
                <a16:creationId xmlns:a16="http://schemas.microsoft.com/office/drawing/2014/main" id="{E4C9C283-8D54-F4F2-3A99-99508C2A60D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0816605" y="4246581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103" name="Текст 39">
            <a:extLst>
              <a:ext uri="{FF2B5EF4-FFF2-40B4-BE49-F238E27FC236}">
                <a16:creationId xmlns:a16="http://schemas.microsoft.com/office/drawing/2014/main" id="{F648767F-14AB-E814-7DA3-C6F97C05DB9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4140573" y="3406322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104" name="Текст 39">
            <a:extLst>
              <a:ext uri="{FF2B5EF4-FFF2-40B4-BE49-F238E27FC236}">
                <a16:creationId xmlns:a16="http://schemas.microsoft.com/office/drawing/2014/main" id="{0D0F5993-4499-B7B5-5A6A-97BA07DF2007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4140573" y="4246581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109" name="Текст 39">
            <a:extLst>
              <a:ext uri="{FF2B5EF4-FFF2-40B4-BE49-F238E27FC236}">
                <a16:creationId xmlns:a16="http://schemas.microsoft.com/office/drawing/2014/main" id="{1696CA4D-645E-0830-CB37-9E9D4244A9A4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55913" y="6730289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110" name="Текст 39">
            <a:extLst>
              <a:ext uri="{FF2B5EF4-FFF2-40B4-BE49-F238E27FC236}">
                <a16:creationId xmlns:a16="http://schemas.microsoft.com/office/drawing/2014/main" id="{FF13B2EE-3B91-3FEF-9952-A7A0405599D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55913" y="7570548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115" name="Текст 39">
            <a:extLst>
              <a:ext uri="{FF2B5EF4-FFF2-40B4-BE49-F238E27FC236}">
                <a16:creationId xmlns:a16="http://schemas.microsoft.com/office/drawing/2014/main" id="{4E65E75A-B9AF-ECD1-E864-A8C691464CA7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4255167" y="6730289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116" name="Текст 39">
            <a:extLst>
              <a:ext uri="{FF2B5EF4-FFF2-40B4-BE49-F238E27FC236}">
                <a16:creationId xmlns:a16="http://schemas.microsoft.com/office/drawing/2014/main" id="{A98E9700-BDE3-3658-D89D-EC32417AEFC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4255167" y="7570548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121" name="Текст 39">
            <a:extLst>
              <a:ext uri="{FF2B5EF4-FFF2-40B4-BE49-F238E27FC236}">
                <a16:creationId xmlns:a16="http://schemas.microsoft.com/office/drawing/2014/main" id="{7D845AB3-A07B-4702-83C3-2109ABF21480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7517351" y="6730289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122" name="Текст 39">
            <a:extLst>
              <a:ext uri="{FF2B5EF4-FFF2-40B4-BE49-F238E27FC236}">
                <a16:creationId xmlns:a16="http://schemas.microsoft.com/office/drawing/2014/main" id="{AB36FE25-40C6-7D62-AD70-9D3E50B4D437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7517351" y="7570548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127" name="Текст 39">
            <a:extLst>
              <a:ext uri="{FF2B5EF4-FFF2-40B4-BE49-F238E27FC236}">
                <a16:creationId xmlns:a16="http://schemas.microsoft.com/office/drawing/2014/main" id="{8474BF6E-A017-8852-C693-7ADAAC093E3C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0816605" y="6730289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128" name="Текст 39">
            <a:extLst>
              <a:ext uri="{FF2B5EF4-FFF2-40B4-BE49-F238E27FC236}">
                <a16:creationId xmlns:a16="http://schemas.microsoft.com/office/drawing/2014/main" id="{3FDFB16E-F8DD-BAAD-E591-3BF315F0554C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0816605" y="7570548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133" name="Текст 39">
            <a:extLst>
              <a:ext uri="{FF2B5EF4-FFF2-40B4-BE49-F238E27FC236}">
                <a16:creationId xmlns:a16="http://schemas.microsoft.com/office/drawing/2014/main" id="{1268AA54-2DBF-56AA-5195-DEC14A434A31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14140573" y="6730289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134" name="Текст 39">
            <a:extLst>
              <a:ext uri="{FF2B5EF4-FFF2-40B4-BE49-F238E27FC236}">
                <a16:creationId xmlns:a16="http://schemas.microsoft.com/office/drawing/2014/main" id="{67A9CA5F-6E4D-D44E-6E8B-F624912ED39C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14140573" y="7570548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11" name="Текст 39">
            <a:extLst>
              <a:ext uri="{FF2B5EF4-FFF2-40B4-BE49-F238E27FC236}">
                <a16:creationId xmlns:a16="http://schemas.microsoft.com/office/drawing/2014/main" id="{27F5A080-2018-52DA-F919-A480E5D44EF3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4247494" y="5036703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449A0DC3-2567-11B4-FFE2-B8A24F7D5FD6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4247494" y="5469189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DFEEDC2E-6B31-E691-7072-8D938EEDC287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7495191" y="5036703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25" name="Текст 39">
            <a:extLst>
              <a:ext uri="{FF2B5EF4-FFF2-40B4-BE49-F238E27FC236}">
                <a16:creationId xmlns:a16="http://schemas.microsoft.com/office/drawing/2014/main" id="{48355716-CBC2-68D6-C4FE-D02EC94C7995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7495191" y="5469189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26" name="Текст 39">
            <a:extLst>
              <a:ext uri="{FF2B5EF4-FFF2-40B4-BE49-F238E27FC236}">
                <a16:creationId xmlns:a16="http://schemas.microsoft.com/office/drawing/2014/main" id="{B71439B0-C426-0765-E081-72E942B20628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10821716" y="5036703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27" name="Текст 39">
            <a:extLst>
              <a:ext uri="{FF2B5EF4-FFF2-40B4-BE49-F238E27FC236}">
                <a16:creationId xmlns:a16="http://schemas.microsoft.com/office/drawing/2014/main" id="{668FEFE4-5190-6297-9026-EBAC0E7EC1B3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10821716" y="5469189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A7653370-CA53-6F94-05BA-BDDE3CA827C0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14148240" y="5036703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B92ED35B-7177-F196-BA5D-DF61C0C984EB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14148240" y="5469189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30" name="Текст 39">
            <a:extLst>
              <a:ext uri="{FF2B5EF4-FFF2-40B4-BE49-F238E27FC236}">
                <a16:creationId xmlns:a16="http://schemas.microsoft.com/office/drawing/2014/main" id="{BDCA349B-6ADB-F247-C7F3-D886D61A15BA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952500" y="8347461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833DC6FA-EAC6-3FA7-5613-E71DD2636C5D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952500" y="8779947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32" name="Текст 39">
            <a:extLst>
              <a:ext uri="{FF2B5EF4-FFF2-40B4-BE49-F238E27FC236}">
                <a16:creationId xmlns:a16="http://schemas.microsoft.com/office/drawing/2014/main" id="{2E171E4E-5603-DCEA-1076-F9D18C8E7DB1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4247494" y="8347461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34" name="Текст 39">
            <a:extLst>
              <a:ext uri="{FF2B5EF4-FFF2-40B4-BE49-F238E27FC236}">
                <a16:creationId xmlns:a16="http://schemas.microsoft.com/office/drawing/2014/main" id="{4EC6CA7C-35E3-D548-7296-7306621BA37C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4247494" y="8779947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35" name="Текст 39">
            <a:extLst>
              <a:ext uri="{FF2B5EF4-FFF2-40B4-BE49-F238E27FC236}">
                <a16:creationId xmlns:a16="http://schemas.microsoft.com/office/drawing/2014/main" id="{14BD599C-CF60-F5D5-AAB1-73B3E25509C0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7495191" y="8347461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36" name="Текст 39">
            <a:extLst>
              <a:ext uri="{FF2B5EF4-FFF2-40B4-BE49-F238E27FC236}">
                <a16:creationId xmlns:a16="http://schemas.microsoft.com/office/drawing/2014/main" id="{515C4F7D-F2D7-2C89-B3C4-C3E93871E3A9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7495191" y="8779947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37" name="Текст 39">
            <a:extLst>
              <a:ext uri="{FF2B5EF4-FFF2-40B4-BE49-F238E27FC236}">
                <a16:creationId xmlns:a16="http://schemas.microsoft.com/office/drawing/2014/main" id="{022220E9-5EB0-5D83-C928-D2537E019AA7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10821716" y="8347461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38" name="Текст 39">
            <a:extLst>
              <a:ext uri="{FF2B5EF4-FFF2-40B4-BE49-F238E27FC236}">
                <a16:creationId xmlns:a16="http://schemas.microsoft.com/office/drawing/2014/main" id="{A6A5054D-421E-AACE-EDB6-6B27422F04E8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10821716" y="8779947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39" name="Текст 39">
            <a:extLst>
              <a:ext uri="{FF2B5EF4-FFF2-40B4-BE49-F238E27FC236}">
                <a16:creationId xmlns:a16="http://schemas.microsoft.com/office/drawing/2014/main" id="{3C961EB7-D2B2-F0C8-BA08-F1CAF17EE3A1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14148240" y="8347461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6A0CD277-A4D2-379D-5959-61DDE1A973E9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14148240" y="8779947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41" name="Рисунок 3">
            <a:extLst>
              <a:ext uri="{FF2B5EF4-FFF2-40B4-BE49-F238E27FC236}">
                <a16:creationId xmlns:a16="http://schemas.microsoft.com/office/drawing/2014/main" id="{FE389CD7-8DB1-F301-34D8-C67D6DDE2ED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2" name="Текст 16">
            <a:extLst>
              <a:ext uri="{FF2B5EF4-FFF2-40B4-BE49-F238E27FC236}">
                <a16:creationId xmlns:a16="http://schemas.microsoft.com/office/drawing/2014/main" id="{29813B5F-8CF5-0E42-C52F-EA95BC4135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45" name="Текст 16">
            <a:extLst>
              <a:ext uri="{FF2B5EF4-FFF2-40B4-BE49-F238E27FC236}">
                <a16:creationId xmlns:a16="http://schemas.microsoft.com/office/drawing/2014/main" id="{95038034-D548-554B-1039-DCD57F2A980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014794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ть: 8 шагов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80316F50-9BF0-28D8-0FD8-12BB69AF2D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55913" y="3406322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pic>
        <p:nvPicPr>
          <p:cNvPr id="3" name="Frame 2087329752 --&gt; Frame 2087329752" descr="preencoded.png">
            <a:extLst>
              <a:ext uri="{FF2B5EF4-FFF2-40B4-BE49-F238E27FC236}">
                <a16:creationId xmlns:a16="http://schemas.microsoft.com/office/drawing/2014/main" id="{1B82F96C-A500-7D0E-A538-3D7F552DE7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52500" y="6324595"/>
            <a:ext cx="13544550" cy="19059"/>
          </a:xfrm>
          <a:prstGeom prst="rect">
            <a:avLst/>
          </a:prstGeom>
        </p:spPr>
      </p:pic>
      <p:pic>
        <p:nvPicPr>
          <p:cNvPr id="4" name="Frame 2087329752 --&gt; Frame 2087329752" descr="preencoded.png">
            <a:extLst>
              <a:ext uri="{FF2B5EF4-FFF2-40B4-BE49-F238E27FC236}">
                <a16:creationId xmlns:a16="http://schemas.microsoft.com/office/drawing/2014/main" id="{1FFBBE82-D9B4-9E46-2EA6-5D6A4EA253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545729" y="3001952"/>
            <a:ext cx="2867025" cy="19059"/>
          </a:xfrm>
          <a:prstGeom prst="rect">
            <a:avLst/>
          </a:prstGeom>
        </p:spPr>
      </p:pic>
      <p:pic>
        <p:nvPicPr>
          <p:cNvPr id="5" name="Frame 2087329752 --&gt; Frame 2087329752" descr="preencoded.png">
            <a:extLst>
              <a:ext uri="{FF2B5EF4-FFF2-40B4-BE49-F238E27FC236}">
                <a16:creationId xmlns:a16="http://schemas.microsoft.com/office/drawing/2014/main" id="{D4F8CF2A-B120-2936-A382-7F949E3F5F5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4423023" y="3001952"/>
            <a:ext cx="10153650" cy="19059"/>
          </a:xfrm>
          <a:prstGeom prst="rect">
            <a:avLst/>
          </a:prstGeom>
        </p:spPr>
      </p:pic>
      <p:pic>
        <p:nvPicPr>
          <p:cNvPr id="7" name="Frame 2087329752 --&gt; Frame 2087329752" descr="preencoded.png">
            <a:extLst>
              <a:ext uri="{FF2B5EF4-FFF2-40B4-BE49-F238E27FC236}">
                <a16:creationId xmlns:a16="http://schemas.microsoft.com/office/drawing/2014/main" id="{854CC526-C955-DC62-12FD-32D6A2B54A7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7300317" y="3001952"/>
            <a:ext cx="2286000" cy="19059"/>
          </a:xfrm>
          <a:prstGeom prst="rect">
            <a:avLst/>
          </a:prstGeom>
        </p:spPr>
      </p:pic>
      <p:pic>
        <p:nvPicPr>
          <p:cNvPr id="8" name="Frame 2087329752 --&gt; Frame 2087329752" descr="preencoded.png">
            <a:extLst>
              <a:ext uri="{FF2B5EF4-FFF2-40B4-BE49-F238E27FC236}">
                <a16:creationId xmlns:a16="http://schemas.microsoft.com/office/drawing/2014/main" id="{E8857AE7-E43D-A91F-B5A6-67B560C7710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7300317" y="6327070"/>
            <a:ext cx="2286000" cy="19059"/>
          </a:xfrm>
          <a:prstGeom prst="rect">
            <a:avLst/>
          </a:prstGeom>
        </p:spPr>
      </p:pic>
      <p:pic>
        <p:nvPicPr>
          <p:cNvPr id="9" name="Frame 2087329752 --&gt; Frame 2087329752" descr="preencoded.png">
            <a:extLst>
              <a:ext uri="{FF2B5EF4-FFF2-40B4-BE49-F238E27FC236}">
                <a16:creationId xmlns:a16="http://schemas.microsoft.com/office/drawing/2014/main" id="{3C4E6377-89B7-2B60-BC83-82B3291CF60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0175751" y="3000426"/>
            <a:ext cx="7019927" cy="3343284"/>
          </a:xfrm>
          <a:prstGeom prst="rect">
            <a:avLst/>
          </a:prstGeom>
        </p:spPr>
      </p:pic>
      <p:pic>
        <p:nvPicPr>
          <p:cNvPr id="10" name="Frame 2087329752" descr="preencoded.png">
            <a:extLst>
              <a:ext uri="{FF2B5EF4-FFF2-40B4-BE49-F238E27FC236}">
                <a16:creationId xmlns:a16="http://schemas.microsoft.com/office/drawing/2014/main" id="{BB73BEA9-9893-EEB4-ADCF-F950314CB9A8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955030" y="2714625"/>
            <a:ext cx="590550" cy="590550"/>
          </a:xfrm>
          <a:prstGeom prst="rect">
            <a:avLst/>
          </a:prstGeom>
        </p:spPr>
      </p:pic>
      <p:pic>
        <p:nvPicPr>
          <p:cNvPr id="13" name="Frame 2087329752" descr="preencoded.png">
            <a:extLst>
              <a:ext uri="{FF2B5EF4-FFF2-40B4-BE49-F238E27FC236}">
                <a16:creationId xmlns:a16="http://schemas.microsoft.com/office/drawing/2014/main" id="{2AF35600-FEFE-DFB9-DB68-B1F4C7C0472D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/>
          <a:stretch/>
        </p:blipFill>
        <p:spPr>
          <a:xfrm>
            <a:off x="5227498" y="2714625"/>
            <a:ext cx="590550" cy="590550"/>
          </a:xfrm>
          <a:prstGeom prst="rect">
            <a:avLst/>
          </a:prstGeom>
        </p:spPr>
      </p:pic>
      <p:pic>
        <p:nvPicPr>
          <p:cNvPr id="14" name="Frame 2087329752" descr="preencoded.png">
            <a:extLst>
              <a:ext uri="{FF2B5EF4-FFF2-40B4-BE49-F238E27FC236}">
                <a16:creationId xmlns:a16="http://schemas.microsoft.com/office/drawing/2014/main" id="{7B563AF9-3DD9-B6CC-E245-0BFACF4C6315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/>
          <a:stretch/>
        </p:blipFill>
        <p:spPr>
          <a:xfrm>
            <a:off x="9586454" y="2714625"/>
            <a:ext cx="590550" cy="590550"/>
          </a:xfrm>
          <a:prstGeom prst="rect">
            <a:avLst/>
          </a:prstGeom>
        </p:spPr>
      </p:pic>
      <p:pic>
        <p:nvPicPr>
          <p:cNvPr id="15" name="Frame 2087329752" descr="preencoded.png">
            <a:extLst>
              <a:ext uri="{FF2B5EF4-FFF2-40B4-BE49-F238E27FC236}">
                <a16:creationId xmlns:a16="http://schemas.microsoft.com/office/drawing/2014/main" id="{6AA28EC8-CF02-8435-B8BE-F936CFD05EA5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/>
          <a:stretch/>
        </p:blipFill>
        <p:spPr>
          <a:xfrm>
            <a:off x="13970123" y="2714625"/>
            <a:ext cx="590550" cy="590550"/>
          </a:xfrm>
          <a:prstGeom prst="rect">
            <a:avLst/>
          </a:prstGeom>
        </p:spPr>
      </p:pic>
      <p:pic>
        <p:nvPicPr>
          <p:cNvPr id="20" name="Frame 2087329752" descr="preencoded.png">
            <a:extLst>
              <a:ext uri="{FF2B5EF4-FFF2-40B4-BE49-F238E27FC236}">
                <a16:creationId xmlns:a16="http://schemas.microsoft.com/office/drawing/2014/main" id="{04E00055-AD04-F79C-4F41-C9BD78184231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/>
          <a:stretch/>
        </p:blipFill>
        <p:spPr>
          <a:xfrm>
            <a:off x="952500" y="6029325"/>
            <a:ext cx="590550" cy="590550"/>
          </a:xfrm>
          <a:prstGeom prst="rect">
            <a:avLst/>
          </a:prstGeom>
        </p:spPr>
      </p:pic>
      <p:pic>
        <p:nvPicPr>
          <p:cNvPr id="21" name="Frame 2087329752" descr="preencoded.png">
            <a:extLst>
              <a:ext uri="{FF2B5EF4-FFF2-40B4-BE49-F238E27FC236}">
                <a16:creationId xmlns:a16="http://schemas.microsoft.com/office/drawing/2014/main" id="{A4460B41-7E24-EB49-31DC-EB8B1496C50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/>
          <a:stretch/>
        </p:blipFill>
        <p:spPr>
          <a:xfrm>
            <a:off x="5224968" y="6029325"/>
            <a:ext cx="590550" cy="590550"/>
          </a:xfrm>
          <a:prstGeom prst="rect">
            <a:avLst/>
          </a:prstGeom>
        </p:spPr>
      </p:pic>
      <p:pic>
        <p:nvPicPr>
          <p:cNvPr id="22" name="Frame 2087329752" descr="preencoded.png">
            <a:extLst>
              <a:ext uri="{FF2B5EF4-FFF2-40B4-BE49-F238E27FC236}">
                <a16:creationId xmlns:a16="http://schemas.microsoft.com/office/drawing/2014/main" id="{859F7D9C-5E07-1A52-0C52-1B9F5E84CB39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rcRect/>
          <a:stretch/>
        </p:blipFill>
        <p:spPr>
          <a:xfrm>
            <a:off x="9583924" y="6029325"/>
            <a:ext cx="590550" cy="590550"/>
          </a:xfrm>
          <a:prstGeom prst="rect">
            <a:avLst/>
          </a:prstGeom>
        </p:spPr>
      </p:pic>
      <p:pic>
        <p:nvPicPr>
          <p:cNvPr id="23" name="Frame 2087329752" descr="preencoded.png">
            <a:extLst>
              <a:ext uri="{FF2B5EF4-FFF2-40B4-BE49-F238E27FC236}">
                <a16:creationId xmlns:a16="http://schemas.microsoft.com/office/drawing/2014/main" id="{02640B23-A85C-1669-19E7-143D4ACBCE27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rcRect/>
          <a:stretch/>
        </p:blipFill>
        <p:spPr>
          <a:xfrm>
            <a:off x="13979950" y="6029325"/>
            <a:ext cx="590550" cy="590550"/>
          </a:xfrm>
          <a:prstGeom prst="rect">
            <a:avLst/>
          </a:prstGeom>
        </p:spPr>
      </p:pic>
      <p:sp>
        <p:nvSpPr>
          <p:cNvPr id="19" name="Текст 41">
            <a:extLst>
              <a:ext uri="{FF2B5EF4-FFF2-40B4-BE49-F238E27FC236}">
                <a16:creationId xmlns:a16="http://schemas.microsoft.com/office/drawing/2014/main" id="{C004A22B-2DA4-CDAE-AE11-079D6E26FAF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72620" y="2729061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1</a:t>
            </a:r>
          </a:p>
        </p:txBody>
      </p:sp>
      <p:sp>
        <p:nvSpPr>
          <p:cNvPr id="67" name="Текст 41">
            <a:extLst>
              <a:ext uri="{FF2B5EF4-FFF2-40B4-BE49-F238E27FC236}">
                <a16:creationId xmlns:a16="http://schemas.microsoft.com/office/drawing/2014/main" id="{1B424E61-0988-B34A-2DD7-D3960A8CB6C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35709" y="2729061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2</a:t>
            </a:r>
          </a:p>
        </p:txBody>
      </p:sp>
      <p:sp>
        <p:nvSpPr>
          <p:cNvPr id="68" name="Текст 41">
            <a:extLst>
              <a:ext uri="{FF2B5EF4-FFF2-40B4-BE49-F238E27FC236}">
                <a16:creationId xmlns:a16="http://schemas.microsoft.com/office/drawing/2014/main" id="{124A51CF-F8F4-372F-5F98-FAAE3ED664C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597645" y="2729061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3</a:t>
            </a:r>
          </a:p>
        </p:txBody>
      </p:sp>
      <p:sp>
        <p:nvSpPr>
          <p:cNvPr id="69" name="Текст 41">
            <a:extLst>
              <a:ext uri="{FF2B5EF4-FFF2-40B4-BE49-F238E27FC236}">
                <a16:creationId xmlns:a16="http://schemas.microsoft.com/office/drawing/2014/main" id="{0A2320A0-614A-97F4-2A06-1401A6D4ED7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3984292" y="2729061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4</a:t>
            </a:r>
          </a:p>
        </p:txBody>
      </p:sp>
      <p:sp>
        <p:nvSpPr>
          <p:cNvPr id="73" name="Текст 41">
            <a:extLst>
              <a:ext uri="{FF2B5EF4-FFF2-40B4-BE49-F238E27FC236}">
                <a16:creationId xmlns:a16="http://schemas.microsoft.com/office/drawing/2014/main" id="{4329B035-C806-6691-D03B-C3C81BD1908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72620" y="6040672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8</a:t>
            </a:r>
          </a:p>
        </p:txBody>
      </p:sp>
      <p:sp>
        <p:nvSpPr>
          <p:cNvPr id="74" name="Текст 41">
            <a:extLst>
              <a:ext uri="{FF2B5EF4-FFF2-40B4-BE49-F238E27FC236}">
                <a16:creationId xmlns:a16="http://schemas.microsoft.com/office/drawing/2014/main" id="{EB5370DB-09A1-2BD5-4306-3A4BB015F15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3984292" y="6040672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5</a:t>
            </a:r>
          </a:p>
        </p:txBody>
      </p:sp>
      <p:sp>
        <p:nvSpPr>
          <p:cNvPr id="76" name="Текст 41">
            <a:extLst>
              <a:ext uri="{FF2B5EF4-FFF2-40B4-BE49-F238E27FC236}">
                <a16:creationId xmlns:a16="http://schemas.microsoft.com/office/drawing/2014/main" id="{DB492D02-49F0-FCAF-A49E-E52ABCD1EB0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235709" y="6040672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7</a:t>
            </a:r>
          </a:p>
        </p:txBody>
      </p:sp>
      <p:sp>
        <p:nvSpPr>
          <p:cNvPr id="77" name="Текст 41">
            <a:extLst>
              <a:ext uri="{FF2B5EF4-FFF2-40B4-BE49-F238E27FC236}">
                <a16:creationId xmlns:a16="http://schemas.microsoft.com/office/drawing/2014/main" id="{B6509D05-D7EE-1C79-F6B0-CC38DD58844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597645" y="6040672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6</a:t>
            </a:r>
          </a:p>
        </p:txBody>
      </p:sp>
      <p:sp>
        <p:nvSpPr>
          <p:cNvPr id="79" name="Текст 39">
            <a:extLst>
              <a:ext uri="{FF2B5EF4-FFF2-40B4-BE49-F238E27FC236}">
                <a16:creationId xmlns:a16="http://schemas.microsoft.com/office/drawing/2014/main" id="{D3A15577-237B-5861-2B81-BCA0A253BA4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55913" y="4246581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85" name="Текст 39">
            <a:extLst>
              <a:ext uri="{FF2B5EF4-FFF2-40B4-BE49-F238E27FC236}">
                <a16:creationId xmlns:a16="http://schemas.microsoft.com/office/drawing/2014/main" id="{90F65A72-557B-CAA5-8500-F61537825C2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231359" y="3406322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86" name="Текст 39">
            <a:extLst>
              <a:ext uri="{FF2B5EF4-FFF2-40B4-BE49-F238E27FC236}">
                <a16:creationId xmlns:a16="http://schemas.microsoft.com/office/drawing/2014/main" id="{D7FEB9A2-14C2-6981-D780-355586FC262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231359" y="4246581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91" name="Текст 39">
            <a:extLst>
              <a:ext uri="{FF2B5EF4-FFF2-40B4-BE49-F238E27FC236}">
                <a16:creationId xmlns:a16="http://schemas.microsoft.com/office/drawing/2014/main" id="{C2BF4D7E-7303-D7E2-45A8-84E74132A6D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556224" y="3406322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92" name="Текст 39">
            <a:extLst>
              <a:ext uri="{FF2B5EF4-FFF2-40B4-BE49-F238E27FC236}">
                <a16:creationId xmlns:a16="http://schemas.microsoft.com/office/drawing/2014/main" id="{E6323280-6FA6-3910-53F1-8D2A26932C9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556224" y="4246581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97" name="Текст 39">
            <a:extLst>
              <a:ext uri="{FF2B5EF4-FFF2-40B4-BE49-F238E27FC236}">
                <a16:creationId xmlns:a16="http://schemas.microsoft.com/office/drawing/2014/main" id="{6C05DE2A-DDC9-8320-D6FE-0CCE6AF3DC5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3955228" y="3406322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98" name="Текст 39">
            <a:extLst>
              <a:ext uri="{FF2B5EF4-FFF2-40B4-BE49-F238E27FC236}">
                <a16:creationId xmlns:a16="http://schemas.microsoft.com/office/drawing/2014/main" id="{E4C9C283-8D54-F4F2-3A99-99508C2A60D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3955228" y="4246581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109" name="Текст 39">
            <a:extLst>
              <a:ext uri="{FF2B5EF4-FFF2-40B4-BE49-F238E27FC236}">
                <a16:creationId xmlns:a16="http://schemas.microsoft.com/office/drawing/2014/main" id="{1696CA4D-645E-0830-CB37-9E9D4244A9A4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55913" y="6730289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110" name="Текст 39">
            <a:extLst>
              <a:ext uri="{FF2B5EF4-FFF2-40B4-BE49-F238E27FC236}">
                <a16:creationId xmlns:a16="http://schemas.microsoft.com/office/drawing/2014/main" id="{FF13B2EE-3B91-3FEF-9952-A7A0405599D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55913" y="7570548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115" name="Текст 39">
            <a:extLst>
              <a:ext uri="{FF2B5EF4-FFF2-40B4-BE49-F238E27FC236}">
                <a16:creationId xmlns:a16="http://schemas.microsoft.com/office/drawing/2014/main" id="{4E65E75A-B9AF-ECD1-E864-A8C691464CA7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5231359" y="6730289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116" name="Текст 39">
            <a:extLst>
              <a:ext uri="{FF2B5EF4-FFF2-40B4-BE49-F238E27FC236}">
                <a16:creationId xmlns:a16="http://schemas.microsoft.com/office/drawing/2014/main" id="{A98E9700-BDE3-3658-D89D-EC32417AEFC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231359" y="7570548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121" name="Текст 39">
            <a:extLst>
              <a:ext uri="{FF2B5EF4-FFF2-40B4-BE49-F238E27FC236}">
                <a16:creationId xmlns:a16="http://schemas.microsoft.com/office/drawing/2014/main" id="{7D845AB3-A07B-4702-83C3-2109ABF21480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556224" y="6730289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122" name="Текст 39">
            <a:extLst>
              <a:ext uri="{FF2B5EF4-FFF2-40B4-BE49-F238E27FC236}">
                <a16:creationId xmlns:a16="http://schemas.microsoft.com/office/drawing/2014/main" id="{AB36FE25-40C6-7D62-AD70-9D3E50B4D437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556224" y="7570548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127" name="Текст 39">
            <a:extLst>
              <a:ext uri="{FF2B5EF4-FFF2-40B4-BE49-F238E27FC236}">
                <a16:creationId xmlns:a16="http://schemas.microsoft.com/office/drawing/2014/main" id="{8474BF6E-A017-8852-C693-7ADAAC093E3C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3955228" y="6730289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128" name="Текст 39">
            <a:extLst>
              <a:ext uri="{FF2B5EF4-FFF2-40B4-BE49-F238E27FC236}">
                <a16:creationId xmlns:a16="http://schemas.microsoft.com/office/drawing/2014/main" id="{3FDFB16E-F8DD-BAAD-E591-3BF315F0554C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3955228" y="7570548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11" name="Текст 39">
            <a:extLst>
              <a:ext uri="{FF2B5EF4-FFF2-40B4-BE49-F238E27FC236}">
                <a16:creationId xmlns:a16="http://schemas.microsoft.com/office/drawing/2014/main" id="{EEC6078E-69A3-A1A4-6C72-0B49CFE788C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52500" y="5036703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4B47608E-7C70-70E5-4747-F474A2765E6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52500" y="5469189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22FD1D94-1AF4-6C10-C71F-CF803A825178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5208423" y="5036703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7D63378A-BC9C-3F81-AE74-F14985E681DE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5208423" y="5469189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577413A3-A802-9B18-EC7A-29E74EDFAE9F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9566126" y="5036703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25" name="Текст 39">
            <a:extLst>
              <a:ext uri="{FF2B5EF4-FFF2-40B4-BE49-F238E27FC236}">
                <a16:creationId xmlns:a16="http://schemas.microsoft.com/office/drawing/2014/main" id="{70F8EBBD-750D-1545-2545-48B9A9FF7309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9566126" y="5469189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26" name="Текст 39">
            <a:extLst>
              <a:ext uri="{FF2B5EF4-FFF2-40B4-BE49-F238E27FC236}">
                <a16:creationId xmlns:a16="http://schemas.microsoft.com/office/drawing/2014/main" id="{2F942C08-0A86-C67F-D641-6DC003512EB0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13970123" y="5036703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27" name="Текст 39">
            <a:extLst>
              <a:ext uri="{FF2B5EF4-FFF2-40B4-BE49-F238E27FC236}">
                <a16:creationId xmlns:a16="http://schemas.microsoft.com/office/drawing/2014/main" id="{9E0462AC-170E-B8F1-D952-2BC5759B29CE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13970123" y="5469189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6BD57D88-6DC4-5834-BA1F-E15F9B2F05C5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952500" y="8347462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55DCDA4A-52B1-24B7-3063-7CD835F4EC61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952500" y="8779948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30" name="Текст 39">
            <a:extLst>
              <a:ext uri="{FF2B5EF4-FFF2-40B4-BE49-F238E27FC236}">
                <a16:creationId xmlns:a16="http://schemas.microsoft.com/office/drawing/2014/main" id="{62C128E5-0329-9EC7-0BC2-13C6475667C9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5208423" y="8347462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949DF755-EBE0-CF2C-18BB-53FAB1ABAAF6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5208423" y="8779948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32" name="Текст 39">
            <a:extLst>
              <a:ext uri="{FF2B5EF4-FFF2-40B4-BE49-F238E27FC236}">
                <a16:creationId xmlns:a16="http://schemas.microsoft.com/office/drawing/2014/main" id="{A0C3BE5E-5190-DA90-8032-AEDF6D3D94CD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9566126" y="8347462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34" name="Текст 39">
            <a:extLst>
              <a:ext uri="{FF2B5EF4-FFF2-40B4-BE49-F238E27FC236}">
                <a16:creationId xmlns:a16="http://schemas.microsoft.com/office/drawing/2014/main" id="{4EBD50FD-6B69-3170-95E4-462769F90BDA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9566126" y="8779948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35" name="Текст 39">
            <a:extLst>
              <a:ext uri="{FF2B5EF4-FFF2-40B4-BE49-F238E27FC236}">
                <a16:creationId xmlns:a16="http://schemas.microsoft.com/office/drawing/2014/main" id="{E1B2217C-1426-4BCD-35E0-27907E6DCC5F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13970123" y="8347462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36" name="Текст 39">
            <a:extLst>
              <a:ext uri="{FF2B5EF4-FFF2-40B4-BE49-F238E27FC236}">
                <a16:creationId xmlns:a16="http://schemas.microsoft.com/office/drawing/2014/main" id="{15C26DB7-B375-CE60-F4EE-EAD8F1788CE1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13970123" y="8779948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6" name="Рисунок 3">
            <a:extLst>
              <a:ext uri="{FF2B5EF4-FFF2-40B4-BE49-F238E27FC236}">
                <a16:creationId xmlns:a16="http://schemas.microsoft.com/office/drawing/2014/main" id="{520A1CEE-BEF1-8C67-4C5A-358387FD7C8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7" name="Текст 16">
            <a:extLst>
              <a:ext uri="{FF2B5EF4-FFF2-40B4-BE49-F238E27FC236}">
                <a16:creationId xmlns:a16="http://schemas.microsoft.com/office/drawing/2014/main" id="{D661D073-0F1D-C0F8-809B-65D9BB9D94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40" name="Текст 16">
            <a:extLst>
              <a:ext uri="{FF2B5EF4-FFF2-40B4-BE49-F238E27FC236}">
                <a16:creationId xmlns:a16="http://schemas.microsoft.com/office/drawing/2014/main" id="{42F39F6E-B414-75FA-C4CF-8BE792490B2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220254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ть: 6 шагов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80316F50-9BF0-28D8-0FD8-12BB69AF2D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55913" y="3406322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pic>
        <p:nvPicPr>
          <p:cNvPr id="3" name="Frame 2087329752 --&gt; Frame 2087329752" descr="preencoded.png">
            <a:extLst>
              <a:ext uri="{FF2B5EF4-FFF2-40B4-BE49-F238E27FC236}">
                <a16:creationId xmlns:a16="http://schemas.microsoft.com/office/drawing/2014/main" id="{1B82F96C-A500-7D0E-A538-3D7F552DE7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52500" y="6324595"/>
            <a:ext cx="13544550" cy="19059"/>
          </a:xfrm>
          <a:prstGeom prst="rect">
            <a:avLst/>
          </a:prstGeom>
        </p:spPr>
      </p:pic>
      <p:pic>
        <p:nvPicPr>
          <p:cNvPr id="4" name="Frame 2087329752 --&gt; Frame 2087329752" descr="preencoded.png">
            <a:extLst>
              <a:ext uri="{FF2B5EF4-FFF2-40B4-BE49-F238E27FC236}">
                <a16:creationId xmlns:a16="http://schemas.microsoft.com/office/drawing/2014/main" id="{1FFBBE82-D9B4-9E46-2EA6-5D6A4EA253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545729" y="3001952"/>
            <a:ext cx="2867025" cy="19059"/>
          </a:xfrm>
          <a:prstGeom prst="rect">
            <a:avLst/>
          </a:prstGeom>
        </p:spPr>
      </p:pic>
      <p:pic>
        <p:nvPicPr>
          <p:cNvPr id="5" name="Frame 2087329752 --&gt; Frame 2087329752" descr="preencoded.png">
            <a:extLst>
              <a:ext uri="{FF2B5EF4-FFF2-40B4-BE49-F238E27FC236}">
                <a16:creationId xmlns:a16="http://schemas.microsoft.com/office/drawing/2014/main" id="{D4F8CF2A-B120-2936-A382-7F949E3F5F5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4423023" y="3001952"/>
            <a:ext cx="10153650" cy="19059"/>
          </a:xfrm>
          <a:prstGeom prst="rect">
            <a:avLst/>
          </a:prstGeom>
        </p:spPr>
      </p:pic>
      <p:pic>
        <p:nvPicPr>
          <p:cNvPr id="7" name="Frame 2087329752 --&gt; Frame 2087329752" descr="preencoded.png">
            <a:extLst>
              <a:ext uri="{FF2B5EF4-FFF2-40B4-BE49-F238E27FC236}">
                <a16:creationId xmlns:a16="http://schemas.microsoft.com/office/drawing/2014/main" id="{854CC526-C955-DC62-12FD-32D6A2B54A7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7300317" y="3001952"/>
            <a:ext cx="2286000" cy="19059"/>
          </a:xfrm>
          <a:prstGeom prst="rect">
            <a:avLst/>
          </a:prstGeom>
        </p:spPr>
      </p:pic>
      <p:pic>
        <p:nvPicPr>
          <p:cNvPr id="8" name="Frame 2087329752 --&gt; Frame 2087329752" descr="preencoded.png">
            <a:extLst>
              <a:ext uri="{FF2B5EF4-FFF2-40B4-BE49-F238E27FC236}">
                <a16:creationId xmlns:a16="http://schemas.microsoft.com/office/drawing/2014/main" id="{E8857AE7-E43D-A91F-B5A6-67B560C7710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7300317" y="6327070"/>
            <a:ext cx="2286000" cy="19059"/>
          </a:xfrm>
          <a:prstGeom prst="rect">
            <a:avLst/>
          </a:prstGeom>
        </p:spPr>
      </p:pic>
      <p:pic>
        <p:nvPicPr>
          <p:cNvPr id="9" name="Frame 2087329752 --&gt; Frame 2087329752" descr="preencoded.png">
            <a:extLst>
              <a:ext uri="{FF2B5EF4-FFF2-40B4-BE49-F238E27FC236}">
                <a16:creationId xmlns:a16="http://schemas.microsoft.com/office/drawing/2014/main" id="{3C4E6377-89B7-2B60-BC83-82B3291CF60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0175751" y="3000426"/>
            <a:ext cx="7019927" cy="3343284"/>
          </a:xfrm>
          <a:prstGeom prst="rect">
            <a:avLst/>
          </a:prstGeom>
        </p:spPr>
      </p:pic>
      <p:pic>
        <p:nvPicPr>
          <p:cNvPr id="10" name="Frame 2087329752" descr="preencoded.png">
            <a:extLst>
              <a:ext uri="{FF2B5EF4-FFF2-40B4-BE49-F238E27FC236}">
                <a16:creationId xmlns:a16="http://schemas.microsoft.com/office/drawing/2014/main" id="{BB73BEA9-9893-EEB4-ADCF-F950314CB9A8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955030" y="2714625"/>
            <a:ext cx="590550" cy="590550"/>
          </a:xfrm>
          <a:prstGeom prst="rect">
            <a:avLst/>
          </a:prstGeom>
        </p:spPr>
      </p:pic>
      <p:pic>
        <p:nvPicPr>
          <p:cNvPr id="13" name="Frame 2087329752" descr="preencoded.png">
            <a:extLst>
              <a:ext uri="{FF2B5EF4-FFF2-40B4-BE49-F238E27FC236}">
                <a16:creationId xmlns:a16="http://schemas.microsoft.com/office/drawing/2014/main" id="{2AF35600-FEFE-DFB9-DB68-B1F4C7C0472D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/>
          <a:stretch/>
        </p:blipFill>
        <p:spPr>
          <a:xfrm>
            <a:off x="6401394" y="2714625"/>
            <a:ext cx="590550" cy="590550"/>
          </a:xfrm>
          <a:prstGeom prst="rect">
            <a:avLst/>
          </a:prstGeom>
        </p:spPr>
      </p:pic>
      <p:pic>
        <p:nvPicPr>
          <p:cNvPr id="15" name="Frame 2087329752" descr="preencoded.png">
            <a:extLst>
              <a:ext uri="{FF2B5EF4-FFF2-40B4-BE49-F238E27FC236}">
                <a16:creationId xmlns:a16="http://schemas.microsoft.com/office/drawing/2014/main" id="{6AA28EC8-CF02-8435-B8BE-F936CFD05EA5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/>
          <a:stretch/>
        </p:blipFill>
        <p:spPr>
          <a:xfrm>
            <a:off x="11918894" y="2714625"/>
            <a:ext cx="590550" cy="590550"/>
          </a:xfrm>
          <a:prstGeom prst="rect">
            <a:avLst/>
          </a:prstGeom>
        </p:spPr>
      </p:pic>
      <p:pic>
        <p:nvPicPr>
          <p:cNvPr id="20" name="Frame 2087329752" descr="preencoded.png">
            <a:extLst>
              <a:ext uri="{FF2B5EF4-FFF2-40B4-BE49-F238E27FC236}">
                <a16:creationId xmlns:a16="http://schemas.microsoft.com/office/drawing/2014/main" id="{04E00055-AD04-F79C-4F41-C9BD78184231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/>
          <a:stretch/>
        </p:blipFill>
        <p:spPr>
          <a:xfrm>
            <a:off x="952500" y="6029325"/>
            <a:ext cx="590550" cy="590550"/>
          </a:xfrm>
          <a:prstGeom prst="rect">
            <a:avLst/>
          </a:prstGeom>
        </p:spPr>
      </p:pic>
      <p:pic>
        <p:nvPicPr>
          <p:cNvPr id="21" name="Frame 2087329752" descr="preencoded.png">
            <a:extLst>
              <a:ext uri="{FF2B5EF4-FFF2-40B4-BE49-F238E27FC236}">
                <a16:creationId xmlns:a16="http://schemas.microsoft.com/office/drawing/2014/main" id="{A4460B41-7E24-EB49-31DC-EB8B1496C50A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/>
          <a:stretch/>
        </p:blipFill>
        <p:spPr>
          <a:xfrm>
            <a:off x="6398864" y="6029325"/>
            <a:ext cx="590550" cy="590550"/>
          </a:xfrm>
          <a:prstGeom prst="rect">
            <a:avLst/>
          </a:prstGeom>
        </p:spPr>
      </p:pic>
      <p:pic>
        <p:nvPicPr>
          <p:cNvPr id="23" name="Frame 2087329752" descr="preencoded.png">
            <a:extLst>
              <a:ext uri="{FF2B5EF4-FFF2-40B4-BE49-F238E27FC236}">
                <a16:creationId xmlns:a16="http://schemas.microsoft.com/office/drawing/2014/main" id="{02640B23-A85C-1669-19E7-143D4ACBCE27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/>
          <a:stretch/>
        </p:blipFill>
        <p:spPr>
          <a:xfrm>
            <a:off x="11928721" y="6029325"/>
            <a:ext cx="590550" cy="590550"/>
          </a:xfrm>
          <a:prstGeom prst="rect">
            <a:avLst/>
          </a:prstGeom>
        </p:spPr>
      </p:pic>
      <p:sp>
        <p:nvSpPr>
          <p:cNvPr id="19" name="Текст 41">
            <a:extLst>
              <a:ext uri="{FF2B5EF4-FFF2-40B4-BE49-F238E27FC236}">
                <a16:creationId xmlns:a16="http://schemas.microsoft.com/office/drawing/2014/main" id="{C004A22B-2DA4-CDAE-AE11-079D6E26FAF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72620" y="2729061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1</a:t>
            </a:r>
          </a:p>
        </p:txBody>
      </p:sp>
      <p:sp>
        <p:nvSpPr>
          <p:cNvPr id="67" name="Текст 41">
            <a:extLst>
              <a:ext uri="{FF2B5EF4-FFF2-40B4-BE49-F238E27FC236}">
                <a16:creationId xmlns:a16="http://schemas.microsoft.com/office/drawing/2014/main" id="{1B424E61-0988-B34A-2DD7-D3960A8CB6C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09605" y="2729061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2</a:t>
            </a:r>
          </a:p>
        </p:txBody>
      </p:sp>
      <p:sp>
        <p:nvSpPr>
          <p:cNvPr id="69" name="Текст 41">
            <a:extLst>
              <a:ext uri="{FF2B5EF4-FFF2-40B4-BE49-F238E27FC236}">
                <a16:creationId xmlns:a16="http://schemas.microsoft.com/office/drawing/2014/main" id="{0A2320A0-614A-97F4-2A06-1401A6D4ED7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933063" y="2729061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3</a:t>
            </a:r>
          </a:p>
        </p:txBody>
      </p:sp>
      <p:sp>
        <p:nvSpPr>
          <p:cNvPr id="73" name="Текст 41">
            <a:extLst>
              <a:ext uri="{FF2B5EF4-FFF2-40B4-BE49-F238E27FC236}">
                <a16:creationId xmlns:a16="http://schemas.microsoft.com/office/drawing/2014/main" id="{4329B035-C806-6691-D03B-C3C81BD1908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72620" y="6040672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6</a:t>
            </a:r>
          </a:p>
        </p:txBody>
      </p:sp>
      <p:sp>
        <p:nvSpPr>
          <p:cNvPr id="74" name="Текст 41">
            <a:extLst>
              <a:ext uri="{FF2B5EF4-FFF2-40B4-BE49-F238E27FC236}">
                <a16:creationId xmlns:a16="http://schemas.microsoft.com/office/drawing/2014/main" id="{EB5370DB-09A1-2BD5-4306-3A4BB015F15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933063" y="6040672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4</a:t>
            </a:r>
          </a:p>
        </p:txBody>
      </p:sp>
      <p:sp>
        <p:nvSpPr>
          <p:cNvPr id="76" name="Текст 41">
            <a:extLst>
              <a:ext uri="{FF2B5EF4-FFF2-40B4-BE49-F238E27FC236}">
                <a16:creationId xmlns:a16="http://schemas.microsoft.com/office/drawing/2014/main" id="{DB492D02-49F0-FCAF-A49E-E52ABCD1EB0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409605" y="6040672"/>
            <a:ext cx="562840" cy="566750"/>
          </a:xfrm>
        </p:spPr>
        <p:txBody>
          <a:bodyPr anchor="ctr">
            <a:noAutofit/>
          </a:bodyPr>
          <a:lstStyle>
            <a:lvl1pPr algn="ctr">
              <a:defRPr sz="24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5</a:t>
            </a:r>
          </a:p>
        </p:txBody>
      </p:sp>
      <p:sp>
        <p:nvSpPr>
          <p:cNvPr id="79" name="Текст 39">
            <a:extLst>
              <a:ext uri="{FF2B5EF4-FFF2-40B4-BE49-F238E27FC236}">
                <a16:creationId xmlns:a16="http://schemas.microsoft.com/office/drawing/2014/main" id="{D3A15577-237B-5861-2B81-BCA0A253BA4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55913" y="4246581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85" name="Текст 39">
            <a:extLst>
              <a:ext uri="{FF2B5EF4-FFF2-40B4-BE49-F238E27FC236}">
                <a16:creationId xmlns:a16="http://schemas.microsoft.com/office/drawing/2014/main" id="{90F65A72-557B-CAA5-8500-F61537825C2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405255" y="3406322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86" name="Текст 39">
            <a:extLst>
              <a:ext uri="{FF2B5EF4-FFF2-40B4-BE49-F238E27FC236}">
                <a16:creationId xmlns:a16="http://schemas.microsoft.com/office/drawing/2014/main" id="{D7FEB9A2-14C2-6981-D780-355586FC262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405255" y="4246581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97" name="Текст 39">
            <a:extLst>
              <a:ext uri="{FF2B5EF4-FFF2-40B4-BE49-F238E27FC236}">
                <a16:creationId xmlns:a16="http://schemas.microsoft.com/office/drawing/2014/main" id="{6C05DE2A-DDC9-8320-D6FE-0CCE6AF3DC5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1903999" y="3406322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98" name="Текст 39">
            <a:extLst>
              <a:ext uri="{FF2B5EF4-FFF2-40B4-BE49-F238E27FC236}">
                <a16:creationId xmlns:a16="http://schemas.microsoft.com/office/drawing/2014/main" id="{E4C9C283-8D54-F4F2-3A99-99508C2A60D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1903999" y="4246581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109" name="Текст 39">
            <a:extLst>
              <a:ext uri="{FF2B5EF4-FFF2-40B4-BE49-F238E27FC236}">
                <a16:creationId xmlns:a16="http://schemas.microsoft.com/office/drawing/2014/main" id="{1696CA4D-645E-0830-CB37-9E9D4244A9A4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55913" y="6730289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110" name="Текст 39">
            <a:extLst>
              <a:ext uri="{FF2B5EF4-FFF2-40B4-BE49-F238E27FC236}">
                <a16:creationId xmlns:a16="http://schemas.microsoft.com/office/drawing/2014/main" id="{FF13B2EE-3B91-3FEF-9952-A7A0405599D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55913" y="7570548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115" name="Текст 39">
            <a:extLst>
              <a:ext uri="{FF2B5EF4-FFF2-40B4-BE49-F238E27FC236}">
                <a16:creationId xmlns:a16="http://schemas.microsoft.com/office/drawing/2014/main" id="{4E65E75A-B9AF-ECD1-E864-A8C691464CA7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405255" y="6730289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116" name="Текст 39">
            <a:extLst>
              <a:ext uri="{FF2B5EF4-FFF2-40B4-BE49-F238E27FC236}">
                <a16:creationId xmlns:a16="http://schemas.microsoft.com/office/drawing/2014/main" id="{A98E9700-BDE3-3658-D89D-EC32417AEFC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405255" y="7570548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127" name="Текст 39">
            <a:extLst>
              <a:ext uri="{FF2B5EF4-FFF2-40B4-BE49-F238E27FC236}">
                <a16:creationId xmlns:a16="http://schemas.microsoft.com/office/drawing/2014/main" id="{8474BF6E-A017-8852-C693-7ADAAC093E3C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1903999" y="6730289"/>
            <a:ext cx="2144631" cy="815523"/>
          </a:xfrm>
        </p:spPr>
        <p:txBody>
          <a:bodyPr>
            <a:noAutofit/>
          </a:bodyPr>
          <a:lstStyle>
            <a:lvl1pPr>
              <a:defRPr sz="16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средней длины максимум в 3 строки</a:t>
            </a:r>
          </a:p>
        </p:txBody>
      </p:sp>
      <p:sp>
        <p:nvSpPr>
          <p:cNvPr id="128" name="Текст 39">
            <a:extLst>
              <a:ext uri="{FF2B5EF4-FFF2-40B4-BE49-F238E27FC236}">
                <a16:creationId xmlns:a16="http://schemas.microsoft.com/office/drawing/2014/main" id="{3FDFB16E-F8DD-BAAD-E591-3BF315F0554C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1903999" y="7570548"/>
            <a:ext cx="2144631" cy="690856"/>
          </a:xfrm>
        </p:spPr>
        <p:txBody>
          <a:bodyPr>
            <a:noAutofit/>
          </a:bodyPr>
          <a:lstStyle>
            <a:lvl1pPr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элемента также максимум в 3 строки</a:t>
            </a:r>
          </a:p>
        </p:txBody>
      </p:sp>
      <p:sp>
        <p:nvSpPr>
          <p:cNvPr id="11" name="Текст 39">
            <a:extLst>
              <a:ext uri="{FF2B5EF4-FFF2-40B4-BE49-F238E27FC236}">
                <a16:creationId xmlns:a16="http://schemas.microsoft.com/office/drawing/2014/main" id="{620000BB-CC64-EF3E-2CAC-808CFE1D7C1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52500" y="5036703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8D491EA6-596D-E023-23DD-2C6B6E95F8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52500" y="5469189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6A597DB0-55D4-1ADC-0FCC-7ABDF3DF18AA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6393397" y="5036703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EDF2CCAC-45EB-8448-7630-70C590203213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6393397" y="5469189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F78B853E-2CCE-2308-C10D-72F156410CB5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11900586" y="5036703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22" name="Текст 39">
            <a:extLst>
              <a:ext uri="{FF2B5EF4-FFF2-40B4-BE49-F238E27FC236}">
                <a16:creationId xmlns:a16="http://schemas.microsoft.com/office/drawing/2014/main" id="{180145C3-5293-88E2-2850-97CFF6D33B2D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11900586" y="5469189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CB173DAD-BFF6-978D-3B14-5160C5B4AE34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952500" y="8363227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25" name="Текст 39">
            <a:extLst>
              <a:ext uri="{FF2B5EF4-FFF2-40B4-BE49-F238E27FC236}">
                <a16:creationId xmlns:a16="http://schemas.microsoft.com/office/drawing/2014/main" id="{D2C6EA80-C70C-63C1-3637-5AF2E685FE9D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952500" y="8795713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26" name="Текст 39">
            <a:extLst>
              <a:ext uri="{FF2B5EF4-FFF2-40B4-BE49-F238E27FC236}">
                <a16:creationId xmlns:a16="http://schemas.microsoft.com/office/drawing/2014/main" id="{C87D26D3-4877-D840-65D1-7D7C4D06059C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6393397" y="8363227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27" name="Текст 39">
            <a:extLst>
              <a:ext uri="{FF2B5EF4-FFF2-40B4-BE49-F238E27FC236}">
                <a16:creationId xmlns:a16="http://schemas.microsoft.com/office/drawing/2014/main" id="{074BCA85-F53A-3F4E-5002-34C262D96CA7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6393397" y="8795713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A07DF65F-4C1D-E2BD-3E3A-8C2CBF99E5D6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11900586" y="8363227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Статус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023E129B-B377-1B8D-BB8B-D16003EF0517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1900586" y="8795713"/>
            <a:ext cx="1308786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01.01.2000</a:t>
            </a:r>
          </a:p>
        </p:txBody>
      </p:sp>
      <p:sp>
        <p:nvSpPr>
          <p:cNvPr id="6" name="Рисунок 3">
            <a:extLst>
              <a:ext uri="{FF2B5EF4-FFF2-40B4-BE49-F238E27FC236}">
                <a16:creationId xmlns:a16="http://schemas.microsoft.com/office/drawing/2014/main" id="{3EAF6A69-B2D9-6224-BB0D-A9CA599C2B5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0" name="Текст 16">
            <a:extLst>
              <a:ext uri="{FF2B5EF4-FFF2-40B4-BE49-F238E27FC236}">
                <a16:creationId xmlns:a16="http://schemas.microsoft.com/office/drawing/2014/main" id="{47FB2F21-3048-6BE2-17D5-B6ABAF06338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34" name="Текст 16">
            <a:extLst>
              <a:ext uri="{FF2B5EF4-FFF2-40B4-BE49-F238E27FC236}">
                <a16:creationId xmlns:a16="http://schemas.microsoft.com/office/drawing/2014/main" id="{30C7D9E3-963F-FC06-57E8-BA10C19D2C8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41945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челове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9">
            <a:extLst>
              <a:ext uri="{FF2B5EF4-FFF2-40B4-BE49-F238E27FC236}">
                <a16:creationId xmlns:a16="http://schemas.microsoft.com/office/drawing/2014/main" id="{DC4CFB97-63E2-A423-8DBC-6B5E30710F73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952499" y="2434015"/>
            <a:ext cx="5225879" cy="6796481"/>
          </a:xfrm>
          <a:prstGeom prst="roundRect">
            <a:avLst>
              <a:gd name="adj" fmla="val 5505"/>
            </a:avLst>
          </a:prstGeom>
          <a:blipFill>
            <a:blip r:embed="rId2"/>
            <a:stretch>
              <a:fillRect/>
            </a:stretch>
          </a:blipFill>
          <a:effectLst/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3" name="Рисунок 19">
            <a:extLst>
              <a:ext uri="{FF2B5EF4-FFF2-40B4-BE49-F238E27FC236}">
                <a16:creationId xmlns:a16="http://schemas.microsoft.com/office/drawing/2014/main" id="{B96A65DD-8811-94A6-C15A-2D107B0B3639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6531061" y="2434015"/>
            <a:ext cx="5225878" cy="6796481"/>
          </a:xfrm>
          <a:prstGeom prst="roundRect">
            <a:avLst>
              <a:gd name="adj" fmla="val 6410"/>
            </a:avLst>
          </a:prstGeo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4" name="Рисунок 19">
            <a:extLst>
              <a:ext uri="{FF2B5EF4-FFF2-40B4-BE49-F238E27FC236}">
                <a16:creationId xmlns:a16="http://schemas.microsoft.com/office/drawing/2014/main" id="{6EA2C433-D8CF-FD0A-ACC2-150F46698DBE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12123010" y="2434015"/>
            <a:ext cx="5225877" cy="6796481"/>
          </a:xfrm>
          <a:prstGeom prst="roundRect">
            <a:avLst>
              <a:gd name="adj" fmla="val 5505"/>
            </a:avLst>
          </a:prstGeo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36" name="Текст 39">
            <a:extLst>
              <a:ext uri="{FF2B5EF4-FFF2-40B4-BE49-F238E27FC236}">
                <a16:creationId xmlns:a16="http://schemas.microsoft.com/office/drawing/2014/main" id="{99FD3B5D-673D-08B2-56CA-54BA16EFF26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99636" y="8139915"/>
            <a:ext cx="3780137" cy="464376"/>
          </a:xfrm>
        </p:spPr>
        <p:txBody>
          <a:bodyPr>
            <a:noAutofit/>
          </a:bodyPr>
          <a:lstStyle>
            <a:lvl1pPr algn="l">
              <a:defRPr sz="24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Иван Иванов</a:t>
            </a:r>
          </a:p>
        </p:txBody>
      </p:sp>
      <p:sp>
        <p:nvSpPr>
          <p:cNvPr id="38" name="Текст 39">
            <a:extLst>
              <a:ext uri="{FF2B5EF4-FFF2-40B4-BE49-F238E27FC236}">
                <a16:creationId xmlns:a16="http://schemas.microsoft.com/office/drawing/2014/main" id="{1DB19EEA-D907-E05C-D545-0CFBB4BDCD3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99636" y="8688505"/>
            <a:ext cx="3780137" cy="319571"/>
          </a:xfrm>
        </p:spPr>
        <p:txBody>
          <a:bodyPr>
            <a:noAutofit/>
          </a:bodyPr>
          <a:lstStyle>
            <a:lvl1pPr algn="l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Заместитель Руководителя</a:t>
            </a:r>
          </a:p>
        </p:txBody>
      </p:sp>
      <p:sp>
        <p:nvSpPr>
          <p:cNvPr id="4" name="Текст 39">
            <a:extLst>
              <a:ext uri="{FF2B5EF4-FFF2-40B4-BE49-F238E27FC236}">
                <a16:creationId xmlns:a16="http://schemas.microsoft.com/office/drawing/2014/main" id="{9455FF72-E6D9-092E-D7AB-84BA1FA15CAC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6772533" y="8139915"/>
            <a:ext cx="3780137" cy="464376"/>
          </a:xfrm>
        </p:spPr>
        <p:txBody>
          <a:bodyPr>
            <a:noAutofit/>
          </a:bodyPr>
          <a:lstStyle>
            <a:lvl1pPr algn="l">
              <a:defRPr sz="24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Иван Иванов</a:t>
            </a:r>
          </a:p>
        </p:txBody>
      </p:sp>
      <p:sp>
        <p:nvSpPr>
          <p:cNvPr id="5" name="Текст 39">
            <a:extLst>
              <a:ext uri="{FF2B5EF4-FFF2-40B4-BE49-F238E27FC236}">
                <a16:creationId xmlns:a16="http://schemas.microsoft.com/office/drawing/2014/main" id="{FD5E4DFC-75BE-8FE1-F915-85F96F37752B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6772533" y="8688505"/>
            <a:ext cx="3780137" cy="319571"/>
          </a:xfrm>
        </p:spPr>
        <p:txBody>
          <a:bodyPr>
            <a:noAutofit/>
          </a:bodyPr>
          <a:lstStyle>
            <a:lvl1pPr algn="l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Заместитель Руководителя</a:t>
            </a:r>
          </a:p>
        </p:txBody>
      </p:sp>
      <p:sp>
        <p:nvSpPr>
          <p:cNvPr id="6" name="Текст 39">
            <a:extLst>
              <a:ext uri="{FF2B5EF4-FFF2-40B4-BE49-F238E27FC236}">
                <a16:creationId xmlns:a16="http://schemas.microsoft.com/office/drawing/2014/main" id="{2DFAEFB3-802F-41FD-FBC8-87C2F284BEF2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2370144" y="8139915"/>
            <a:ext cx="3780137" cy="464376"/>
          </a:xfrm>
        </p:spPr>
        <p:txBody>
          <a:bodyPr>
            <a:noAutofit/>
          </a:bodyPr>
          <a:lstStyle>
            <a:lvl1pPr algn="l">
              <a:defRPr sz="24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Иван Иванов</a:t>
            </a:r>
          </a:p>
        </p:txBody>
      </p:sp>
      <p:sp>
        <p:nvSpPr>
          <p:cNvPr id="7" name="Текст 39">
            <a:extLst>
              <a:ext uri="{FF2B5EF4-FFF2-40B4-BE49-F238E27FC236}">
                <a16:creationId xmlns:a16="http://schemas.microsoft.com/office/drawing/2014/main" id="{9D77F42F-55E7-6AD6-95C1-F14E2EE355D1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12370144" y="8688505"/>
            <a:ext cx="3780137" cy="319571"/>
          </a:xfrm>
        </p:spPr>
        <p:txBody>
          <a:bodyPr>
            <a:noAutofit/>
          </a:bodyPr>
          <a:lstStyle>
            <a:lvl1pPr algn="l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Заместитель Руководителя</a:t>
            </a:r>
          </a:p>
        </p:txBody>
      </p:sp>
      <p:sp>
        <p:nvSpPr>
          <p:cNvPr id="3" name="Текст 39">
            <a:extLst>
              <a:ext uri="{FF2B5EF4-FFF2-40B4-BE49-F238E27FC236}">
                <a16:creationId xmlns:a16="http://schemas.microsoft.com/office/drawing/2014/main" id="{473E177A-8A46-8E39-D819-4459F5E4ACE7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1201093" y="2728778"/>
            <a:ext cx="1132018" cy="370732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Спикер</a:t>
            </a:r>
          </a:p>
        </p:txBody>
      </p:sp>
      <p:sp>
        <p:nvSpPr>
          <p:cNvPr id="20" name="Текст 39">
            <a:extLst>
              <a:ext uri="{FF2B5EF4-FFF2-40B4-BE49-F238E27FC236}">
                <a16:creationId xmlns:a16="http://schemas.microsoft.com/office/drawing/2014/main" id="{4F75C2A6-813E-D947-D0A2-48D9A6C737FA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2447411" y="2728778"/>
            <a:ext cx="771525" cy="370732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ДИТ</a:t>
            </a:r>
          </a:p>
        </p:txBody>
      </p:sp>
      <p:sp>
        <p:nvSpPr>
          <p:cNvPr id="21" name="Текст 39">
            <a:extLst>
              <a:ext uri="{FF2B5EF4-FFF2-40B4-BE49-F238E27FC236}">
                <a16:creationId xmlns:a16="http://schemas.microsoft.com/office/drawing/2014/main" id="{CDA30FB1-5FAC-03BA-636D-47A71373A6B8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3327521" y="2728778"/>
            <a:ext cx="771525" cy="370732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КНД</a:t>
            </a:r>
          </a:p>
        </p:txBody>
      </p:sp>
      <p:sp>
        <p:nvSpPr>
          <p:cNvPr id="22" name="Текст 39">
            <a:extLst>
              <a:ext uri="{FF2B5EF4-FFF2-40B4-BE49-F238E27FC236}">
                <a16:creationId xmlns:a16="http://schemas.microsoft.com/office/drawing/2014/main" id="{3F0175E4-2CFE-2228-C223-1994EDDCFEC6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6772533" y="2728778"/>
            <a:ext cx="2259504" cy="370732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Участник команды</a:t>
            </a:r>
          </a:p>
        </p:txBody>
      </p:sp>
      <p:sp>
        <p:nvSpPr>
          <p:cNvPr id="23" name="Текст 39">
            <a:extLst>
              <a:ext uri="{FF2B5EF4-FFF2-40B4-BE49-F238E27FC236}">
                <a16:creationId xmlns:a16="http://schemas.microsoft.com/office/drawing/2014/main" id="{73FCEB01-0E1E-8100-2DF4-B3C7DDDB67C2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9146337" y="2728778"/>
            <a:ext cx="771525" cy="370732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ДИТ</a:t>
            </a:r>
          </a:p>
        </p:txBody>
      </p:sp>
      <p:sp>
        <p:nvSpPr>
          <p:cNvPr id="27" name="Текст 39">
            <a:extLst>
              <a:ext uri="{FF2B5EF4-FFF2-40B4-BE49-F238E27FC236}">
                <a16:creationId xmlns:a16="http://schemas.microsoft.com/office/drawing/2014/main" id="{CDEAC51C-289B-46C7-38D8-B14016F04941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10026447" y="2728778"/>
            <a:ext cx="771525" cy="370732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КНД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D16DEF14-0854-21C8-0F54-966CB397ED4F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12365259" y="2728778"/>
            <a:ext cx="2259504" cy="370732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Участник команды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848B0F62-B41B-DD9F-8C60-8EB73976FD31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14739063" y="2728778"/>
            <a:ext cx="771525" cy="370732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ДИТ</a:t>
            </a:r>
          </a:p>
        </p:txBody>
      </p:sp>
      <p:sp>
        <p:nvSpPr>
          <p:cNvPr id="30" name="Текст 39">
            <a:extLst>
              <a:ext uri="{FF2B5EF4-FFF2-40B4-BE49-F238E27FC236}">
                <a16:creationId xmlns:a16="http://schemas.microsoft.com/office/drawing/2014/main" id="{92A4055B-2174-2B8F-45B7-BAF29B67C92D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15619173" y="2728778"/>
            <a:ext cx="771525" cy="370732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КНД</a:t>
            </a:r>
          </a:p>
        </p:txBody>
      </p:sp>
      <p:sp>
        <p:nvSpPr>
          <p:cNvPr id="8" name="Рисунок 16">
            <a:extLst>
              <a:ext uri="{FF2B5EF4-FFF2-40B4-BE49-F238E27FC236}">
                <a16:creationId xmlns:a16="http://schemas.microsoft.com/office/drawing/2014/main" id="{218B06C1-EFCF-D1C9-6D52-1E9577CEA0B5}"/>
              </a:ext>
            </a:extLst>
          </p:cNvPr>
          <p:cNvSpPr>
            <a:spLocks noGrp="1"/>
          </p:cNvSpPr>
          <p:nvPr>
            <p:ph type="pic" sz="quarter" idx="82" hasCustomPrompt="1"/>
          </p:nvPr>
        </p:nvSpPr>
        <p:spPr>
          <a:xfrm>
            <a:off x="5081017" y="8162924"/>
            <a:ext cx="840811" cy="840811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Рисунок 16">
            <a:extLst>
              <a:ext uri="{FF2B5EF4-FFF2-40B4-BE49-F238E27FC236}">
                <a16:creationId xmlns:a16="http://schemas.microsoft.com/office/drawing/2014/main" id="{54B15CD9-6673-DE31-5BCF-6D2AD6CD8477}"/>
              </a:ext>
            </a:extLst>
          </p:cNvPr>
          <p:cNvSpPr>
            <a:spLocks noGrp="1"/>
          </p:cNvSpPr>
          <p:nvPr>
            <p:ph type="pic" sz="quarter" idx="93" hasCustomPrompt="1"/>
          </p:nvPr>
        </p:nvSpPr>
        <p:spPr>
          <a:xfrm>
            <a:off x="10654502" y="8162924"/>
            <a:ext cx="840811" cy="840811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Рисунок 16">
            <a:extLst>
              <a:ext uri="{FF2B5EF4-FFF2-40B4-BE49-F238E27FC236}">
                <a16:creationId xmlns:a16="http://schemas.microsoft.com/office/drawing/2014/main" id="{AF1F3E2D-3EAB-FC23-EEA7-188CF58E85F1}"/>
              </a:ext>
            </a:extLst>
          </p:cNvPr>
          <p:cNvSpPr>
            <a:spLocks noGrp="1"/>
          </p:cNvSpPr>
          <p:nvPr>
            <p:ph type="pic" sz="quarter" idx="94" hasCustomPrompt="1"/>
          </p:nvPr>
        </p:nvSpPr>
        <p:spPr>
          <a:xfrm>
            <a:off x="16257017" y="8162924"/>
            <a:ext cx="840811" cy="840811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" name="Рисунок 3">
            <a:extLst>
              <a:ext uri="{FF2B5EF4-FFF2-40B4-BE49-F238E27FC236}">
                <a16:creationId xmlns:a16="http://schemas.microsoft.com/office/drawing/2014/main" id="{A021F4A1-5D61-017B-93A9-71710D6A692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2" name="Текст 16">
            <a:extLst>
              <a:ext uri="{FF2B5EF4-FFF2-40B4-BE49-F238E27FC236}">
                <a16:creationId xmlns:a16="http://schemas.microsoft.com/office/drawing/2014/main" id="{B9BAE8CC-D732-7CE0-3D21-7560C6FC60F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5" name="Текст 16">
            <a:extLst>
              <a:ext uri="{FF2B5EF4-FFF2-40B4-BE49-F238E27FC236}">
                <a16:creationId xmlns:a16="http://schemas.microsoft.com/office/drawing/2014/main" id="{D68C086B-72B4-C9CA-2F4E-EDFFE8C3476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445012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тдел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9">
            <a:extLst>
              <a:ext uri="{FF2B5EF4-FFF2-40B4-BE49-F238E27FC236}">
                <a16:creationId xmlns:a16="http://schemas.microsoft.com/office/drawing/2014/main" id="{B8B3E3C3-6EB3-5CEE-3B68-7AA3C78EBB65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-609599" y="2435244"/>
            <a:ext cx="6627340" cy="6796481"/>
          </a:xfrm>
          <a:prstGeom prst="roundRect">
            <a:avLst>
              <a:gd name="adj" fmla="val 5505"/>
            </a:avLst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0" name="Рисунок 19">
            <a:extLst>
              <a:ext uri="{FF2B5EF4-FFF2-40B4-BE49-F238E27FC236}">
                <a16:creationId xmlns:a16="http://schemas.microsoft.com/office/drawing/2014/main" id="{27C1C01E-5A8B-7282-4722-032D9A895257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952500" y="3296768"/>
            <a:ext cx="3656570" cy="3656570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3" name="Рисунок 19">
            <a:extLst>
              <a:ext uri="{FF2B5EF4-FFF2-40B4-BE49-F238E27FC236}">
                <a16:creationId xmlns:a16="http://schemas.microsoft.com/office/drawing/2014/main" id="{4D40010F-4781-392A-F0D5-7F46BD6B539B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452227" y="6010366"/>
            <a:ext cx="1536102" cy="153610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0" name="Рисунок 19">
            <a:extLst>
              <a:ext uri="{FF2B5EF4-FFF2-40B4-BE49-F238E27FC236}">
                <a16:creationId xmlns:a16="http://schemas.microsoft.com/office/drawing/2014/main" id="{2F0189FF-F58A-4726-261E-10470EF73A5A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10306508" y="6010366"/>
            <a:ext cx="1536102" cy="153610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2" name="Рисунок 19">
            <a:extLst>
              <a:ext uri="{FF2B5EF4-FFF2-40B4-BE49-F238E27FC236}">
                <a16:creationId xmlns:a16="http://schemas.microsoft.com/office/drawing/2014/main" id="{27506846-FE53-A5FB-ABF4-3D01ED953B5E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4173199" y="6010366"/>
            <a:ext cx="1536102" cy="153610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6" name="Рисунок 19">
            <a:extLst>
              <a:ext uri="{FF2B5EF4-FFF2-40B4-BE49-F238E27FC236}">
                <a16:creationId xmlns:a16="http://schemas.microsoft.com/office/drawing/2014/main" id="{9247369E-1A39-4DE3-E262-E39148556D14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6452227" y="2340404"/>
            <a:ext cx="1536102" cy="153610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9" name="Рисунок 19">
            <a:extLst>
              <a:ext uri="{FF2B5EF4-FFF2-40B4-BE49-F238E27FC236}">
                <a16:creationId xmlns:a16="http://schemas.microsoft.com/office/drawing/2014/main" id="{4D9F017F-D904-A723-C7A9-641B15AE568C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10306508" y="2340404"/>
            <a:ext cx="1536102" cy="153610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2" name="Рисунок 19">
            <a:extLst>
              <a:ext uri="{FF2B5EF4-FFF2-40B4-BE49-F238E27FC236}">
                <a16:creationId xmlns:a16="http://schemas.microsoft.com/office/drawing/2014/main" id="{7286199C-9EA1-6143-BB52-065459DC1423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14173199" y="2340404"/>
            <a:ext cx="1536102" cy="153610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36" name="Текст 39">
            <a:extLst>
              <a:ext uri="{FF2B5EF4-FFF2-40B4-BE49-F238E27FC236}">
                <a16:creationId xmlns:a16="http://schemas.microsoft.com/office/drawing/2014/main" id="{99FD3B5D-673D-08B2-56CA-54BA16EFF26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52501" y="7052518"/>
            <a:ext cx="4051986" cy="832796"/>
          </a:xfrm>
        </p:spPr>
        <p:txBody>
          <a:bodyPr>
            <a:noAutofit/>
          </a:bodyPr>
          <a:lstStyle>
            <a:lvl1pPr algn="l"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Имя и фамилия в две строки</a:t>
            </a:r>
          </a:p>
        </p:txBody>
      </p:sp>
      <p:sp>
        <p:nvSpPr>
          <p:cNvPr id="38" name="Текст 39">
            <a:extLst>
              <a:ext uri="{FF2B5EF4-FFF2-40B4-BE49-F238E27FC236}">
                <a16:creationId xmlns:a16="http://schemas.microsoft.com/office/drawing/2014/main" id="{1DB19EEA-D907-E05C-D545-0CFBB4BDCD3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52501" y="7971812"/>
            <a:ext cx="4051986" cy="896242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Здесь указывается должность или роль в проекте</a:t>
            </a:r>
          </a:p>
        </p:txBody>
      </p:sp>
      <p:sp>
        <p:nvSpPr>
          <p:cNvPr id="21" name="Текст 39">
            <a:extLst>
              <a:ext uri="{FF2B5EF4-FFF2-40B4-BE49-F238E27FC236}">
                <a16:creationId xmlns:a16="http://schemas.microsoft.com/office/drawing/2014/main" id="{316031ED-B785-4EC0-A68D-949FAD980CA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489298" y="7608577"/>
            <a:ext cx="3125229" cy="654805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Имя и фамилия в две строки</a:t>
            </a:r>
          </a:p>
        </p:txBody>
      </p:sp>
      <p:sp>
        <p:nvSpPr>
          <p:cNvPr id="22" name="Текст 39">
            <a:extLst>
              <a:ext uri="{FF2B5EF4-FFF2-40B4-BE49-F238E27FC236}">
                <a16:creationId xmlns:a16="http://schemas.microsoft.com/office/drawing/2014/main" id="{BABB8EA2-D6A9-C6D2-26F5-25D220F0FE7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89298" y="8342520"/>
            <a:ext cx="3125229" cy="566706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Здесь указывается должность или роль в проекте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8EF4E53F-5C91-F162-2B5D-48BC4146D12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0343579" y="7608577"/>
            <a:ext cx="3125229" cy="654805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Имя и фамилия в две строки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A033F90D-DC11-6863-CD34-87FDF80EB90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0343579" y="8342520"/>
            <a:ext cx="3125229" cy="566706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Здесь указывается должность или роль в проекте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A5D6D0CD-EF40-1164-C221-928746F0E61E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4210270" y="7608577"/>
            <a:ext cx="3125229" cy="654805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Имя и фамилия в две строки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37E3C96E-E8F5-47C6-21B7-E2FA96E895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4210270" y="8342520"/>
            <a:ext cx="3125229" cy="566706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Здесь указывается должность или роль в проекте</a:t>
            </a:r>
          </a:p>
        </p:txBody>
      </p:sp>
      <p:sp>
        <p:nvSpPr>
          <p:cNvPr id="64" name="Текст 39">
            <a:extLst>
              <a:ext uri="{FF2B5EF4-FFF2-40B4-BE49-F238E27FC236}">
                <a16:creationId xmlns:a16="http://schemas.microsoft.com/office/drawing/2014/main" id="{5FECBD9B-D73A-711B-31B3-2F5FE09F8490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489298" y="3938615"/>
            <a:ext cx="3125229" cy="654805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Имя и фамилия в две строки</a:t>
            </a:r>
          </a:p>
        </p:txBody>
      </p:sp>
      <p:sp>
        <p:nvSpPr>
          <p:cNvPr id="65" name="Текст 39">
            <a:extLst>
              <a:ext uri="{FF2B5EF4-FFF2-40B4-BE49-F238E27FC236}">
                <a16:creationId xmlns:a16="http://schemas.microsoft.com/office/drawing/2014/main" id="{50D085C9-983E-D8AF-3985-CAF16F201459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489298" y="4672558"/>
            <a:ext cx="3125229" cy="566706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Здесь указывается должность или роль в проекте</a:t>
            </a:r>
          </a:p>
        </p:txBody>
      </p:sp>
      <p:sp>
        <p:nvSpPr>
          <p:cNvPr id="67" name="Текст 39">
            <a:extLst>
              <a:ext uri="{FF2B5EF4-FFF2-40B4-BE49-F238E27FC236}">
                <a16:creationId xmlns:a16="http://schemas.microsoft.com/office/drawing/2014/main" id="{1F0832CD-1538-9F00-AC56-8DB1A849D967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0343579" y="3938615"/>
            <a:ext cx="3125229" cy="654805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Имя и фамилия в две строки</a:t>
            </a:r>
          </a:p>
        </p:txBody>
      </p:sp>
      <p:sp>
        <p:nvSpPr>
          <p:cNvPr id="68" name="Текст 39">
            <a:extLst>
              <a:ext uri="{FF2B5EF4-FFF2-40B4-BE49-F238E27FC236}">
                <a16:creationId xmlns:a16="http://schemas.microsoft.com/office/drawing/2014/main" id="{CEE6CC86-467C-11A2-BA71-781DE0BCB49C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0343579" y="4672558"/>
            <a:ext cx="3125229" cy="566706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Здесь указывается должность или роль в проекте</a:t>
            </a:r>
          </a:p>
        </p:txBody>
      </p:sp>
      <p:sp>
        <p:nvSpPr>
          <p:cNvPr id="70" name="Текст 39">
            <a:extLst>
              <a:ext uri="{FF2B5EF4-FFF2-40B4-BE49-F238E27FC236}">
                <a16:creationId xmlns:a16="http://schemas.microsoft.com/office/drawing/2014/main" id="{51FFEF56-C60C-9018-2321-4B6AF3A71703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4210270" y="3938615"/>
            <a:ext cx="3125229" cy="654805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Имя и фамилия в две строки</a:t>
            </a:r>
          </a:p>
        </p:txBody>
      </p:sp>
      <p:sp>
        <p:nvSpPr>
          <p:cNvPr id="71" name="Текст 39">
            <a:extLst>
              <a:ext uri="{FF2B5EF4-FFF2-40B4-BE49-F238E27FC236}">
                <a16:creationId xmlns:a16="http://schemas.microsoft.com/office/drawing/2014/main" id="{3B4159F2-5360-D214-E9B2-57997D9A7412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4210270" y="4672558"/>
            <a:ext cx="3125229" cy="566706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Здесь указывается должность или роль в проекте</a:t>
            </a:r>
          </a:p>
        </p:txBody>
      </p:sp>
      <p:sp>
        <p:nvSpPr>
          <p:cNvPr id="3" name="Рисунок 3">
            <a:extLst>
              <a:ext uri="{FF2B5EF4-FFF2-40B4-BE49-F238E27FC236}">
                <a16:creationId xmlns:a16="http://schemas.microsoft.com/office/drawing/2014/main" id="{F4FA2827-23DF-9679-3471-AD1E1B72334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Текст 16">
            <a:extLst>
              <a:ext uri="{FF2B5EF4-FFF2-40B4-BE49-F238E27FC236}">
                <a16:creationId xmlns:a16="http://schemas.microsoft.com/office/drawing/2014/main" id="{BADAE45F-E7A7-883A-FE4E-1B4275023E3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7" name="Текст 16">
            <a:extLst>
              <a:ext uri="{FF2B5EF4-FFF2-40B4-BE49-F238E27FC236}">
                <a16:creationId xmlns:a16="http://schemas.microsoft.com/office/drawing/2014/main" id="{0AD3CAFF-E042-C34C-6631-7D20306947C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60674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37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человек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Рисунок 19">
            <a:extLst>
              <a:ext uri="{FF2B5EF4-FFF2-40B4-BE49-F238E27FC236}">
                <a16:creationId xmlns:a16="http://schemas.microsoft.com/office/drawing/2014/main" id="{4D40010F-4781-392A-F0D5-7F46BD6B539B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931266" y="6010366"/>
            <a:ext cx="1536102" cy="153610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0" name="Рисунок 19">
            <a:extLst>
              <a:ext uri="{FF2B5EF4-FFF2-40B4-BE49-F238E27FC236}">
                <a16:creationId xmlns:a16="http://schemas.microsoft.com/office/drawing/2014/main" id="{2F0189FF-F58A-4726-261E-10470EF73A5A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7921654" y="6010366"/>
            <a:ext cx="1536102" cy="153610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2" name="Рисунок 19">
            <a:extLst>
              <a:ext uri="{FF2B5EF4-FFF2-40B4-BE49-F238E27FC236}">
                <a16:creationId xmlns:a16="http://schemas.microsoft.com/office/drawing/2014/main" id="{27506846-FE53-A5FB-ABF4-3D01ED953B5E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4904178" y="6010366"/>
            <a:ext cx="1536102" cy="153610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6" name="Рисунок 19">
            <a:extLst>
              <a:ext uri="{FF2B5EF4-FFF2-40B4-BE49-F238E27FC236}">
                <a16:creationId xmlns:a16="http://schemas.microsoft.com/office/drawing/2014/main" id="{9247369E-1A39-4DE3-E262-E39148556D14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931266" y="2340404"/>
            <a:ext cx="1536102" cy="153610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9" name="Рисунок 19">
            <a:extLst>
              <a:ext uri="{FF2B5EF4-FFF2-40B4-BE49-F238E27FC236}">
                <a16:creationId xmlns:a16="http://schemas.microsoft.com/office/drawing/2014/main" id="{4D9F017F-D904-A723-C7A9-641B15AE568C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7921654" y="2340404"/>
            <a:ext cx="1536102" cy="153610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2" name="Рисунок 19">
            <a:extLst>
              <a:ext uri="{FF2B5EF4-FFF2-40B4-BE49-F238E27FC236}">
                <a16:creationId xmlns:a16="http://schemas.microsoft.com/office/drawing/2014/main" id="{7286199C-9EA1-6143-BB52-065459DC1423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14904178" y="2340404"/>
            <a:ext cx="1536102" cy="153610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21" name="Текст 39">
            <a:extLst>
              <a:ext uri="{FF2B5EF4-FFF2-40B4-BE49-F238E27FC236}">
                <a16:creationId xmlns:a16="http://schemas.microsoft.com/office/drawing/2014/main" id="{316031ED-B785-4EC0-A68D-949FAD980CA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68338" y="7608577"/>
            <a:ext cx="2378412" cy="654805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Имя и фамилия в две строки</a:t>
            </a:r>
          </a:p>
        </p:txBody>
      </p:sp>
      <p:sp>
        <p:nvSpPr>
          <p:cNvPr id="22" name="Текст 39">
            <a:extLst>
              <a:ext uri="{FF2B5EF4-FFF2-40B4-BE49-F238E27FC236}">
                <a16:creationId xmlns:a16="http://schemas.microsoft.com/office/drawing/2014/main" id="{BABB8EA2-D6A9-C6D2-26F5-25D220F0FE7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68338" y="8342520"/>
            <a:ext cx="2378412" cy="764410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Здесь указывается должность или роль в проекте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8EF4E53F-5C91-F162-2B5D-48BC4146D12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958726" y="7608577"/>
            <a:ext cx="2378412" cy="654805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Имя и фамилия в две строки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A033F90D-DC11-6863-CD34-87FDF80EB90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958726" y="8342520"/>
            <a:ext cx="2378412" cy="764410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Здесь указывается должность или роль в проекте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A5D6D0CD-EF40-1164-C221-928746F0E61E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4941250" y="7608577"/>
            <a:ext cx="2378412" cy="654805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Имя и фамилия в две строки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37E3C96E-E8F5-47C6-21B7-E2FA96E895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4941250" y="8342520"/>
            <a:ext cx="2378412" cy="764410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Здесь указывается должность или роль в проекте</a:t>
            </a:r>
          </a:p>
        </p:txBody>
      </p:sp>
      <p:sp>
        <p:nvSpPr>
          <p:cNvPr id="64" name="Текст 39">
            <a:extLst>
              <a:ext uri="{FF2B5EF4-FFF2-40B4-BE49-F238E27FC236}">
                <a16:creationId xmlns:a16="http://schemas.microsoft.com/office/drawing/2014/main" id="{5FECBD9B-D73A-711B-31B3-2F5FE09F8490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68338" y="3938615"/>
            <a:ext cx="2378412" cy="654805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Имя и фамилия в две строки</a:t>
            </a:r>
          </a:p>
        </p:txBody>
      </p:sp>
      <p:sp>
        <p:nvSpPr>
          <p:cNvPr id="65" name="Текст 39">
            <a:extLst>
              <a:ext uri="{FF2B5EF4-FFF2-40B4-BE49-F238E27FC236}">
                <a16:creationId xmlns:a16="http://schemas.microsoft.com/office/drawing/2014/main" id="{50D085C9-983E-D8AF-3985-CAF16F201459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68338" y="4672558"/>
            <a:ext cx="2378412" cy="764410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Здесь указывается должность или роль в проекте</a:t>
            </a:r>
          </a:p>
        </p:txBody>
      </p:sp>
      <p:sp>
        <p:nvSpPr>
          <p:cNvPr id="67" name="Текст 39">
            <a:extLst>
              <a:ext uri="{FF2B5EF4-FFF2-40B4-BE49-F238E27FC236}">
                <a16:creationId xmlns:a16="http://schemas.microsoft.com/office/drawing/2014/main" id="{1F0832CD-1538-9F00-AC56-8DB1A849D967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958726" y="3938615"/>
            <a:ext cx="2378412" cy="654805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Имя и фамилия в две строки</a:t>
            </a:r>
          </a:p>
        </p:txBody>
      </p:sp>
      <p:sp>
        <p:nvSpPr>
          <p:cNvPr id="68" name="Текст 39">
            <a:extLst>
              <a:ext uri="{FF2B5EF4-FFF2-40B4-BE49-F238E27FC236}">
                <a16:creationId xmlns:a16="http://schemas.microsoft.com/office/drawing/2014/main" id="{CEE6CC86-467C-11A2-BA71-781DE0BCB49C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7958726" y="4672558"/>
            <a:ext cx="2378412" cy="764410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Здесь указывается должность или роль в проекте</a:t>
            </a:r>
          </a:p>
        </p:txBody>
      </p:sp>
      <p:sp>
        <p:nvSpPr>
          <p:cNvPr id="70" name="Текст 39">
            <a:extLst>
              <a:ext uri="{FF2B5EF4-FFF2-40B4-BE49-F238E27FC236}">
                <a16:creationId xmlns:a16="http://schemas.microsoft.com/office/drawing/2014/main" id="{51FFEF56-C60C-9018-2321-4B6AF3A71703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4941250" y="3938615"/>
            <a:ext cx="2378412" cy="654805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Имя и фамилия в две строки</a:t>
            </a:r>
          </a:p>
        </p:txBody>
      </p:sp>
      <p:sp>
        <p:nvSpPr>
          <p:cNvPr id="71" name="Текст 39">
            <a:extLst>
              <a:ext uri="{FF2B5EF4-FFF2-40B4-BE49-F238E27FC236}">
                <a16:creationId xmlns:a16="http://schemas.microsoft.com/office/drawing/2014/main" id="{3B4159F2-5360-D214-E9B2-57997D9A7412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4941250" y="4672558"/>
            <a:ext cx="2378412" cy="764410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Здесь указывается должность или роль в проекте</a:t>
            </a:r>
          </a:p>
        </p:txBody>
      </p:sp>
      <p:sp>
        <p:nvSpPr>
          <p:cNvPr id="11" name="Рисунок 19">
            <a:extLst>
              <a:ext uri="{FF2B5EF4-FFF2-40B4-BE49-F238E27FC236}">
                <a16:creationId xmlns:a16="http://schemas.microsoft.com/office/drawing/2014/main" id="{DFEDEC00-0E18-E0C6-B0AF-6F411D990D6E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4412336" y="6010366"/>
            <a:ext cx="1536102" cy="153610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2" name="Рисунок 19">
            <a:extLst>
              <a:ext uri="{FF2B5EF4-FFF2-40B4-BE49-F238E27FC236}">
                <a16:creationId xmlns:a16="http://schemas.microsoft.com/office/drawing/2014/main" id="{3CC998DA-7D8C-7E46-79D7-973D8DC30431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4412336" y="2340404"/>
            <a:ext cx="1536102" cy="153610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3D03E0EF-7179-B38E-005B-675516A96066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4449408" y="7608577"/>
            <a:ext cx="2378412" cy="654805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Имя и фамилия в две строки</a:t>
            </a: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3206EFF4-748F-7347-4C02-B13CF3685AA5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4449408" y="8342520"/>
            <a:ext cx="2378412" cy="764410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Здесь указывается должность или роль в проекте</a:t>
            </a: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CB05DEFE-1085-4DA3-9A2E-D1B43E16624D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4449408" y="3938615"/>
            <a:ext cx="2378412" cy="654805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Имя и фамилия в две строки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AF312B50-AFC7-F34B-C105-D66D5E6224C0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4449408" y="4672558"/>
            <a:ext cx="2378412" cy="764410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Здесь указывается должность или роль в проекте</a:t>
            </a:r>
          </a:p>
        </p:txBody>
      </p:sp>
      <p:sp>
        <p:nvSpPr>
          <p:cNvPr id="19" name="Рисунок 19">
            <a:extLst>
              <a:ext uri="{FF2B5EF4-FFF2-40B4-BE49-F238E27FC236}">
                <a16:creationId xmlns:a16="http://schemas.microsoft.com/office/drawing/2014/main" id="{28BD373C-2D8D-6FD5-1D7D-9E49D2619947}"/>
              </a:ext>
            </a:extLst>
          </p:cNvPr>
          <p:cNvSpPr>
            <a:spLocks noGrp="1"/>
          </p:cNvSpPr>
          <p:nvPr>
            <p:ph type="pic" sz="quarter" idx="78" hasCustomPrompt="1"/>
          </p:nvPr>
        </p:nvSpPr>
        <p:spPr>
          <a:xfrm>
            <a:off x="11407215" y="6010366"/>
            <a:ext cx="1536102" cy="153610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4" name="Рисунок 19">
            <a:extLst>
              <a:ext uri="{FF2B5EF4-FFF2-40B4-BE49-F238E27FC236}">
                <a16:creationId xmlns:a16="http://schemas.microsoft.com/office/drawing/2014/main" id="{43EFABDC-CEE6-F053-C555-7D4C10176B5E}"/>
              </a:ext>
            </a:extLst>
          </p:cNvPr>
          <p:cNvSpPr>
            <a:spLocks noGrp="1"/>
          </p:cNvSpPr>
          <p:nvPr>
            <p:ph type="pic" sz="quarter" idx="79" hasCustomPrompt="1"/>
          </p:nvPr>
        </p:nvSpPr>
        <p:spPr>
          <a:xfrm>
            <a:off x="11407215" y="2340404"/>
            <a:ext cx="1536102" cy="1536102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7" name="Текст 39">
            <a:extLst>
              <a:ext uri="{FF2B5EF4-FFF2-40B4-BE49-F238E27FC236}">
                <a16:creationId xmlns:a16="http://schemas.microsoft.com/office/drawing/2014/main" id="{6390E541-66CA-8724-F9DB-639B0A5BADBD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1444287" y="7608577"/>
            <a:ext cx="2378412" cy="654805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Имя и фамилия в две строки</a:t>
            </a:r>
          </a:p>
        </p:txBody>
      </p:sp>
      <p:sp>
        <p:nvSpPr>
          <p:cNvPr id="32" name="Текст 39">
            <a:extLst>
              <a:ext uri="{FF2B5EF4-FFF2-40B4-BE49-F238E27FC236}">
                <a16:creationId xmlns:a16="http://schemas.microsoft.com/office/drawing/2014/main" id="{5242867F-FB9B-DFB9-B652-853598406FEE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11444287" y="8342520"/>
            <a:ext cx="2378412" cy="764410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Здесь указывается должность или роль в проекте</a:t>
            </a:r>
          </a:p>
        </p:txBody>
      </p:sp>
      <p:sp>
        <p:nvSpPr>
          <p:cNvPr id="34" name="Текст 39">
            <a:extLst>
              <a:ext uri="{FF2B5EF4-FFF2-40B4-BE49-F238E27FC236}">
                <a16:creationId xmlns:a16="http://schemas.microsoft.com/office/drawing/2014/main" id="{1072524A-FA45-8D58-D800-F8EAEC0AE1B5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11444287" y="3938615"/>
            <a:ext cx="2378412" cy="654805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Имя и фамилия в две строки</a:t>
            </a:r>
          </a:p>
        </p:txBody>
      </p:sp>
      <p:sp>
        <p:nvSpPr>
          <p:cNvPr id="35" name="Текст 39">
            <a:extLst>
              <a:ext uri="{FF2B5EF4-FFF2-40B4-BE49-F238E27FC236}">
                <a16:creationId xmlns:a16="http://schemas.microsoft.com/office/drawing/2014/main" id="{DBD0B708-91C0-BAA6-BF60-90F902179F9D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11444287" y="4672558"/>
            <a:ext cx="2378412" cy="764410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Здесь указывается должность или роль в проекте</a:t>
            </a:r>
          </a:p>
        </p:txBody>
      </p:sp>
      <p:sp>
        <p:nvSpPr>
          <p:cNvPr id="3" name="Рисунок 3">
            <a:extLst>
              <a:ext uri="{FF2B5EF4-FFF2-40B4-BE49-F238E27FC236}">
                <a16:creationId xmlns:a16="http://schemas.microsoft.com/office/drawing/2014/main" id="{E5A73C65-59DD-422E-45F7-5E989F23FB3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Текст 16">
            <a:extLst>
              <a:ext uri="{FF2B5EF4-FFF2-40B4-BE49-F238E27FC236}">
                <a16:creationId xmlns:a16="http://schemas.microsoft.com/office/drawing/2014/main" id="{5FA54E84-3767-1EC2-01B3-317AE2104E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7" name="Текст 16">
            <a:extLst>
              <a:ext uri="{FF2B5EF4-FFF2-40B4-BE49-F238E27FC236}">
                <a16:creationId xmlns:a16="http://schemas.microsoft.com/office/drawing/2014/main" id="{996BB8D8-23D2-29AA-66A0-CA1DB0DB05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021801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37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абл сообщения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Рисунок 19">
            <a:extLst>
              <a:ext uri="{FF2B5EF4-FFF2-40B4-BE49-F238E27FC236}">
                <a16:creationId xmlns:a16="http://schemas.microsoft.com/office/drawing/2014/main" id="{49AF3539-BD9E-D51C-3E1D-DEB966432CDF}"/>
              </a:ext>
            </a:extLst>
          </p:cNvPr>
          <p:cNvSpPr>
            <a:spLocks noGrp="1"/>
          </p:cNvSpPr>
          <p:nvPr>
            <p:ph type="pic" sz="quarter" idx="78" hasCustomPrompt="1"/>
          </p:nvPr>
        </p:nvSpPr>
        <p:spPr>
          <a:xfrm>
            <a:off x="857474" y="6627995"/>
            <a:ext cx="2514558" cy="2514558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pic>
        <p:nvPicPr>
          <p:cNvPr id="37" name="Group 2087325665" descr="preencoded.png">
            <a:extLst>
              <a:ext uri="{FF2B5EF4-FFF2-40B4-BE49-F238E27FC236}">
                <a16:creationId xmlns:a16="http://schemas.microsoft.com/office/drawing/2014/main" id="{D21F7590-ADEC-7CC6-87D7-67278E82D6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505200" y="2438400"/>
            <a:ext cx="13825538" cy="5976938"/>
          </a:xfrm>
          <a:prstGeom prst="rect">
            <a:avLst/>
          </a:prstGeom>
        </p:spPr>
      </p:pic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27" name="Текст 39">
            <a:extLst>
              <a:ext uri="{FF2B5EF4-FFF2-40B4-BE49-F238E27FC236}">
                <a16:creationId xmlns:a16="http://schemas.microsoft.com/office/drawing/2014/main" id="{500C50D5-B0CD-E9E1-8772-5BE1715569E1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4867275" y="4583560"/>
            <a:ext cx="4620437" cy="1680029"/>
          </a:xfrm>
        </p:spPr>
        <p:txBody>
          <a:bodyPr anchor="ctr">
            <a:noAutofit/>
          </a:bodyPr>
          <a:lstStyle>
            <a:lvl1pPr algn="l">
              <a:lnSpc>
                <a:spcPct val="70000"/>
              </a:lnSpc>
              <a:defRPr sz="7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Я - Имя и фамилия</a:t>
            </a:r>
          </a:p>
        </p:txBody>
      </p:sp>
      <p:sp>
        <p:nvSpPr>
          <p:cNvPr id="32" name="Текст 39">
            <a:extLst>
              <a:ext uri="{FF2B5EF4-FFF2-40B4-BE49-F238E27FC236}">
                <a16:creationId xmlns:a16="http://schemas.microsoft.com/office/drawing/2014/main" id="{26318093-3B0B-FE2F-07C6-F1813B28350F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4867275" y="3981555"/>
            <a:ext cx="2641628" cy="438150"/>
          </a:xfrm>
        </p:spPr>
        <p:txBody>
          <a:bodyPr>
            <a:noAutofit/>
          </a:bodyPr>
          <a:lstStyle>
            <a:lvl1pPr algn="l">
              <a:defRPr sz="2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Привет!</a:t>
            </a:r>
          </a:p>
        </p:txBody>
      </p:sp>
      <p:sp>
        <p:nvSpPr>
          <p:cNvPr id="47" name="Текст 39">
            <a:extLst>
              <a:ext uri="{FF2B5EF4-FFF2-40B4-BE49-F238E27FC236}">
                <a16:creationId xmlns:a16="http://schemas.microsoft.com/office/drawing/2014/main" id="{B4C66C0A-D062-6D10-148D-8E44080DF692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4867274" y="6502334"/>
            <a:ext cx="11790533" cy="615158"/>
          </a:xfrm>
        </p:spPr>
        <p:txBody>
          <a:bodyPr>
            <a:noAutofit/>
          </a:bodyPr>
          <a:lstStyle>
            <a:lvl1pPr algn="l">
              <a:defRPr sz="3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Здесь указывается должность или роль в проекте</a:t>
            </a:r>
          </a:p>
        </p:txBody>
      </p:sp>
      <p:sp>
        <p:nvSpPr>
          <p:cNvPr id="48" name="Текст 39">
            <a:extLst>
              <a:ext uri="{FF2B5EF4-FFF2-40B4-BE49-F238E27FC236}">
                <a16:creationId xmlns:a16="http://schemas.microsoft.com/office/drawing/2014/main" id="{6BCC961B-D3F1-BA05-FEED-DC3C50153F63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15060053" y="7464962"/>
            <a:ext cx="1088683" cy="400050"/>
          </a:xfrm>
        </p:spPr>
        <p:txBody>
          <a:bodyPr anchor="ctr">
            <a:noAutofit/>
          </a:bodyPr>
          <a:lstStyle>
            <a:lvl1pPr algn="r">
              <a:defRPr sz="2800" b="0" i="0">
                <a:solidFill>
                  <a:schemeClr val="bg1">
                    <a:lumMod val="65000"/>
                  </a:schemeClr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11:25</a:t>
            </a:r>
          </a:p>
        </p:txBody>
      </p:sp>
      <p:sp>
        <p:nvSpPr>
          <p:cNvPr id="3" name="Рисунок 16">
            <a:extLst>
              <a:ext uri="{FF2B5EF4-FFF2-40B4-BE49-F238E27FC236}">
                <a16:creationId xmlns:a16="http://schemas.microsoft.com/office/drawing/2014/main" id="{285615DB-BF91-6C32-23EC-C834B3168C2A}"/>
              </a:ext>
            </a:extLst>
          </p:cNvPr>
          <p:cNvSpPr>
            <a:spLocks noGrp="1"/>
          </p:cNvSpPr>
          <p:nvPr>
            <p:ph type="pic" sz="quarter" idx="84" hasCustomPrompt="1"/>
          </p:nvPr>
        </p:nvSpPr>
        <p:spPr>
          <a:xfrm>
            <a:off x="2885803" y="8415338"/>
            <a:ext cx="486229" cy="486229"/>
          </a:xfrm>
          <a:prstGeom prst="ellipse">
            <a:avLst/>
          </a:prstGeom>
          <a:solidFill>
            <a:srgbClr val="00B050"/>
          </a:solid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3D32DB54-A2ED-E813-A6A9-B8B5E10B774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Текст 16">
            <a:extLst>
              <a:ext uri="{FF2B5EF4-FFF2-40B4-BE49-F238E27FC236}">
                <a16:creationId xmlns:a16="http://schemas.microsoft.com/office/drawing/2014/main" id="{02C29AA7-882A-C05D-2180-96F99C7A74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8" name="Текст 16">
            <a:extLst>
              <a:ext uri="{FF2B5EF4-FFF2-40B4-BE49-F238E27FC236}">
                <a16:creationId xmlns:a16="http://schemas.microsoft.com/office/drawing/2014/main" id="{129BA239-5E31-A795-61FC-A6C0382BD37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02C34B11-AE27-BAA3-75D1-2791818E8CEF}"/>
              </a:ext>
            </a:extLst>
          </p:cNvPr>
          <p:cNvSpPr>
            <a:spLocks noGrp="1"/>
          </p:cNvSpPr>
          <p:nvPr>
            <p:ph type="pic" sz="quarter" idx="85" hasCustomPrompt="1"/>
          </p:nvPr>
        </p:nvSpPr>
        <p:spPr>
          <a:xfrm>
            <a:off x="16148050" y="7464425"/>
            <a:ext cx="509588" cy="400050"/>
          </a:xfr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 t="16122" b="16122"/>
            </a:stretch>
          </a:blipFill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46829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37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Ноутбук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23" name="Текст 39">
            <a:extLst>
              <a:ext uri="{FF2B5EF4-FFF2-40B4-BE49-F238E27FC236}">
                <a16:creationId xmlns:a16="http://schemas.microsoft.com/office/drawing/2014/main" id="{839CE881-99E5-D25E-3784-A9735639D4E1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915494" y="5158716"/>
            <a:ext cx="7552296" cy="683943"/>
          </a:xfrm>
        </p:spPr>
        <p:txBody>
          <a:bodyPr anchor="ctr">
            <a:noAutofit/>
          </a:bodyPr>
          <a:lstStyle>
            <a:lvl1pPr algn="l">
              <a:lnSpc>
                <a:spcPct val="70000"/>
              </a:lnSpc>
              <a:defRPr sz="28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Емкий смысловой подзаголовок</a:t>
            </a:r>
            <a:br>
              <a:rPr lang="ru-RU" dirty="0"/>
            </a:br>
            <a:r>
              <a:rPr lang="ru-RU" dirty="0"/>
              <a:t>в 1-2 строки</a:t>
            </a:r>
          </a:p>
        </p:txBody>
      </p:sp>
      <p:sp>
        <p:nvSpPr>
          <p:cNvPr id="27" name="Текст 39">
            <a:extLst>
              <a:ext uri="{FF2B5EF4-FFF2-40B4-BE49-F238E27FC236}">
                <a16:creationId xmlns:a16="http://schemas.microsoft.com/office/drawing/2014/main" id="{A1F5605B-CF87-3624-7EC7-096809EC5DCB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915493" y="5956239"/>
            <a:ext cx="7552295" cy="2352725"/>
          </a:xfrm>
        </p:spPr>
        <p:txBody>
          <a:bodyPr>
            <a:noAutofit/>
          </a:bodyPr>
          <a:lstStyle>
            <a:lvl1pPr algn="l">
              <a:defRPr sz="20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Абзац в несколько строк. Разместите свой текст здесь</a:t>
            </a:r>
          </a:p>
        </p:txBody>
      </p:sp>
      <p:pic>
        <p:nvPicPr>
          <p:cNvPr id="4" name="Device - Macbook Pro" descr="preencoded.png">
            <a:extLst>
              <a:ext uri="{FF2B5EF4-FFF2-40B4-BE49-F238E27FC236}">
                <a16:creationId xmlns:a16="http://schemas.microsoft.com/office/drawing/2014/main" id="{93E46E21-7E5B-960E-FDBB-E04243EF4C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467791" y="2295525"/>
            <a:ext cx="9820209" cy="7419752"/>
          </a:xfrm>
          <a:prstGeom prst="rect">
            <a:avLst/>
          </a:prstGeom>
        </p:spPr>
      </p:pic>
      <p:sp>
        <p:nvSpPr>
          <p:cNvPr id="5" name="Рисунок 6">
            <a:extLst>
              <a:ext uri="{FF2B5EF4-FFF2-40B4-BE49-F238E27FC236}">
                <a16:creationId xmlns:a16="http://schemas.microsoft.com/office/drawing/2014/main" id="{CD9A59C7-52B2-DBE4-65B9-498502982AD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874816" y="2657062"/>
            <a:ext cx="9079611" cy="5607908"/>
          </a:xfrm>
          <a:solidFill>
            <a:schemeClr val="bg2">
              <a:lumMod val="9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" name="Рисунок 16">
            <a:extLst>
              <a:ext uri="{FF2B5EF4-FFF2-40B4-BE49-F238E27FC236}">
                <a16:creationId xmlns:a16="http://schemas.microsoft.com/office/drawing/2014/main" id="{1D80F392-8B95-2F2D-80F0-00B7250F6B95}"/>
              </a:ext>
            </a:extLst>
          </p:cNvPr>
          <p:cNvSpPr>
            <a:spLocks noGrp="1"/>
          </p:cNvSpPr>
          <p:nvPr>
            <p:ph type="pic" sz="quarter" idx="83" hasCustomPrompt="1"/>
          </p:nvPr>
        </p:nvSpPr>
        <p:spPr>
          <a:xfrm>
            <a:off x="915493" y="3323999"/>
            <a:ext cx="1485899" cy="1485898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" name="Рисунок 3">
            <a:extLst>
              <a:ext uri="{FF2B5EF4-FFF2-40B4-BE49-F238E27FC236}">
                <a16:creationId xmlns:a16="http://schemas.microsoft.com/office/drawing/2014/main" id="{6887A8ED-8633-9E19-4316-2A4D7925316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" name="Текст 16">
            <a:extLst>
              <a:ext uri="{FF2B5EF4-FFF2-40B4-BE49-F238E27FC236}">
                <a16:creationId xmlns:a16="http://schemas.microsoft.com/office/drawing/2014/main" id="{BAD64F7B-65E1-E088-750E-1043728650F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0" name="Текст 16">
            <a:extLst>
              <a:ext uri="{FF2B5EF4-FFF2-40B4-BE49-F238E27FC236}">
                <a16:creationId xmlns:a16="http://schemas.microsoft.com/office/drawing/2014/main" id="{476763F8-96CF-BAB0-09CC-386A72C65D7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73394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телефон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25FB04B7-3C00-06D3-BAEF-3E6E02F43A99}"/>
              </a:ext>
            </a:extLst>
          </p:cNvPr>
          <p:cNvSpPr/>
          <p:nvPr userDrawn="1"/>
        </p:nvSpPr>
        <p:spPr>
          <a:xfrm>
            <a:off x="14171340" y="2855401"/>
            <a:ext cx="3187780" cy="6486840"/>
          </a:xfrm>
          <a:prstGeom prst="roundRect">
            <a:avLst>
              <a:gd name="adj" fmla="val 15139"/>
            </a:avLst>
          </a:prstGeom>
          <a:noFill/>
          <a:ln w="254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Текст 39">
            <a:extLst>
              <a:ext uri="{FF2B5EF4-FFF2-40B4-BE49-F238E27FC236}">
                <a16:creationId xmlns:a16="http://schemas.microsoft.com/office/drawing/2014/main" id="{E487A027-0D30-EA80-6884-B17484506C2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22971" y="2074634"/>
            <a:ext cx="2934653" cy="732043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Напишите подзаголовок</a:t>
            </a:r>
          </a:p>
          <a:p>
            <a:pPr lvl="0"/>
            <a:r>
              <a:rPr lang="ru-RU" dirty="0"/>
              <a:t>в одну или две строки</a:t>
            </a:r>
          </a:p>
        </p:txBody>
      </p:sp>
      <p:sp>
        <p:nvSpPr>
          <p:cNvPr id="43" name="Текст 39">
            <a:extLst>
              <a:ext uri="{FF2B5EF4-FFF2-40B4-BE49-F238E27FC236}">
                <a16:creationId xmlns:a16="http://schemas.microsoft.com/office/drawing/2014/main" id="{78447D85-9CFA-3C07-45DD-856F55388642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5352686" y="2074634"/>
            <a:ext cx="2934653" cy="732043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Напишите подзаголовок</a:t>
            </a:r>
          </a:p>
          <a:p>
            <a:pPr lvl="0"/>
            <a:r>
              <a:rPr lang="ru-RU" dirty="0"/>
              <a:t>в одну или две строки</a:t>
            </a:r>
          </a:p>
        </p:txBody>
      </p:sp>
      <p:sp>
        <p:nvSpPr>
          <p:cNvPr id="51" name="Текст 39">
            <a:extLst>
              <a:ext uri="{FF2B5EF4-FFF2-40B4-BE49-F238E27FC236}">
                <a16:creationId xmlns:a16="http://schemas.microsoft.com/office/drawing/2014/main" id="{7D51E589-4762-71CB-1157-1E834071EC5D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9844523" y="2074634"/>
            <a:ext cx="2934653" cy="732043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Напишите подзаголовок</a:t>
            </a:r>
          </a:p>
          <a:p>
            <a:pPr lvl="0"/>
            <a:r>
              <a:rPr lang="ru-RU" dirty="0"/>
              <a:t>в одну или две строки</a:t>
            </a:r>
          </a:p>
        </p:txBody>
      </p:sp>
      <p:sp>
        <p:nvSpPr>
          <p:cNvPr id="59" name="Текст 39">
            <a:extLst>
              <a:ext uri="{FF2B5EF4-FFF2-40B4-BE49-F238E27FC236}">
                <a16:creationId xmlns:a16="http://schemas.microsoft.com/office/drawing/2014/main" id="{2BE905A5-1803-CA53-8E08-38F29C4894A9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4277183" y="2074634"/>
            <a:ext cx="2934653" cy="732043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Напишите подзаголовок</a:t>
            </a:r>
          </a:p>
          <a:p>
            <a:pPr lvl="0"/>
            <a:r>
              <a:rPr lang="ru-RU" dirty="0"/>
              <a:t>в одну или две строки</a:t>
            </a:r>
          </a:p>
        </p:txBody>
      </p:sp>
      <p:sp>
        <p:nvSpPr>
          <p:cNvPr id="16" name="Рисунок SmartArt 2">
            <a:extLst>
              <a:ext uri="{FF2B5EF4-FFF2-40B4-BE49-F238E27FC236}">
                <a16:creationId xmlns:a16="http://schemas.microsoft.com/office/drawing/2014/main" id="{07071F3C-158E-FE4D-2A4D-E6C6484756FD}"/>
              </a:ext>
            </a:extLst>
          </p:cNvPr>
          <p:cNvSpPr>
            <a:spLocks noGrp="1"/>
          </p:cNvSpPr>
          <p:nvPr>
            <p:ph type="dgm" sz="quarter" idx="82" hasCustomPrompt="1"/>
          </p:nvPr>
        </p:nvSpPr>
        <p:spPr>
          <a:xfrm>
            <a:off x="900511" y="2844322"/>
            <a:ext cx="3064047" cy="6453327"/>
          </a:xfrm>
          <a:prstGeom prst="roundRect">
            <a:avLst>
              <a:gd name="adj" fmla="val 13343"/>
            </a:avLst>
          </a:prstGeom>
          <a:solidFill>
            <a:schemeClr val="tx1"/>
          </a:solidFill>
        </p:spPr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31" name="Рисунок 19">
            <a:extLst>
              <a:ext uri="{FF2B5EF4-FFF2-40B4-BE49-F238E27FC236}">
                <a16:creationId xmlns:a16="http://schemas.microsoft.com/office/drawing/2014/main" id="{99BBBB24-81B7-97F0-4BEF-1BCA87295AD8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1001535" y="2920335"/>
            <a:ext cx="2882711" cy="6295917"/>
          </a:xfrm>
          <a:prstGeom prst="roundRect">
            <a:avLst>
              <a:gd name="adj" fmla="val 10610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5" name="Рисунок SmartArt 7">
            <a:extLst>
              <a:ext uri="{FF2B5EF4-FFF2-40B4-BE49-F238E27FC236}">
                <a16:creationId xmlns:a16="http://schemas.microsoft.com/office/drawing/2014/main" id="{F6B92AC6-FC27-10ED-3846-C8E954B8BDBD}"/>
              </a:ext>
            </a:extLst>
          </p:cNvPr>
          <p:cNvSpPr>
            <a:spLocks noGrp="1"/>
          </p:cNvSpPr>
          <p:nvPr>
            <p:ph type="dgm" sz="quarter" idx="74" hasCustomPrompt="1"/>
          </p:nvPr>
        </p:nvSpPr>
        <p:spPr>
          <a:xfrm>
            <a:off x="2007614" y="3070874"/>
            <a:ext cx="849839" cy="244312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>
            <a:noAutofit/>
          </a:bodyPr>
          <a:lstStyle>
            <a:lvl1pPr>
              <a:defRPr sz="4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6" name="Текст 39">
            <a:extLst>
              <a:ext uri="{FF2B5EF4-FFF2-40B4-BE49-F238E27FC236}">
                <a16:creationId xmlns:a16="http://schemas.microsoft.com/office/drawing/2014/main" id="{1991662B-83E7-E3F4-A3D9-2C742CE89DB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 rot="433576">
            <a:off x="2741670" y="4186212"/>
            <a:ext cx="1760298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Реализовано</a:t>
            </a:r>
          </a:p>
        </p:txBody>
      </p:sp>
      <p:sp>
        <p:nvSpPr>
          <p:cNvPr id="41" name="Рисунок SmartArt 2">
            <a:extLst>
              <a:ext uri="{FF2B5EF4-FFF2-40B4-BE49-F238E27FC236}">
                <a16:creationId xmlns:a16="http://schemas.microsoft.com/office/drawing/2014/main" id="{CD95AA0F-9FDA-1DD2-8D7A-55BF09F4831F}"/>
              </a:ext>
            </a:extLst>
          </p:cNvPr>
          <p:cNvSpPr>
            <a:spLocks noGrp="1"/>
          </p:cNvSpPr>
          <p:nvPr>
            <p:ph type="dgm" sz="quarter" idx="83" hasCustomPrompt="1"/>
          </p:nvPr>
        </p:nvSpPr>
        <p:spPr>
          <a:xfrm>
            <a:off x="5267238" y="2844322"/>
            <a:ext cx="3064047" cy="6453327"/>
          </a:xfrm>
          <a:prstGeom prst="roundRect">
            <a:avLst>
              <a:gd name="adj" fmla="val 13343"/>
            </a:avLst>
          </a:prstGeom>
          <a:solidFill>
            <a:schemeClr val="tx1"/>
          </a:solidFill>
        </p:spPr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42" name="Рисунок 19">
            <a:extLst>
              <a:ext uri="{FF2B5EF4-FFF2-40B4-BE49-F238E27FC236}">
                <a16:creationId xmlns:a16="http://schemas.microsoft.com/office/drawing/2014/main" id="{BABA8C4B-1B51-897A-9D9F-6989FC616625}"/>
              </a:ext>
            </a:extLst>
          </p:cNvPr>
          <p:cNvSpPr>
            <a:spLocks noGrp="1"/>
          </p:cNvSpPr>
          <p:nvPr>
            <p:ph type="pic" sz="quarter" idx="84" hasCustomPrompt="1"/>
          </p:nvPr>
        </p:nvSpPr>
        <p:spPr>
          <a:xfrm>
            <a:off x="5368262" y="2920335"/>
            <a:ext cx="2882711" cy="6295917"/>
          </a:xfrm>
          <a:prstGeom prst="roundRect">
            <a:avLst>
              <a:gd name="adj" fmla="val 10610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4" name="Рисунок SmartArt 7">
            <a:extLst>
              <a:ext uri="{FF2B5EF4-FFF2-40B4-BE49-F238E27FC236}">
                <a16:creationId xmlns:a16="http://schemas.microsoft.com/office/drawing/2014/main" id="{411607C2-EA0B-6EE9-5D3F-C402D6CD2691}"/>
              </a:ext>
            </a:extLst>
          </p:cNvPr>
          <p:cNvSpPr>
            <a:spLocks noGrp="1"/>
          </p:cNvSpPr>
          <p:nvPr>
            <p:ph type="dgm" sz="quarter" idx="85" hasCustomPrompt="1"/>
          </p:nvPr>
        </p:nvSpPr>
        <p:spPr>
          <a:xfrm>
            <a:off x="6374341" y="3070874"/>
            <a:ext cx="849839" cy="244312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>
            <a:noAutofit/>
          </a:bodyPr>
          <a:lstStyle>
            <a:lvl1pPr>
              <a:defRPr sz="4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5" name="Текст 39">
            <a:extLst>
              <a:ext uri="{FF2B5EF4-FFF2-40B4-BE49-F238E27FC236}">
                <a16:creationId xmlns:a16="http://schemas.microsoft.com/office/drawing/2014/main" id="{82E6C627-3807-9290-DE07-2FD3C3CD40E8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 rot="433576">
            <a:off x="7108397" y="4186212"/>
            <a:ext cx="1760298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Реализовано</a:t>
            </a:r>
          </a:p>
        </p:txBody>
      </p:sp>
      <p:sp>
        <p:nvSpPr>
          <p:cNvPr id="46" name="Рисунок SmartArt 2">
            <a:extLst>
              <a:ext uri="{FF2B5EF4-FFF2-40B4-BE49-F238E27FC236}">
                <a16:creationId xmlns:a16="http://schemas.microsoft.com/office/drawing/2014/main" id="{9BE05664-DCF7-C042-D533-7969F99C1B76}"/>
              </a:ext>
            </a:extLst>
          </p:cNvPr>
          <p:cNvSpPr>
            <a:spLocks noGrp="1"/>
          </p:cNvSpPr>
          <p:nvPr>
            <p:ph type="dgm" sz="quarter" idx="87" hasCustomPrompt="1"/>
          </p:nvPr>
        </p:nvSpPr>
        <p:spPr>
          <a:xfrm>
            <a:off x="9801915" y="2844322"/>
            <a:ext cx="3064047" cy="6453327"/>
          </a:xfrm>
          <a:prstGeom prst="roundRect">
            <a:avLst>
              <a:gd name="adj" fmla="val 13343"/>
            </a:avLst>
          </a:prstGeom>
          <a:solidFill>
            <a:schemeClr val="tx1"/>
          </a:solidFill>
        </p:spPr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47" name="Рисунок 19">
            <a:extLst>
              <a:ext uri="{FF2B5EF4-FFF2-40B4-BE49-F238E27FC236}">
                <a16:creationId xmlns:a16="http://schemas.microsoft.com/office/drawing/2014/main" id="{BEE6AC73-009F-E62D-6804-41D0C18AB6DA}"/>
              </a:ext>
            </a:extLst>
          </p:cNvPr>
          <p:cNvSpPr>
            <a:spLocks noGrp="1"/>
          </p:cNvSpPr>
          <p:nvPr>
            <p:ph type="pic" sz="quarter" idx="88" hasCustomPrompt="1"/>
          </p:nvPr>
        </p:nvSpPr>
        <p:spPr>
          <a:xfrm>
            <a:off x="9902939" y="2920335"/>
            <a:ext cx="2882711" cy="6295917"/>
          </a:xfrm>
          <a:prstGeom prst="roundRect">
            <a:avLst>
              <a:gd name="adj" fmla="val 10610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8" name="Рисунок SmartArt 7">
            <a:extLst>
              <a:ext uri="{FF2B5EF4-FFF2-40B4-BE49-F238E27FC236}">
                <a16:creationId xmlns:a16="http://schemas.microsoft.com/office/drawing/2014/main" id="{2A9B7CD3-BC2B-847B-5D38-3EDEFB9A71AB}"/>
              </a:ext>
            </a:extLst>
          </p:cNvPr>
          <p:cNvSpPr>
            <a:spLocks noGrp="1"/>
          </p:cNvSpPr>
          <p:nvPr>
            <p:ph type="dgm" sz="quarter" idx="89" hasCustomPrompt="1"/>
          </p:nvPr>
        </p:nvSpPr>
        <p:spPr>
          <a:xfrm>
            <a:off x="10909018" y="3070874"/>
            <a:ext cx="849839" cy="244312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>
            <a:noAutofit/>
          </a:bodyPr>
          <a:lstStyle>
            <a:lvl1pPr>
              <a:defRPr sz="4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9" name="Текст 39">
            <a:extLst>
              <a:ext uri="{FF2B5EF4-FFF2-40B4-BE49-F238E27FC236}">
                <a16:creationId xmlns:a16="http://schemas.microsoft.com/office/drawing/2014/main" id="{C4AED393-6A0C-3A1E-7B5C-B0C0F918BEA7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 rot="433576">
            <a:off x="11643074" y="4186212"/>
            <a:ext cx="1760298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Реализовано</a:t>
            </a:r>
          </a:p>
        </p:txBody>
      </p:sp>
      <p:sp>
        <p:nvSpPr>
          <p:cNvPr id="50" name="Рисунок SmartArt 2">
            <a:extLst>
              <a:ext uri="{FF2B5EF4-FFF2-40B4-BE49-F238E27FC236}">
                <a16:creationId xmlns:a16="http://schemas.microsoft.com/office/drawing/2014/main" id="{629FFD09-379F-375A-97E0-86BEA925B331}"/>
              </a:ext>
            </a:extLst>
          </p:cNvPr>
          <p:cNvSpPr>
            <a:spLocks noGrp="1"/>
          </p:cNvSpPr>
          <p:nvPr>
            <p:ph type="dgm" sz="quarter" idx="91" hasCustomPrompt="1"/>
          </p:nvPr>
        </p:nvSpPr>
        <p:spPr>
          <a:xfrm>
            <a:off x="14224625" y="2844322"/>
            <a:ext cx="3064047" cy="6453327"/>
          </a:xfrm>
          <a:prstGeom prst="roundRect">
            <a:avLst>
              <a:gd name="adj" fmla="val 13343"/>
            </a:avLst>
          </a:prstGeom>
          <a:solidFill>
            <a:schemeClr val="tx1"/>
          </a:solidFill>
        </p:spPr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52" name="Рисунок 19">
            <a:extLst>
              <a:ext uri="{FF2B5EF4-FFF2-40B4-BE49-F238E27FC236}">
                <a16:creationId xmlns:a16="http://schemas.microsoft.com/office/drawing/2014/main" id="{75DC86A5-D0B0-C3A7-C77E-EEDA1C8EE9E9}"/>
              </a:ext>
            </a:extLst>
          </p:cNvPr>
          <p:cNvSpPr>
            <a:spLocks noGrp="1"/>
          </p:cNvSpPr>
          <p:nvPr>
            <p:ph type="pic" sz="quarter" idx="92" hasCustomPrompt="1"/>
          </p:nvPr>
        </p:nvSpPr>
        <p:spPr>
          <a:xfrm>
            <a:off x="14325649" y="2920335"/>
            <a:ext cx="2882711" cy="6295917"/>
          </a:xfrm>
          <a:prstGeom prst="roundRect">
            <a:avLst>
              <a:gd name="adj" fmla="val 10610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3" name="Рисунок SmartArt 7">
            <a:extLst>
              <a:ext uri="{FF2B5EF4-FFF2-40B4-BE49-F238E27FC236}">
                <a16:creationId xmlns:a16="http://schemas.microsoft.com/office/drawing/2014/main" id="{EBF59BD9-5517-4089-059E-14D551C18CC1}"/>
              </a:ext>
            </a:extLst>
          </p:cNvPr>
          <p:cNvSpPr>
            <a:spLocks noGrp="1"/>
          </p:cNvSpPr>
          <p:nvPr>
            <p:ph type="dgm" sz="quarter" idx="93" hasCustomPrompt="1"/>
          </p:nvPr>
        </p:nvSpPr>
        <p:spPr>
          <a:xfrm>
            <a:off x="15331728" y="3070874"/>
            <a:ext cx="849839" cy="244312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>
            <a:noAutofit/>
          </a:bodyPr>
          <a:lstStyle>
            <a:lvl1pPr>
              <a:defRPr sz="4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4" name="Текст 39">
            <a:extLst>
              <a:ext uri="{FF2B5EF4-FFF2-40B4-BE49-F238E27FC236}">
                <a16:creationId xmlns:a16="http://schemas.microsoft.com/office/drawing/2014/main" id="{95DD9832-E495-DC02-07F4-DE8C43BEB172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 rot="433576">
            <a:off x="16065784" y="4186212"/>
            <a:ext cx="1760298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3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Реализовано</a:t>
            </a:r>
          </a:p>
        </p:txBody>
      </p:sp>
      <p:sp>
        <p:nvSpPr>
          <p:cNvPr id="3" name="Рисунок 3">
            <a:extLst>
              <a:ext uri="{FF2B5EF4-FFF2-40B4-BE49-F238E27FC236}">
                <a16:creationId xmlns:a16="http://schemas.microsoft.com/office/drawing/2014/main" id="{5474C818-6F88-47E7-E3D6-11356A5142A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Текст 16">
            <a:extLst>
              <a:ext uri="{FF2B5EF4-FFF2-40B4-BE49-F238E27FC236}">
                <a16:creationId xmlns:a16="http://schemas.microsoft.com/office/drawing/2014/main" id="{37919C27-345C-583A-153B-4581C4C82B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0" name="Текст 16">
            <a:extLst>
              <a:ext uri="{FF2B5EF4-FFF2-40B4-BE49-F238E27FC236}">
                <a16:creationId xmlns:a16="http://schemas.microsoft.com/office/drawing/2014/main" id="{223FA3F1-F3B2-48D4-D56A-C7F2ABAFE1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547EB3EC-D706-57E9-5F09-77F5185175B9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4514850" y="5737560"/>
            <a:ext cx="299676" cy="661466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t="11407" b="11407"/>
            </a:stretch>
          </a:blipFill>
        </p:spPr>
        <p:txBody>
          <a:bodyPr>
            <a:noAutofit/>
          </a:bodyPr>
          <a:lstStyle>
            <a:lvl1pPr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Рисунок 5">
            <a:extLst>
              <a:ext uri="{FF2B5EF4-FFF2-40B4-BE49-F238E27FC236}">
                <a16:creationId xmlns:a16="http://schemas.microsoft.com/office/drawing/2014/main" id="{1CC98361-2C25-BAEB-331C-9821F5E86A7C}"/>
              </a:ext>
            </a:extLst>
          </p:cNvPr>
          <p:cNvSpPr>
            <a:spLocks noGrp="1"/>
          </p:cNvSpPr>
          <p:nvPr>
            <p:ph type="pic" sz="quarter" idx="96" hasCustomPrompt="1"/>
          </p:nvPr>
        </p:nvSpPr>
        <p:spPr>
          <a:xfrm>
            <a:off x="8956222" y="5737560"/>
            <a:ext cx="299676" cy="661466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t="11407" b="11407"/>
            </a:stretch>
          </a:blipFill>
        </p:spPr>
        <p:txBody>
          <a:bodyPr>
            <a:noAutofit/>
          </a:bodyPr>
          <a:lstStyle>
            <a:lvl1pPr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" name="Рисунок 5">
            <a:extLst>
              <a:ext uri="{FF2B5EF4-FFF2-40B4-BE49-F238E27FC236}">
                <a16:creationId xmlns:a16="http://schemas.microsoft.com/office/drawing/2014/main" id="{6F1C38DF-E924-BB5D-2AED-3863B2D6F9C5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13413922" y="5737560"/>
            <a:ext cx="299676" cy="661466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t="11407" b="11407"/>
            </a:stretch>
          </a:blipFill>
        </p:spPr>
        <p:txBody>
          <a:bodyPr>
            <a:noAutofit/>
          </a:bodyPr>
          <a:lstStyle>
            <a:lvl1pPr>
              <a:defRPr sz="1800"/>
            </a:lvl1pPr>
          </a:lstStyle>
          <a:p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59636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телефо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Рисунок 11">
            <a:extLst>
              <a:ext uri="{FF2B5EF4-FFF2-40B4-BE49-F238E27FC236}">
                <a16:creationId xmlns:a16="http://schemas.microsoft.com/office/drawing/2014/main" id="{52F6A6E7-9906-405A-2C8B-384A1FC1BBA2}"/>
              </a:ext>
            </a:extLst>
          </p:cNvPr>
          <p:cNvSpPr>
            <a:spLocks noGrp="1"/>
          </p:cNvSpPr>
          <p:nvPr>
            <p:ph type="pic" sz="quarter" idx="92" hasCustomPrompt="1"/>
          </p:nvPr>
        </p:nvSpPr>
        <p:spPr>
          <a:xfrm>
            <a:off x="11315402" y="7024509"/>
            <a:ext cx="6033759" cy="2019300"/>
          </a:xfrm>
          <a:prstGeom prst="roundRect">
            <a:avLst>
              <a:gd name="adj" fmla="val 9025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9" name="Текст 41">
            <a:extLst>
              <a:ext uri="{FF2B5EF4-FFF2-40B4-BE49-F238E27FC236}">
                <a16:creationId xmlns:a16="http://schemas.microsoft.com/office/drawing/2014/main" id="{71873E03-F984-3E84-53B5-574FB4083D84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11577468" y="7233939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20" name="Рисунок 11">
            <a:extLst>
              <a:ext uri="{FF2B5EF4-FFF2-40B4-BE49-F238E27FC236}">
                <a16:creationId xmlns:a16="http://schemas.microsoft.com/office/drawing/2014/main" id="{CFA58908-AEF2-3819-B125-13974C1148C6}"/>
              </a:ext>
            </a:extLst>
          </p:cNvPr>
          <p:cNvSpPr>
            <a:spLocks noGrp="1"/>
          </p:cNvSpPr>
          <p:nvPr>
            <p:ph type="pic" sz="quarter" idx="94" hasCustomPrompt="1"/>
          </p:nvPr>
        </p:nvSpPr>
        <p:spPr>
          <a:xfrm>
            <a:off x="11315402" y="2508492"/>
            <a:ext cx="6033759" cy="4239986"/>
          </a:xfrm>
          <a:prstGeom prst="roundRect">
            <a:avLst>
              <a:gd name="adj" fmla="val 9025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1" name="Текст 41">
            <a:extLst>
              <a:ext uri="{FF2B5EF4-FFF2-40B4-BE49-F238E27FC236}">
                <a16:creationId xmlns:a16="http://schemas.microsoft.com/office/drawing/2014/main" id="{84FDF155-527D-87D8-7CF4-1E183112A88C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11577468" y="2717922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9" name="Рисунок 11">
            <a:extLst>
              <a:ext uri="{FF2B5EF4-FFF2-40B4-BE49-F238E27FC236}">
                <a16:creationId xmlns:a16="http://schemas.microsoft.com/office/drawing/2014/main" id="{F589384C-CF73-2D2D-EF1A-CA1C7E376E24}"/>
              </a:ext>
            </a:extLst>
          </p:cNvPr>
          <p:cNvSpPr>
            <a:spLocks noGrp="1"/>
          </p:cNvSpPr>
          <p:nvPr>
            <p:ph type="pic" sz="quarter" idx="88" hasCustomPrompt="1"/>
          </p:nvPr>
        </p:nvSpPr>
        <p:spPr>
          <a:xfrm>
            <a:off x="958422" y="4729178"/>
            <a:ext cx="6033759" cy="2019300"/>
          </a:xfrm>
          <a:prstGeom prst="roundRect">
            <a:avLst>
              <a:gd name="adj" fmla="val 9025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Текст 41">
            <a:extLst>
              <a:ext uri="{FF2B5EF4-FFF2-40B4-BE49-F238E27FC236}">
                <a16:creationId xmlns:a16="http://schemas.microsoft.com/office/drawing/2014/main" id="{54F13AA7-0C81-FEC1-A65D-6E769244F3CB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1220488" y="4938608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16" name="Рисунок 11">
            <a:extLst>
              <a:ext uri="{FF2B5EF4-FFF2-40B4-BE49-F238E27FC236}">
                <a16:creationId xmlns:a16="http://schemas.microsoft.com/office/drawing/2014/main" id="{EF17310F-F1A9-5465-FC6A-4373F58EFAB7}"/>
              </a:ext>
            </a:extLst>
          </p:cNvPr>
          <p:cNvSpPr>
            <a:spLocks noGrp="1"/>
          </p:cNvSpPr>
          <p:nvPr>
            <p:ph type="pic" sz="quarter" idx="90" hasCustomPrompt="1"/>
          </p:nvPr>
        </p:nvSpPr>
        <p:spPr>
          <a:xfrm>
            <a:off x="958422" y="7024509"/>
            <a:ext cx="6033759" cy="2019300"/>
          </a:xfrm>
          <a:prstGeom prst="roundRect">
            <a:avLst>
              <a:gd name="adj" fmla="val 9025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7" name="Текст 41">
            <a:extLst>
              <a:ext uri="{FF2B5EF4-FFF2-40B4-BE49-F238E27FC236}">
                <a16:creationId xmlns:a16="http://schemas.microsoft.com/office/drawing/2014/main" id="{D4CADEB4-DBAE-5F13-892C-241092404C90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1220488" y="7233939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7" name="Рисунок 11">
            <a:extLst>
              <a:ext uri="{FF2B5EF4-FFF2-40B4-BE49-F238E27FC236}">
                <a16:creationId xmlns:a16="http://schemas.microsoft.com/office/drawing/2014/main" id="{712D8A25-4D79-5201-DEAC-9A8EFA4CBC5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958422" y="2508492"/>
            <a:ext cx="6033759" cy="2019300"/>
          </a:xfrm>
          <a:prstGeom prst="roundRect">
            <a:avLst>
              <a:gd name="adj" fmla="val 9025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Рисунок SmartArt 2">
            <a:extLst>
              <a:ext uri="{FF2B5EF4-FFF2-40B4-BE49-F238E27FC236}">
                <a16:creationId xmlns:a16="http://schemas.microsoft.com/office/drawing/2014/main" id="{E2A50415-5E5B-3A96-EDCD-1A256458035C}"/>
              </a:ext>
            </a:extLst>
          </p:cNvPr>
          <p:cNvSpPr>
            <a:spLocks noGrp="1"/>
          </p:cNvSpPr>
          <p:nvPr>
            <p:ph type="dgm" sz="quarter" idx="87" hasCustomPrompt="1"/>
          </p:nvPr>
        </p:nvSpPr>
        <p:spPr>
          <a:xfrm>
            <a:off x="7601135" y="2442535"/>
            <a:ext cx="3064047" cy="6453327"/>
          </a:xfrm>
          <a:prstGeom prst="roundRect">
            <a:avLst>
              <a:gd name="adj" fmla="val 13343"/>
            </a:avLst>
          </a:prstGeom>
          <a:solidFill>
            <a:schemeClr val="tx1"/>
          </a:solidFill>
        </p:spPr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5" name="Рисунок 19">
            <a:extLst>
              <a:ext uri="{FF2B5EF4-FFF2-40B4-BE49-F238E27FC236}">
                <a16:creationId xmlns:a16="http://schemas.microsoft.com/office/drawing/2014/main" id="{E2F5CD03-17B6-9A8B-7148-A7A66253D3AC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7702159" y="2518548"/>
            <a:ext cx="2882711" cy="6295917"/>
          </a:xfrm>
          <a:prstGeom prst="roundRect">
            <a:avLst>
              <a:gd name="adj" fmla="val 10610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" name="Рисунок SmartArt 7">
            <a:extLst>
              <a:ext uri="{FF2B5EF4-FFF2-40B4-BE49-F238E27FC236}">
                <a16:creationId xmlns:a16="http://schemas.microsoft.com/office/drawing/2014/main" id="{6AE22036-9E9E-8BDF-DDA4-84AD426780CA}"/>
              </a:ext>
            </a:extLst>
          </p:cNvPr>
          <p:cNvSpPr>
            <a:spLocks noGrp="1"/>
          </p:cNvSpPr>
          <p:nvPr>
            <p:ph type="dgm" sz="quarter" idx="74" hasCustomPrompt="1"/>
          </p:nvPr>
        </p:nvSpPr>
        <p:spPr>
          <a:xfrm>
            <a:off x="8708238" y="2669087"/>
            <a:ext cx="849839" cy="244312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>
            <a:noAutofit/>
          </a:bodyPr>
          <a:lstStyle>
            <a:lvl1pPr>
              <a:defRPr sz="4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D43BCDBC-7D59-29D8-A62C-A8F10FACE0D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28799" y="2781624"/>
            <a:ext cx="4863527" cy="374815"/>
          </a:xfrm>
        </p:spPr>
        <p:txBody>
          <a:bodyPr anchor="ctr">
            <a:noAutofit/>
          </a:bodyPr>
          <a:lstStyle>
            <a:lvl1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1A5184EA-C246-6CE4-5D84-4B94EF0338D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5238" y="3350838"/>
            <a:ext cx="5459412" cy="776050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A9D5AAAB-AA94-9C62-8FDA-8DAC5C707922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1828799" y="5053770"/>
            <a:ext cx="4863527" cy="374815"/>
          </a:xfrm>
        </p:spPr>
        <p:txBody>
          <a:bodyPr anchor="ctr">
            <a:noAutofit/>
          </a:bodyPr>
          <a:lstStyle>
            <a:lvl1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Текст 39">
            <a:extLst>
              <a:ext uri="{FF2B5EF4-FFF2-40B4-BE49-F238E27FC236}">
                <a16:creationId xmlns:a16="http://schemas.microsoft.com/office/drawing/2014/main" id="{2FE0DD52-98B2-C05E-D333-6332FCEF92C5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1265238" y="5622984"/>
            <a:ext cx="5459412" cy="776050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B6C1A5F2-8D69-BE38-D694-19BC0315665A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1828799" y="7325916"/>
            <a:ext cx="4863527" cy="374815"/>
          </a:xfrm>
        </p:spPr>
        <p:txBody>
          <a:bodyPr anchor="ctr">
            <a:noAutofit/>
          </a:bodyPr>
          <a:lstStyle>
            <a:lvl1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7" name="Текст 39">
            <a:extLst>
              <a:ext uri="{FF2B5EF4-FFF2-40B4-BE49-F238E27FC236}">
                <a16:creationId xmlns:a16="http://schemas.microsoft.com/office/drawing/2014/main" id="{38FAE02E-FACF-4903-DFCD-E48A8BBF9BDB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265238" y="7895130"/>
            <a:ext cx="5459412" cy="776050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66" name="Текст 39">
            <a:extLst>
              <a:ext uri="{FF2B5EF4-FFF2-40B4-BE49-F238E27FC236}">
                <a16:creationId xmlns:a16="http://schemas.microsoft.com/office/drawing/2014/main" id="{18FD3059-FE80-5B77-BB3E-6B91708C19CA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12150435" y="2781624"/>
            <a:ext cx="4863527" cy="374815"/>
          </a:xfrm>
        </p:spPr>
        <p:txBody>
          <a:bodyPr anchor="ctr">
            <a:noAutofit/>
          </a:bodyPr>
          <a:lstStyle>
            <a:lvl1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8" name="Текст 39">
            <a:extLst>
              <a:ext uri="{FF2B5EF4-FFF2-40B4-BE49-F238E27FC236}">
                <a16:creationId xmlns:a16="http://schemas.microsoft.com/office/drawing/2014/main" id="{E744F78B-01E4-8AFF-4C8E-B14D658432F4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11586874" y="3350838"/>
            <a:ext cx="5459412" cy="3048196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71" name="Текст 39">
            <a:extLst>
              <a:ext uri="{FF2B5EF4-FFF2-40B4-BE49-F238E27FC236}">
                <a16:creationId xmlns:a16="http://schemas.microsoft.com/office/drawing/2014/main" id="{A6BCEADC-9FB8-D3DA-7D42-A1C153A430D2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12150435" y="7325916"/>
            <a:ext cx="4863527" cy="374815"/>
          </a:xfrm>
        </p:spPr>
        <p:txBody>
          <a:bodyPr anchor="ctr">
            <a:noAutofit/>
          </a:bodyPr>
          <a:lstStyle>
            <a:lvl1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3" name="Текст 39">
            <a:extLst>
              <a:ext uri="{FF2B5EF4-FFF2-40B4-BE49-F238E27FC236}">
                <a16:creationId xmlns:a16="http://schemas.microsoft.com/office/drawing/2014/main" id="{B7B9DFD5-8F6B-AA48-DC08-5E43A7CC45C4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11586874" y="7895130"/>
            <a:ext cx="5459412" cy="776050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8" name="Текст 41">
            <a:extLst>
              <a:ext uri="{FF2B5EF4-FFF2-40B4-BE49-F238E27FC236}">
                <a16:creationId xmlns:a16="http://schemas.microsoft.com/office/drawing/2014/main" id="{4431A0FE-8950-1A39-DE20-4DD124A6BC9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220488" y="2717922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3" name="Рисунок 3">
            <a:extLst>
              <a:ext uri="{FF2B5EF4-FFF2-40B4-BE49-F238E27FC236}">
                <a16:creationId xmlns:a16="http://schemas.microsoft.com/office/drawing/2014/main" id="{733416DF-6DC5-E502-B5E9-B7C602AAC5B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" name="Текст 16">
            <a:extLst>
              <a:ext uri="{FF2B5EF4-FFF2-40B4-BE49-F238E27FC236}">
                <a16:creationId xmlns:a16="http://schemas.microsoft.com/office/drawing/2014/main" id="{A2211976-31D3-F4BF-6C2A-01F8A9F18CB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22" name="Текст 16">
            <a:extLst>
              <a:ext uri="{FF2B5EF4-FFF2-40B4-BE49-F238E27FC236}">
                <a16:creationId xmlns:a16="http://schemas.microsoft.com/office/drawing/2014/main" id="{BF9C2450-4BB2-D4BE-8541-02B8C16E14B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23269FD9-67EC-7C5F-AB79-EF204EECF5FB}"/>
              </a:ext>
            </a:extLst>
          </p:cNvPr>
          <p:cNvSpPr>
            <a:spLocks noGrp="1"/>
          </p:cNvSpPr>
          <p:nvPr>
            <p:ph type="pic" sz="quarter" idx="96" hasCustomPrompt="1"/>
          </p:nvPr>
        </p:nvSpPr>
        <p:spPr>
          <a:xfrm>
            <a:off x="7007455" y="3387174"/>
            <a:ext cx="757237" cy="261937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l="-44045" t="1" r="3190" b="682"/>
            </a:stretch>
          </a:blipFill>
        </p:spPr>
        <p:txBody>
          <a:bodyPr>
            <a:noAutofit/>
          </a:bodyPr>
          <a:lstStyle>
            <a:lvl1pPr>
              <a:defRPr sz="16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3" name="Рисунок 11">
            <a:extLst>
              <a:ext uri="{FF2B5EF4-FFF2-40B4-BE49-F238E27FC236}">
                <a16:creationId xmlns:a16="http://schemas.microsoft.com/office/drawing/2014/main" id="{37D194B1-219C-F7E0-A27C-B46BC2FB58F1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7007455" y="5607860"/>
            <a:ext cx="757237" cy="261937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l="-44045" t="1" r="3190" b="682"/>
            </a:stretch>
          </a:blipFill>
        </p:spPr>
        <p:txBody>
          <a:bodyPr>
            <a:noAutofit/>
          </a:bodyPr>
          <a:lstStyle>
            <a:lvl1pPr>
              <a:defRPr sz="16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5" name="Рисунок 11">
            <a:extLst>
              <a:ext uri="{FF2B5EF4-FFF2-40B4-BE49-F238E27FC236}">
                <a16:creationId xmlns:a16="http://schemas.microsoft.com/office/drawing/2014/main" id="{13C4D172-8B41-DC21-2BE8-CCDE095E01B7}"/>
              </a:ext>
            </a:extLst>
          </p:cNvPr>
          <p:cNvSpPr>
            <a:spLocks noGrp="1"/>
          </p:cNvSpPr>
          <p:nvPr>
            <p:ph type="pic" sz="quarter" idx="98" hasCustomPrompt="1"/>
          </p:nvPr>
        </p:nvSpPr>
        <p:spPr>
          <a:xfrm>
            <a:off x="7007455" y="7903191"/>
            <a:ext cx="757237" cy="261937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l="-44045" t="1" r="3190" b="682"/>
            </a:stretch>
          </a:blipFill>
        </p:spPr>
        <p:txBody>
          <a:bodyPr>
            <a:noAutofit/>
          </a:bodyPr>
          <a:lstStyle>
            <a:lvl1pPr>
              <a:defRPr sz="16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7" name="Рисунок 11">
            <a:extLst>
              <a:ext uri="{FF2B5EF4-FFF2-40B4-BE49-F238E27FC236}">
                <a16:creationId xmlns:a16="http://schemas.microsoft.com/office/drawing/2014/main" id="{CDE32BDC-E656-2F76-0DB9-316C1BA88133}"/>
              </a:ext>
            </a:extLst>
          </p:cNvPr>
          <p:cNvSpPr>
            <a:spLocks noGrp="1"/>
          </p:cNvSpPr>
          <p:nvPr>
            <p:ph type="pic" sz="quarter" idx="99" hasCustomPrompt="1"/>
          </p:nvPr>
        </p:nvSpPr>
        <p:spPr>
          <a:xfrm flipH="1">
            <a:off x="10516899" y="4497517"/>
            <a:ext cx="757237" cy="261937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l="-44045" t="1" r="3190" b="682"/>
            </a:stretch>
          </a:blipFill>
        </p:spPr>
        <p:txBody>
          <a:bodyPr>
            <a:noAutofit/>
          </a:bodyPr>
          <a:lstStyle>
            <a:lvl1pPr>
              <a:defRPr sz="16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8" name="Рисунок 11">
            <a:extLst>
              <a:ext uri="{FF2B5EF4-FFF2-40B4-BE49-F238E27FC236}">
                <a16:creationId xmlns:a16="http://schemas.microsoft.com/office/drawing/2014/main" id="{D5C3A82D-DA66-FCAC-E1F5-8FD3AF170B7E}"/>
              </a:ext>
            </a:extLst>
          </p:cNvPr>
          <p:cNvSpPr>
            <a:spLocks noGrp="1"/>
          </p:cNvSpPr>
          <p:nvPr>
            <p:ph type="pic" sz="quarter" idx="100" hasCustomPrompt="1"/>
          </p:nvPr>
        </p:nvSpPr>
        <p:spPr>
          <a:xfrm flipH="1">
            <a:off x="10516899" y="7903191"/>
            <a:ext cx="757237" cy="261937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l="-44045" t="1" r="3190" b="682"/>
            </a:stretch>
          </a:blipFill>
        </p:spPr>
        <p:txBody>
          <a:bodyPr>
            <a:noAutofit/>
          </a:bodyPr>
          <a:lstStyle>
            <a:lvl1pPr>
              <a:defRPr sz="1600"/>
            </a:lvl1pPr>
          </a:lstStyle>
          <a:p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633130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Ноутбук и буллеты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ctangle 240649147" descr="preencoded.png">
            <a:extLst>
              <a:ext uri="{FF2B5EF4-FFF2-40B4-BE49-F238E27FC236}">
                <a16:creationId xmlns:a16="http://schemas.microsoft.com/office/drawing/2014/main" id="{68CA382C-A3ED-2566-01B4-1660EED7BF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20350" y="0"/>
            <a:ext cx="7867650" cy="10287000"/>
          </a:xfrm>
          <a:prstGeom prst="rect">
            <a:avLst/>
          </a:prstGeom>
        </p:spPr>
      </p:pic>
      <p:pic>
        <p:nvPicPr>
          <p:cNvPr id="7" name="Device - Macbook Pro" descr="preencoded.png">
            <a:extLst>
              <a:ext uri="{FF2B5EF4-FFF2-40B4-BE49-F238E27FC236}">
                <a16:creationId xmlns:a16="http://schemas.microsoft.com/office/drawing/2014/main" id="{03A17F67-9EB8-92BA-1A3F-AEF72E25AC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8467791" y="2295525"/>
            <a:ext cx="9820209" cy="7419752"/>
          </a:xfrm>
          <a:prstGeom prst="rect">
            <a:avLst/>
          </a:prstGeom>
        </p:spPr>
      </p:pic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4" name="Текст 39">
            <a:extLst>
              <a:ext uri="{FF2B5EF4-FFF2-40B4-BE49-F238E27FC236}">
                <a16:creationId xmlns:a16="http://schemas.microsoft.com/office/drawing/2014/main" id="{63FC1102-C8C6-9D39-F0A5-45EE29684D3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2500" y="2414965"/>
            <a:ext cx="2705101" cy="942842"/>
          </a:xfrm>
        </p:spPr>
        <p:txBody>
          <a:bodyPr anchor="ctr">
            <a:noAutofit/>
          </a:bodyPr>
          <a:lstStyle>
            <a:lvl1pPr>
              <a:defRPr sz="76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5" name="Текст 39">
            <a:extLst>
              <a:ext uri="{FF2B5EF4-FFF2-40B4-BE49-F238E27FC236}">
                <a16:creationId xmlns:a16="http://schemas.microsoft.com/office/drawing/2014/main" id="{693D35E7-E918-993A-46B3-D3EEF2AA19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2501" y="3457559"/>
            <a:ext cx="3123553" cy="1133062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808B7DBC-036B-3F5E-631B-939D09A8863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362128" y="2414965"/>
            <a:ext cx="2705101" cy="942842"/>
          </a:xfrm>
        </p:spPr>
        <p:txBody>
          <a:bodyPr anchor="ctr">
            <a:noAutofit/>
          </a:bodyPr>
          <a:lstStyle>
            <a:lvl1pPr>
              <a:defRPr sz="76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42D4BD33-18C3-419F-2F2A-F84A43C88E5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362129" y="3457559"/>
            <a:ext cx="3123553" cy="1133062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9" name="Текст 39">
            <a:extLst>
              <a:ext uri="{FF2B5EF4-FFF2-40B4-BE49-F238E27FC236}">
                <a16:creationId xmlns:a16="http://schemas.microsoft.com/office/drawing/2014/main" id="{12A9E4DC-4835-A6B5-8060-36A6E2DFB921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52500" y="4886538"/>
            <a:ext cx="2705101" cy="942842"/>
          </a:xfrm>
        </p:spPr>
        <p:txBody>
          <a:bodyPr anchor="ctr">
            <a:noAutofit/>
          </a:bodyPr>
          <a:lstStyle>
            <a:lvl1pPr>
              <a:defRPr sz="76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0" name="Текст 39">
            <a:extLst>
              <a:ext uri="{FF2B5EF4-FFF2-40B4-BE49-F238E27FC236}">
                <a16:creationId xmlns:a16="http://schemas.microsoft.com/office/drawing/2014/main" id="{A4443161-3DD6-CE89-FD42-F62427B63D3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52501" y="5929132"/>
            <a:ext cx="3123553" cy="1133062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1" name="Текст 39">
            <a:extLst>
              <a:ext uri="{FF2B5EF4-FFF2-40B4-BE49-F238E27FC236}">
                <a16:creationId xmlns:a16="http://schemas.microsoft.com/office/drawing/2014/main" id="{7E40912B-9273-15D5-D4C9-DDD8783B781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362128" y="4886538"/>
            <a:ext cx="2705101" cy="942842"/>
          </a:xfrm>
        </p:spPr>
        <p:txBody>
          <a:bodyPr anchor="ctr">
            <a:noAutofit/>
          </a:bodyPr>
          <a:lstStyle>
            <a:lvl1pPr>
              <a:defRPr sz="76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30" name="Текст 39">
            <a:extLst>
              <a:ext uri="{FF2B5EF4-FFF2-40B4-BE49-F238E27FC236}">
                <a16:creationId xmlns:a16="http://schemas.microsoft.com/office/drawing/2014/main" id="{78D348EB-7492-13D7-87BA-7264D193600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362129" y="5929132"/>
            <a:ext cx="3123553" cy="1133062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4AB8FA78-99C8-8838-A142-527E6664B85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52500" y="7350770"/>
            <a:ext cx="2705101" cy="942842"/>
          </a:xfrm>
        </p:spPr>
        <p:txBody>
          <a:bodyPr anchor="ctr">
            <a:noAutofit/>
          </a:bodyPr>
          <a:lstStyle>
            <a:lvl1pPr>
              <a:defRPr sz="76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34" name="Текст 39">
            <a:extLst>
              <a:ext uri="{FF2B5EF4-FFF2-40B4-BE49-F238E27FC236}">
                <a16:creationId xmlns:a16="http://schemas.microsoft.com/office/drawing/2014/main" id="{01B714A4-F7D2-2DAC-A6B2-87FD2BC5D2A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52501" y="8393364"/>
            <a:ext cx="3123553" cy="1133062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35" name="Текст 39">
            <a:extLst>
              <a:ext uri="{FF2B5EF4-FFF2-40B4-BE49-F238E27FC236}">
                <a16:creationId xmlns:a16="http://schemas.microsoft.com/office/drawing/2014/main" id="{62A1CB22-FBE3-E6E8-FBC7-9E6C6BF03DC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362128" y="7350770"/>
            <a:ext cx="2705101" cy="942842"/>
          </a:xfrm>
        </p:spPr>
        <p:txBody>
          <a:bodyPr anchor="ctr">
            <a:noAutofit/>
          </a:bodyPr>
          <a:lstStyle>
            <a:lvl1pPr>
              <a:defRPr sz="76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36" name="Текст 39">
            <a:extLst>
              <a:ext uri="{FF2B5EF4-FFF2-40B4-BE49-F238E27FC236}">
                <a16:creationId xmlns:a16="http://schemas.microsoft.com/office/drawing/2014/main" id="{442EB661-BFE6-1D0E-A1F6-8AECB563AE5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362129" y="8393364"/>
            <a:ext cx="3123553" cy="1133062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39" name="Рисунок 6">
            <a:extLst>
              <a:ext uri="{FF2B5EF4-FFF2-40B4-BE49-F238E27FC236}">
                <a16:creationId xmlns:a16="http://schemas.microsoft.com/office/drawing/2014/main" id="{9ABDD08B-5B88-A9D4-F7FB-C8A70548856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874816" y="2657062"/>
            <a:ext cx="9079611" cy="5607908"/>
          </a:xfrm>
          <a:solidFill>
            <a:schemeClr val="bg2">
              <a:lumMod val="9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" name="Рисунок 3">
            <a:extLst>
              <a:ext uri="{FF2B5EF4-FFF2-40B4-BE49-F238E27FC236}">
                <a16:creationId xmlns:a16="http://schemas.microsoft.com/office/drawing/2014/main" id="{C0C25FBA-EBBC-2B84-8F6A-0506E63647F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Текст 16">
            <a:extLst>
              <a:ext uri="{FF2B5EF4-FFF2-40B4-BE49-F238E27FC236}">
                <a16:creationId xmlns:a16="http://schemas.microsoft.com/office/drawing/2014/main" id="{0B396F92-FD4B-19E8-5AEB-874D43213D6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1" name="Текст 16">
            <a:extLst>
              <a:ext uri="{FF2B5EF4-FFF2-40B4-BE49-F238E27FC236}">
                <a16:creationId xmlns:a16="http://schemas.microsoft.com/office/drawing/2014/main" id="{CAD0C298-5DB2-D090-BFD0-C421D7C9618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65614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Ноутбук и 3 булле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Device - Macbook Pro" descr="preencoded.png">
            <a:extLst>
              <a:ext uri="{FF2B5EF4-FFF2-40B4-BE49-F238E27FC236}">
                <a16:creationId xmlns:a16="http://schemas.microsoft.com/office/drawing/2014/main" id="{4125CED3-C33D-9CBB-5176-096F8EA6EC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2343150"/>
            <a:ext cx="11563415" cy="7419752"/>
          </a:xfrm>
          <a:prstGeom prst="rect">
            <a:avLst/>
          </a:prstGeom>
        </p:spPr>
      </p:pic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39" name="Рисунок 6">
            <a:extLst>
              <a:ext uri="{FF2B5EF4-FFF2-40B4-BE49-F238E27FC236}">
                <a16:creationId xmlns:a16="http://schemas.microsoft.com/office/drawing/2014/main" id="{9ABDD08B-5B88-A9D4-F7FB-C8A70548856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179909" y="2696705"/>
            <a:ext cx="9002477" cy="5625885"/>
          </a:xfrm>
          <a:solidFill>
            <a:schemeClr val="bg2">
              <a:lumMod val="9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53DCDF61-6F11-50E8-B2CD-A5F24B7A76F4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3340226" y="3147377"/>
            <a:ext cx="4010025" cy="1190625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16" name="Рисунок 19">
            <a:extLst>
              <a:ext uri="{FF2B5EF4-FFF2-40B4-BE49-F238E27FC236}">
                <a16:creationId xmlns:a16="http://schemas.microsoft.com/office/drawing/2014/main" id="{390DC40D-83A2-25F7-79DA-EACA5F8962BD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11940051" y="3147378"/>
            <a:ext cx="1190624" cy="1190625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2" name="Текст 39">
            <a:extLst>
              <a:ext uri="{FF2B5EF4-FFF2-40B4-BE49-F238E27FC236}">
                <a16:creationId xmlns:a16="http://schemas.microsoft.com/office/drawing/2014/main" id="{611C85A3-E21A-A58E-743B-1487C138B0E5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3340226" y="4697207"/>
            <a:ext cx="4010025" cy="1190625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23" name="Рисунок 19">
            <a:extLst>
              <a:ext uri="{FF2B5EF4-FFF2-40B4-BE49-F238E27FC236}">
                <a16:creationId xmlns:a16="http://schemas.microsoft.com/office/drawing/2014/main" id="{E8187277-FB6D-6FB6-0F7A-AFFA54D1F5A1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11940051" y="4697208"/>
            <a:ext cx="1190624" cy="1190625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BCC8314F-2893-6EE3-E505-184090F1C1EE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3340226" y="6247037"/>
            <a:ext cx="4010025" cy="1190625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25" name="Рисунок 19">
            <a:extLst>
              <a:ext uri="{FF2B5EF4-FFF2-40B4-BE49-F238E27FC236}">
                <a16:creationId xmlns:a16="http://schemas.microsoft.com/office/drawing/2014/main" id="{BAF2A1B9-CF73-F548-0D0D-B5E0AEF54369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11940051" y="6247038"/>
            <a:ext cx="1190624" cy="1190625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0930284C-323D-08C8-3C9A-991C372717B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Текст 16">
            <a:extLst>
              <a:ext uri="{FF2B5EF4-FFF2-40B4-BE49-F238E27FC236}">
                <a16:creationId xmlns:a16="http://schemas.microsoft.com/office/drawing/2014/main" id="{2CF2A941-75A8-5A57-FFE2-C04C4E7179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8" name="Текст 16">
            <a:extLst>
              <a:ext uri="{FF2B5EF4-FFF2-40B4-BE49-F238E27FC236}">
                <a16:creationId xmlns:a16="http://schemas.microsoft.com/office/drawing/2014/main" id="{9C99B622-4FDC-144E-BA42-A2D881CBB3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728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ы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11">
            <a:extLst>
              <a:ext uri="{FF2B5EF4-FFF2-40B4-BE49-F238E27FC236}">
                <a16:creationId xmlns:a16="http://schemas.microsoft.com/office/drawing/2014/main" id="{DA83382C-5611-640A-409D-17C70AEA2697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9928226" y="6743701"/>
            <a:ext cx="3543300" cy="2438400"/>
          </a:xfrm>
          <a:prstGeom prst="roundRect">
            <a:avLst>
              <a:gd name="adj" fmla="val 11553"/>
            </a:avLst>
          </a:prstGeom>
          <a:solidFill>
            <a:srgbClr val="EA0B4C"/>
          </a:solidFill>
          <a:ln>
            <a:solidFill>
              <a:schemeClr val="accent1"/>
            </a:solidFill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2" name="Рисунок 19">
            <a:extLst>
              <a:ext uri="{FF2B5EF4-FFF2-40B4-BE49-F238E27FC236}">
                <a16:creationId xmlns:a16="http://schemas.microsoft.com/office/drawing/2014/main" id="{05D2AEB1-023F-25E1-DA9C-DD6774ED1020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9928225" y="49153"/>
            <a:ext cx="3543300" cy="6525409"/>
          </a:xfrm>
          <a:prstGeom prst="roundRect">
            <a:avLst>
              <a:gd name="adj" fmla="val 8240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algn="l"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3" name="Рисунок 19">
            <a:extLst>
              <a:ext uri="{FF2B5EF4-FFF2-40B4-BE49-F238E27FC236}">
                <a16:creationId xmlns:a16="http://schemas.microsoft.com/office/drawing/2014/main" id="{FA69BF65-91EE-2929-D2ED-1038EBB45BDA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13858489" y="2698140"/>
            <a:ext cx="3543300" cy="6525409"/>
          </a:xfrm>
          <a:prstGeom prst="roundRect">
            <a:avLst>
              <a:gd name="adj" fmla="val 7714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algn="l"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8588761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20" name="Текст 39">
            <a:extLst>
              <a:ext uri="{FF2B5EF4-FFF2-40B4-BE49-F238E27FC236}">
                <a16:creationId xmlns:a16="http://schemas.microsoft.com/office/drawing/2014/main" id="{362F2390-E1EE-F809-6B89-A4A2C570B8DB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52500" y="6518579"/>
            <a:ext cx="3634998" cy="961807"/>
          </a:xfrm>
        </p:spPr>
        <p:txBody>
          <a:bodyPr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максимум</a:t>
            </a:r>
            <a:br>
              <a:rPr lang="ru-RU" dirty="0"/>
            </a:br>
            <a:r>
              <a:rPr lang="ru-RU" dirty="0"/>
              <a:t>в 3 строки</a:t>
            </a:r>
          </a:p>
        </p:txBody>
      </p:sp>
      <p:sp>
        <p:nvSpPr>
          <p:cNvPr id="21" name="Текст 39">
            <a:extLst>
              <a:ext uri="{FF2B5EF4-FFF2-40B4-BE49-F238E27FC236}">
                <a16:creationId xmlns:a16="http://schemas.microsoft.com/office/drawing/2014/main" id="{36556FD7-3626-723B-3649-D0C412BBBFE1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952500" y="7564600"/>
            <a:ext cx="3634998" cy="1147061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26" name="Рисунок 19">
            <a:extLst>
              <a:ext uri="{FF2B5EF4-FFF2-40B4-BE49-F238E27FC236}">
                <a16:creationId xmlns:a16="http://schemas.microsoft.com/office/drawing/2014/main" id="{25FAFD30-1660-DBC3-FF62-5B23337E960F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952500" y="5271038"/>
            <a:ext cx="1148361" cy="1148361"/>
          </a:xfrm>
        </p:spPr>
        <p:txBody>
          <a:bodyPr>
            <a:normAutofit/>
          </a:bodyPr>
          <a:lstStyle>
            <a:lvl1pPr algn="l"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7" name="Текст 39">
            <a:extLst>
              <a:ext uri="{FF2B5EF4-FFF2-40B4-BE49-F238E27FC236}">
                <a16:creationId xmlns:a16="http://schemas.microsoft.com/office/drawing/2014/main" id="{EE85A218-E785-5E8F-8EA3-9F85FE6E6F4F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5042586" y="6518579"/>
            <a:ext cx="3634998" cy="961807"/>
          </a:xfrm>
        </p:spPr>
        <p:txBody>
          <a:bodyPr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максимум</a:t>
            </a:r>
            <a:br>
              <a:rPr lang="ru-RU" dirty="0"/>
            </a:br>
            <a:r>
              <a:rPr lang="ru-RU" dirty="0"/>
              <a:t>в 3 строки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2D2096AA-A7BC-C77E-D489-0C5B608E94B2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042586" y="7564600"/>
            <a:ext cx="3634998" cy="1147061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29" name="Рисунок 19">
            <a:extLst>
              <a:ext uri="{FF2B5EF4-FFF2-40B4-BE49-F238E27FC236}">
                <a16:creationId xmlns:a16="http://schemas.microsoft.com/office/drawing/2014/main" id="{87FCDB08-7F88-04DA-D290-99E8C9DBFD7F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5042586" y="5271038"/>
            <a:ext cx="1148361" cy="1148361"/>
          </a:xfrm>
        </p:spPr>
        <p:txBody>
          <a:bodyPr>
            <a:normAutofit/>
          </a:bodyPr>
          <a:lstStyle>
            <a:lvl1pPr algn="l"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0" name="Текст 39">
            <a:extLst>
              <a:ext uri="{FF2B5EF4-FFF2-40B4-BE49-F238E27FC236}">
                <a16:creationId xmlns:a16="http://schemas.microsoft.com/office/drawing/2014/main" id="{329FE672-FC7D-F3F8-A104-8D9A21048DA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52500" y="2886074"/>
            <a:ext cx="7953376" cy="1920703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 Разместите свой текст здесь. Текст может быть в несколько строк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D7AF7B17-1336-4D95-09C3-74B69FB4BDEE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952500" y="2366708"/>
            <a:ext cx="7953376" cy="482295"/>
          </a:xfrm>
        </p:spPr>
        <p:txBody>
          <a:bodyPr>
            <a:noAutofit/>
          </a:bodyPr>
          <a:lstStyle>
            <a:lvl1pPr algn="l"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6" name="Текст 39">
            <a:extLst>
              <a:ext uri="{FF2B5EF4-FFF2-40B4-BE49-F238E27FC236}">
                <a16:creationId xmlns:a16="http://schemas.microsoft.com/office/drawing/2014/main" id="{D0440EE8-9C28-BB22-1F37-041E0DAD4255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0233025" y="8036789"/>
            <a:ext cx="2933700" cy="752723"/>
          </a:xfrm>
        </p:spPr>
        <p:txBody>
          <a:bodyPr>
            <a:noAutofit/>
          </a:bodyPr>
          <a:lstStyle>
            <a:lvl1pPr algn="l">
              <a:defRPr sz="15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Максимум в 2-3 строки</a:t>
            </a:r>
          </a:p>
        </p:txBody>
      </p:sp>
      <p:sp>
        <p:nvSpPr>
          <p:cNvPr id="37" name="Текст 39">
            <a:extLst>
              <a:ext uri="{FF2B5EF4-FFF2-40B4-BE49-F238E27FC236}">
                <a16:creationId xmlns:a16="http://schemas.microsoft.com/office/drawing/2014/main" id="{56F4E8B9-08D3-3328-BFD5-3096C5B1FF5E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0233025" y="7191557"/>
            <a:ext cx="2933700" cy="752723"/>
          </a:xfrm>
        </p:spPr>
        <p:txBody>
          <a:bodyPr anchor="ctr">
            <a:noAutofit/>
          </a:bodyPr>
          <a:lstStyle>
            <a:lvl1pPr algn="l">
              <a:defRPr sz="48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109 млн</a:t>
            </a:r>
          </a:p>
        </p:txBody>
      </p:sp>
      <p:sp>
        <p:nvSpPr>
          <p:cNvPr id="5" name="Текст 16">
            <a:extLst>
              <a:ext uri="{FF2B5EF4-FFF2-40B4-BE49-F238E27FC236}">
                <a16:creationId xmlns:a16="http://schemas.microsoft.com/office/drawing/2014/main" id="{046D7BEA-E13D-9A7A-3E1E-7723B25C8BC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6" name="Текст 16">
            <a:extLst>
              <a:ext uri="{FF2B5EF4-FFF2-40B4-BE49-F238E27FC236}">
                <a16:creationId xmlns:a16="http://schemas.microsoft.com/office/drawing/2014/main" id="{07E0C70B-6AAC-6B9E-AC1F-40046D9A06B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374791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цифры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CB25F473-D73D-9900-E6F1-3D7C8865ED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52499" y="2383155"/>
            <a:ext cx="12339431" cy="757610"/>
          </a:xfrm>
        </p:spPr>
        <p:txBody>
          <a:bodyPr>
            <a:noAutofit/>
          </a:bodyPr>
          <a:lstStyle>
            <a:lvl1pPr>
              <a:defRPr sz="20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 Разместите свой текст здесь. Текст может быть в несколько строк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8569A155-D24B-4FB4-6A61-88584A3FD0C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5143500"/>
            <a:ext cx="2705101" cy="1622314"/>
          </a:xfrm>
        </p:spPr>
        <p:txBody>
          <a:bodyPr anchor="ctr">
            <a:noAutofit/>
          </a:bodyPr>
          <a:lstStyle>
            <a:lvl1pPr>
              <a:defRPr sz="136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30" name="Текст 39">
            <a:extLst>
              <a:ext uri="{FF2B5EF4-FFF2-40B4-BE49-F238E27FC236}">
                <a16:creationId xmlns:a16="http://schemas.microsoft.com/office/drawing/2014/main" id="{222BD6E8-E0C0-A6B1-4C02-18FDE00709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78047" y="5143500"/>
            <a:ext cx="2705101" cy="1622314"/>
          </a:xfrm>
        </p:spPr>
        <p:txBody>
          <a:bodyPr anchor="ctr">
            <a:noAutofit/>
          </a:bodyPr>
          <a:lstStyle>
            <a:lvl1pPr>
              <a:defRPr sz="136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DF279CBA-B878-F0E2-2CC8-34D9487C822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203595" y="5143500"/>
            <a:ext cx="2705101" cy="1622314"/>
          </a:xfrm>
        </p:spPr>
        <p:txBody>
          <a:bodyPr anchor="ctr">
            <a:noAutofit/>
          </a:bodyPr>
          <a:lstStyle>
            <a:lvl1pPr>
              <a:defRPr sz="136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" name="Текст 39">
            <a:extLst>
              <a:ext uri="{FF2B5EF4-FFF2-40B4-BE49-F238E27FC236}">
                <a16:creationId xmlns:a16="http://schemas.microsoft.com/office/drawing/2014/main" id="{628B96BA-AE54-3E60-10FA-0F6EDC25859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2499" y="6884595"/>
            <a:ext cx="4629150" cy="99780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EAE92FC1-E07A-7344-B086-72E63FF447D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74823" y="6884595"/>
            <a:ext cx="4629150" cy="99780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40D27A30-CA47-0CC3-D8BF-E8C8629CCD3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2197147" y="6884595"/>
            <a:ext cx="4629150" cy="99780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3143AD8E-386F-26B4-C970-CCA430F2C5E1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Текст 16">
            <a:extLst>
              <a:ext uri="{FF2B5EF4-FFF2-40B4-BE49-F238E27FC236}">
                <a16:creationId xmlns:a16="http://schemas.microsoft.com/office/drawing/2014/main" id="{005E43DD-8FAF-9B0B-CCB8-93AC922DC8A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8" name="Текст 16">
            <a:extLst>
              <a:ext uri="{FF2B5EF4-FFF2-40B4-BE49-F238E27FC236}">
                <a16:creationId xmlns:a16="http://schemas.microsoft.com/office/drawing/2014/main" id="{5BDF1642-3A74-AEAA-1E1C-1446722A0E5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263870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цифры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11">
            <a:extLst>
              <a:ext uri="{FF2B5EF4-FFF2-40B4-BE49-F238E27FC236}">
                <a16:creationId xmlns:a16="http://schemas.microsoft.com/office/drawing/2014/main" id="{10EFAFA3-E497-EF65-0320-EEE6ABD62D4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958422" y="2508492"/>
            <a:ext cx="8071277" cy="3111258"/>
          </a:xfrm>
          <a:prstGeom prst="roundRect">
            <a:avLst>
              <a:gd name="adj" fmla="val 9025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Рисунок 11">
            <a:extLst>
              <a:ext uri="{FF2B5EF4-FFF2-40B4-BE49-F238E27FC236}">
                <a16:creationId xmlns:a16="http://schemas.microsoft.com/office/drawing/2014/main" id="{D19AB892-9AA1-BAD5-DF8B-91C0DCB908FB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9262667" y="2508492"/>
            <a:ext cx="8071277" cy="3111258"/>
          </a:xfrm>
          <a:prstGeom prst="roundRect">
            <a:avLst>
              <a:gd name="adj" fmla="val 9025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Рисунок 11">
            <a:extLst>
              <a:ext uri="{FF2B5EF4-FFF2-40B4-BE49-F238E27FC236}">
                <a16:creationId xmlns:a16="http://schemas.microsoft.com/office/drawing/2014/main" id="{217B45A2-B720-3DCE-E9A3-FACDEC094459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958422" y="5848852"/>
            <a:ext cx="8071277" cy="3111258"/>
          </a:xfrm>
          <a:prstGeom prst="roundRect">
            <a:avLst>
              <a:gd name="adj" fmla="val 9025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" name="Рисунок 11">
            <a:extLst>
              <a:ext uri="{FF2B5EF4-FFF2-40B4-BE49-F238E27FC236}">
                <a16:creationId xmlns:a16="http://schemas.microsoft.com/office/drawing/2014/main" id="{9DF469E0-3E91-966A-EA4D-ACFF57F8BC60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9262667" y="5848852"/>
            <a:ext cx="8071277" cy="3111258"/>
          </a:xfrm>
          <a:prstGeom prst="roundRect">
            <a:avLst>
              <a:gd name="adj" fmla="val 9025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11" name="Текст 39">
            <a:extLst>
              <a:ext uri="{FF2B5EF4-FFF2-40B4-BE49-F238E27FC236}">
                <a16:creationId xmlns:a16="http://schemas.microsoft.com/office/drawing/2014/main" id="{A3E94AC9-3B36-6968-9770-C5C575E5CF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65238" y="2771552"/>
            <a:ext cx="2705101" cy="1622314"/>
          </a:xfrm>
        </p:spPr>
        <p:txBody>
          <a:bodyPr anchor="ctr">
            <a:noAutofit/>
          </a:bodyPr>
          <a:lstStyle>
            <a:lvl1pPr>
              <a:defRPr sz="136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85B17AEB-0AFA-2765-F43D-912839D14F9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5236" y="4512647"/>
            <a:ext cx="7422879" cy="794185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BAA0E8A5-E556-3594-E8BB-B07080FF9A1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65238" y="6144946"/>
            <a:ext cx="2705101" cy="1622314"/>
          </a:xfrm>
        </p:spPr>
        <p:txBody>
          <a:bodyPr anchor="ctr">
            <a:noAutofit/>
          </a:bodyPr>
          <a:lstStyle>
            <a:lvl1pPr>
              <a:defRPr sz="136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20C283A5-CCBA-DEC1-4E02-A88661AF2C4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65236" y="7886041"/>
            <a:ext cx="7422879" cy="794185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9" name="Текст 39">
            <a:extLst>
              <a:ext uri="{FF2B5EF4-FFF2-40B4-BE49-F238E27FC236}">
                <a16:creationId xmlns:a16="http://schemas.microsoft.com/office/drawing/2014/main" id="{1211FB73-FAF9-0560-E0D5-F9231B3FBD6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68979" y="2771552"/>
            <a:ext cx="2705101" cy="1622314"/>
          </a:xfrm>
        </p:spPr>
        <p:txBody>
          <a:bodyPr anchor="ctr">
            <a:noAutofit/>
          </a:bodyPr>
          <a:lstStyle>
            <a:lvl1pPr>
              <a:defRPr sz="136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0" name="Текст 39">
            <a:extLst>
              <a:ext uri="{FF2B5EF4-FFF2-40B4-BE49-F238E27FC236}">
                <a16:creationId xmlns:a16="http://schemas.microsoft.com/office/drawing/2014/main" id="{A22CD77F-987A-3B5A-1EC3-888BF63B3C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568977" y="4512647"/>
            <a:ext cx="7422879" cy="794185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1" name="Текст 39">
            <a:extLst>
              <a:ext uri="{FF2B5EF4-FFF2-40B4-BE49-F238E27FC236}">
                <a16:creationId xmlns:a16="http://schemas.microsoft.com/office/drawing/2014/main" id="{3D54AC5C-0497-BF56-6338-261EA66D8C3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568979" y="6144946"/>
            <a:ext cx="2705101" cy="1622314"/>
          </a:xfrm>
        </p:spPr>
        <p:txBody>
          <a:bodyPr anchor="ctr">
            <a:noAutofit/>
          </a:bodyPr>
          <a:lstStyle>
            <a:lvl1pPr>
              <a:defRPr sz="136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3" name="Текст 39">
            <a:extLst>
              <a:ext uri="{FF2B5EF4-FFF2-40B4-BE49-F238E27FC236}">
                <a16:creationId xmlns:a16="http://schemas.microsoft.com/office/drawing/2014/main" id="{85554EF3-9B9D-6D03-BD44-3843EDD599A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568977" y="7886041"/>
            <a:ext cx="7422879" cy="794185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7" name="Рисунок 3">
            <a:extLst>
              <a:ext uri="{FF2B5EF4-FFF2-40B4-BE49-F238E27FC236}">
                <a16:creationId xmlns:a16="http://schemas.microsoft.com/office/drawing/2014/main" id="{5A591902-2A6F-1139-7165-806554ACEE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Текст 16">
            <a:extLst>
              <a:ext uri="{FF2B5EF4-FFF2-40B4-BE49-F238E27FC236}">
                <a16:creationId xmlns:a16="http://schemas.microsoft.com/office/drawing/2014/main" id="{9DF463F0-B359-BF34-94E6-F795D7F098E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3" name="Текст 16">
            <a:extLst>
              <a:ext uri="{FF2B5EF4-FFF2-40B4-BE49-F238E27FC236}">
                <a16:creationId xmlns:a16="http://schemas.microsoft.com/office/drawing/2014/main" id="{2F5EBD66-D6C8-A274-0089-39D597BBF00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06250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цифра и плаш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11">
            <a:extLst>
              <a:ext uri="{FF2B5EF4-FFF2-40B4-BE49-F238E27FC236}">
                <a16:creationId xmlns:a16="http://schemas.microsoft.com/office/drawing/2014/main" id="{A7EAC19C-A765-3680-B56B-7AAC39A486AF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9262667" y="2251317"/>
            <a:ext cx="8071277" cy="6121158"/>
          </a:xfrm>
          <a:prstGeom prst="roundRect">
            <a:avLst>
              <a:gd name="adj" fmla="val 7501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CB25F473-D73D-9900-E6F1-3D7C8865ED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52499" y="2383155"/>
            <a:ext cx="7610733" cy="1097343"/>
          </a:xfrm>
        </p:spPr>
        <p:txBody>
          <a:bodyPr>
            <a:noAutofit/>
          </a:bodyPr>
          <a:lstStyle>
            <a:lvl1pPr>
              <a:defRPr sz="20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 Разместите свой текст здесь. Текст может быть в несколько строк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8569A155-D24B-4FB4-6A61-88584A3FD0C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6054811"/>
            <a:ext cx="7524235" cy="2574839"/>
          </a:xfrm>
        </p:spPr>
        <p:txBody>
          <a:bodyPr anchor="ctr">
            <a:noAutofit/>
          </a:bodyPr>
          <a:lstStyle>
            <a:lvl1pPr>
              <a:defRPr sz="24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86%</a:t>
            </a:r>
            <a:endParaRPr lang="ru-RU" dirty="0"/>
          </a:p>
        </p:txBody>
      </p:sp>
      <p:sp>
        <p:nvSpPr>
          <p:cNvPr id="3" name="Текст 39">
            <a:extLst>
              <a:ext uri="{FF2B5EF4-FFF2-40B4-BE49-F238E27FC236}">
                <a16:creationId xmlns:a16="http://schemas.microsoft.com/office/drawing/2014/main" id="{628B96BA-AE54-3E60-10FA-0F6EDC25859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715500" y="5908594"/>
            <a:ext cx="3419732" cy="2321006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3" name="Текст 39">
            <a:extLst>
              <a:ext uri="{FF2B5EF4-FFF2-40B4-BE49-F238E27FC236}">
                <a16:creationId xmlns:a16="http://schemas.microsoft.com/office/drawing/2014/main" id="{4829D41F-6F6F-BA93-9C86-8D1C687DCAA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406822" y="5908594"/>
            <a:ext cx="3419732" cy="2321006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2F297A59-A346-046A-ABE4-D2C748F698B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715500" y="5454485"/>
            <a:ext cx="7111054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Текст 39">
            <a:extLst>
              <a:ext uri="{FF2B5EF4-FFF2-40B4-BE49-F238E27FC236}">
                <a16:creationId xmlns:a16="http://schemas.microsoft.com/office/drawing/2014/main" id="{C2E8CE40-8CDF-ACD4-C61C-67C18585468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715500" y="3326032"/>
            <a:ext cx="7111054" cy="665200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6" name="Текст 39">
            <a:extLst>
              <a:ext uri="{FF2B5EF4-FFF2-40B4-BE49-F238E27FC236}">
                <a16:creationId xmlns:a16="http://schemas.microsoft.com/office/drawing/2014/main" id="{7837975F-F791-01E5-15ED-A7F497DD660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715500" y="2871923"/>
            <a:ext cx="7111054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Текст 39">
            <a:extLst>
              <a:ext uri="{FF2B5EF4-FFF2-40B4-BE49-F238E27FC236}">
                <a16:creationId xmlns:a16="http://schemas.microsoft.com/office/drawing/2014/main" id="{5525F492-7911-4BE0-DE85-5E08CC70DD4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996485" y="4252789"/>
            <a:ext cx="2019301" cy="986476"/>
          </a:xfrm>
        </p:spPr>
        <p:txBody>
          <a:bodyPr>
            <a:noAutofit/>
          </a:bodyPr>
          <a:lstStyle>
            <a:lvl1pPr>
              <a:defRPr sz="11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38BBFCBE-3112-A919-2885-EDC2F6350E8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454581" y="4252789"/>
            <a:ext cx="2019301" cy="986476"/>
          </a:xfrm>
        </p:spPr>
        <p:txBody>
          <a:bodyPr>
            <a:noAutofit/>
          </a:bodyPr>
          <a:lstStyle>
            <a:lvl1pPr>
              <a:defRPr sz="11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32" name="Текст 39">
            <a:extLst>
              <a:ext uri="{FF2B5EF4-FFF2-40B4-BE49-F238E27FC236}">
                <a16:creationId xmlns:a16="http://schemas.microsoft.com/office/drawing/2014/main" id="{5D09C124-65D5-10BE-1AD4-778A2FFEA61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864149" y="4252789"/>
            <a:ext cx="2019301" cy="986476"/>
          </a:xfrm>
        </p:spPr>
        <p:txBody>
          <a:bodyPr>
            <a:noAutofit/>
          </a:bodyPr>
          <a:lstStyle>
            <a:lvl1pPr>
              <a:defRPr sz="11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8" name="Рисунок 16">
            <a:extLst>
              <a:ext uri="{FF2B5EF4-FFF2-40B4-BE49-F238E27FC236}">
                <a16:creationId xmlns:a16="http://schemas.microsoft.com/office/drawing/2014/main" id="{2097D422-5D04-87E2-165F-32E7CCED36F4}"/>
              </a:ext>
            </a:extLst>
          </p:cNvPr>
          <p:cNvSpPr>
            <a:spLocks noGrp="1"/>
          </p:cNvSpPr>
          <p:nvPr>
            <p:ph type="pic" sz="quarter" idx="82" hasCustomPrompt="1"/>
          </p:nvPr>
        </p:nvSpPr>
        <p:spPr>
          <a:xfrm>
            <a:off x="9721508" y="4247893"/>
            <a:ext cx="228600" cy="2286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Рисунок 16">
            <a:extLst>
              <a:ext uri="{FF2B5EF4-FFF2-40B4-BE49-F238E27FC236}">
                <a16:creationId xmlns:a16="http://schemas.microsoft.com/office/drawing/2014/main" id="{D7C182A4-3160-6970-3378-0F92973B2826}"/>
              </a:ext>
            </a:extLst>
          </p:cNvPr>
          <p:cNvSpPr>
            <a:spLocks noGrp="1"/>
          </p:cNvSpPr>
          <p:nvPr>
            <p:ph type="pic" sz="quarter" idx="83" hasCustomPrompt="1"/>
          </p:nvPr>
        </p:nvSpPr>
        <p:spPr>
          <a:xfrm>
            <a:off x="12178958" y="4247893"/>
            <a:ext cx="228600" cy="2286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Рисунок 16">
            <a:extLst>
              <a:ext uri="{FF2B5EF4-FFF2-40B4-BE49-F238E27FC236}">
                <a16:creationId xmlns:a16="http://schemas.microsoft.com/office/drawing/2014/main" id="{B5188D03-9CA3-DACE-CCCB-2E8B7BBF9416}"/>
              </a:ext>
            </a:extLst>
          </p:cNvPr>
          <p:cNvSpPr>
            <a:spLocks noGrp="1"/>
          </p:cNvSpPr>
          <p:nvPr>
            <p:ph type="pic" sz="quarter" idx="84" hasCustomPrompt="1"/>
          </p:nvPr>
        </p:nvSpPr>
        <p:spPr>
          <a:xfrm>
            <a:off x="14593546" y="4247893"/>
            <a:ext cx="228600" cy="2286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Рисунок 3">
            <a:extLst>
              <a:ext uri="{FF2B5EF4-FFF2-40B4-BE49-F238E27FC236}">
                <a16:creationId xmlns:a16="http://schemas.microsoft.com/office/drawing/2014/main" id="{FD62CB35-F67A-0822-FA4C-8A644F37E3B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" name="Текст 16">
            <a:extLst>
              <a:ext uri="{FF2B5EF4-FFF2-40B4-BE49-F238E27FC236}">
                <a16:creationId xmlns:a16="http://schemas.microsoft.com/office/drawing/2014/main" id="{F621B410-C06C-4C3F-329E-4B14E7CDA1E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2" name="Текст 16">
            <a:extLst>
              <a:ext uri="{FF2B5EF4-FFF2-40B4-BE49-F238E27FC236}">
                <a16:creationId xmlns:a16="http://schemas.microsoft.com/office/drawing/2014/main" id="{DDCF7DE7-8716-B66F-0B91-9CE2679D139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777864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блоков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11">
            <a:extLst>
              <a:ext uri="{FF2B5EF4-FFF2-40B4-BE49-F238E27FC236}">
                <a16:creationId xmlns:a16="http://schemas.microsoft.com/office/drawing/2014/main" id="{F92F4DF4-C4C5-1D4E-4280-2191202F5B44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6509305" y="5068517"/>
            <a:ext cx="5300916" cy="3912974"/>
          </a:xfrm>
          <a:prstGeom prst="roundRect">
            <a:avLst>
              <a:gd name="adj" fmla="val 7213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5" name="Рисунок 34">
            <a:extLst>
              <a:ext uri="{FF2B5EF4-FFF2-40B4-BE49-F238E27FC236}">
                <a16:creationId xmlns:a16="http://schemas.microsoft.com/office/drawing/2014/main" id="{79538282-A385-1BD3-E5DA-8A998E2F6362}"/>
              </a:ext>
            </a:extLst>
          </p:cNvPr>
          <p:cNvSpPr>
            <a:spLocks noGrp="1"/>
          </p:cNvSpPr>
          <p:nvPr>
            <p:ph type="pic" sz="quarter" idx="94" hasCustomPrompt="1"/>
          </p:nvPr>
        </p:nvSpPr>
        <p:spPr>
          <a:xfrm>
            <a:off x="6865938" y="6315075"/>
            <a:ext cx="1839912" cy="457200"/>
          </a:xfrm>
          <a:prstGeom prst="roundRect">
            <a:avLst>
              <a:gd name="adj" fmla="val 27318"/>
            </a:avLst>
          </a:prstGeom>
          <a:solidFill>
            <a:srgbClr val="00B050"/>
          </a:solidFill>
        </p:spPr>
        <p:txBody>
          <a:bodyPr>
            <a:noAutofit/>
          </a:bodyPr>
          <a:lstStyle>
            <a:lvl1pPr>
              <a:defRPr sz="105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6" name="Рисунок 34">
            <a:extLst>
              <a:ext uri="{FF2B5EF4-FFF2-40B4-BE49-F238E27FC236}">
                <a16:creationId xmlns:a16="http://schemas.microsoft.com/office/drawing/2014/main" id="{9BFD9EC4-8853-B8B7-05C4-248801893938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9582085" y="6315075"/>
            <a:ext cx="1839912" cy="457200"/>
          </a:xfrm>
          <a:prstGeom prst="roundRect">
            <a:avLst>
              <a:gd name="adj" fmla="val 27318"/>
            </a:avLst>
          </a:prstGeom>
          <a:solidFill>
            <a:srgbClr val="00B050"/>
          </a:solidFill>
        </p:spPr>
        <p:txBody>
          <a:bodyPr>
            <a:noAutofit/>
          </a:bodyPr>
          <a:lstStyle>
            <a:lvl1pPr>
              <a:defRPr sz="105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" name="Рисунок 11">
            <a:extLst>
              <a:ext uri="{FF2B5EF4-FFF2-40B4-BE49-F238E27FC236}">
                <a16:creationId xmlns:a16="http://schemas.microsoft.com/office/drawing/2014/main" id="{E12401C0-0F09-4EE6-B1B2-7216490E14EF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12033028" y="2476500"/>
            <a:ext cx="5300916" cy="2362200"/>
          </a:xfrm>
          <a:prstGeom prst="roundRect">
            <a:avLst>
              <a:gd name="adj" fmla="val 11505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Рисунок 11">
            <a:extLst>
              <a:ext uri="{FF2B5EF4-FFF2-40B4-BE49-F238E27FC236}">
                <a16:creationId xmlns:a16="http://schemas.microsoft.com/office/drawing/2014/main" id="{26594825-5535-380F-0E9D-B10695BFE234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6509305" y="2476500"/>
            <a:ext cx="5300916" cy="2362200"/>
          </a:xfrm>
          <a:prstGeom prst="roundRect">
            <a:avLst>
              <a:gd name="adj" fmla="val 11505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Рисунок 11">
            <a:extLst>
              <a:ext uri="{FF2B5EF4-FFF2-40B4-BE49-F238E27FC236}">
                <a16:creationId xmlns:a16="http://schemas.microsoft.com/office/drawing/2014/main" id="{23E130BC-2112-85E6-E378-E5821345349E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948260" y="2476500"/>
            <a:ext cx="5300916" cy="2362200"/>
          </a:xfrm>
          <a:prstGeom prst="roundRect">
            <a:avLst>
              <a:gd name="adj" fmla="val 11505"/>
            </a:avLst>
          </a:prstGeom>
          <a:solidFill>
            <a:srgbClr val="EA0B4C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" name="Рисунок 11">
            <a:extLst>
              <a:ext uri="{FF2B5EF4-FFF2-40B4-BE49-F238E27FC236}">
                <a16:creationId xmlns:a16="http://schemas.microsoft.com/office/drawing/2014/main" id="{AB42EC88-919B-9C33-F693-8C235CA43D72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12033028" y="5068517"/>
            <a:ext cx="5300916" cy="3912974"/>
          </a:xfrm>
          <a:prstGeom prst="roundRect">
            <a:avLst>
              <a:gd name="adj" fmla="val 7213"/>
            </a:avLst>
          </a:prstGeom>
          <a:solidFill>
            <a:srgbClr val="EA0B4C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Рисунок 11">
            <a:extLst>
              <a:ext uri="{FF2B5EF4-FFF2-40B4-BE49-F238E27FC236}">
                <a16:creationId xmlns:a16="http://schemas.microsoft.com/office/drawing/2014/main" id="{0692A7CB-0285-C213-BAA3-66EAB4771C5E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948260" y="5068517"/>
            <a:ext cx="5300916" cy="3912974"/>
          </a:xfrm>
          <a:prstGeom prst="roundRect">
            <a:avLst>
              <a:gd name="adj" fmla="val 7690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63" name="Текст 39">
            <a:extLst>
              <a:ext uri="{FF2B5EF4-FFF2-40B4-BE49-F238E27FC236}">
                <a16:creationId xmlns:a16="http://schemas.microsoft.com/office/drawing/2014/main" id="{10F39709-4978-F3CC-1632-30D2A8CDF1C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67502" y="2771262"/>
            <a:ext cx="2834746" cy="343925"/>
          </a:xfrm>
        </p:spPr>
        <p:txBody>
          <a:bodyPr anchor="ctr">
            <a:noAutofit/>
          </a:bodyPr>
          <a:lstStyle>
            <a:lvl1pPr>
              <a:defRPr sz="24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4" name="Текст 39">
            <a:extLst>
              <a:ext uri="{FF2B5EF4-FFF2-40B4-BE49-F238E27FC236}">
                <a16:creationId xmlns:a16="http://schemas.microsoft.com/office/drawing/2014/main" id="{424B8DD7-5960-EA9B-98DE-F6EA0DEE192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415686" y="2771262"/>
            <a:ext cx="2834746" cy="343925"/>
          </a:xfrm>
        </p:spPr>
        <p:txBody>
          <a:bodyPr anchor="ctr">
            <a:noAutofit/>
          </a:bodyPr>
          <a:lstStyle>
            <a:lvl1pPr>
              <a:defRPr sz="24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5" name="Текст 39">
            <a:extLst>
              <a:ext uri="{FF2B5EF4-FFF2-40B4-BE49-F238E27FC236}">
                <a16:creationId xmlns:a16="http://schemas.microsoft.com/office/drawing/2014/main" id="{2D7B6F6F-DF2F-B8C9-87D3-9CA42DC9EE5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56389" y="2771262"/>
            <a:ext cx="2834746" cy="343925"/>
          </a:xfrm>
        </p:spPr>
        <p:txBody>
          <a:bodyPr anchor="ctr">
            <a:noAutofit/>
          </a:bodyPr>
          <a:lstStyle>
            <a:lvl1pPr>
              <a:defRPr sz="2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6" name="Текст 39">
            <a:extLst>
              <a:ext uri="{FF2B5EF4-FFF2-40B4-BE49-F238E27FC236}">
                <a16:creationId xmlns:a16="http://schemas.microsoft.com/office/drawing/2014/main" id="{39DBA640-1B8B-10D8-C881-575BA6FA6D4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67502" y="5489749"/>
            <a:ext cx="2834746" cy="343925"/>
          </a:xfrm>
        </p:spPr>
        <p:txBody>
          <a:bodyPr anchor="ctr">
            <a:noAutofit/>
          </a:bodyPr>
          <a:lstStyle>
            <a:lvl1pPr>
              <a:defRPr sz="24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7" name="Текст 39">
            <a:extLst>
              <a:ext uri="{FF2B5EF4-FFF2-40B4-BE49-F238E27FC236}">
                <a16:creationId xmlns:a16="http://schemas.microsoft.com/office/drawing/2014/main" id="{238ABB33-C09A-D269-A2F4-77E0888CCEE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415686" y="5489749"/>
            <a:ext cx="2834746" cy="343925"/>
          </a:xfrm>
        </p:spPr>
        <p:txBody>
          <a:bodyPr anchor="ctr">
            <a:noAutofit/>
          </a:bodyPr>
          <a:lstStyle>
            <a:lvl1pPr>
              <a:defRPr sz="2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8" name="Текст 39">
            <a:extLst>
              <a:ext uri="{FF2B5EF4-FFF2-40B4-BE49-F238E27FC236}">
                <a16:creationId xmlns:a16="http://schemas.microsoft.com/office/drawing/2014/main" id="{74BEDA4A-0856-268D-72BC-0A679241015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66352" y="4133850"/>
            <a:ext cx="862064" cy="343925"/>
          </a:xfrm>
        </p:spPr>
        <p:txBody>
          <a:bodyPr anchor="ctr">
            <a:noAutofit/>
          </a:bodyPr>
          <a:lstStyle>
            <a:lvl1pPr>
              <a:defRPr sz="20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млн</a:t>
            </a:r>
          </a:p>
        </p:txBody>
      </p:sp>
      <p:sp>
        <p:nvSpPr>
          <p:cNvPr id="69" name="Текст 39">
            <a:extLst>
              <a:ext uri="{FF2B5EF4-FFF2-40B4-BE49-F238E27FC236}">
                <a16:creationId xmlns:a16="http://schemas.microsoft.com/office/drawing/2014/main" id="{2130E20A-20CD-59E6-6ABA-2F3192A0D81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66352" y="3471473"/>
            <a:ext cx="1495424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70" name="Текст 39">
            <a:extLst>
              <a:ext uri="{FF2B5EF4-FFF2-40B4-BE49-F238E27FC236}">
                <a16:creationId xmlns:a16="http://schemas.microsoft.com/office/drawing/2014/main" id="{89FCF4A7-F34A-02C3-41CD-52BD8D4E406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078210" y="3471473"/>
            <a:ext cx="1902993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+11%</a:t>
            </a:r>
          </a:p>
        </p:txBody>
      </p:sp>
      <p:sp>
        <p:nvSpPr>
          <p:cNvPr id="71" name="Текст 39">
            <a:extLst>
              <a:ext uri="{FF2B5EF4-FFF2-40B4-BE49-F238E27FC236}">
                <a16:creationId xmlns:a16="http://schemas.microsoft.com/office/drawing/2014/main" id="{57E060E4-758A-89E1-C845-696F257E5C3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411000" y="4133850"/>
            <a:ext cx="862064" cy="343925"/>
          </a:xfrm>
        </p:spPr>
        <p:txBody>
          <a:bodyPr anchor="ctr">
            <a:noAutofit/>
          </a:bodyPr>
          <a:lstStyle>
            <a:lvl1pPr>
              <a:defRPr sz="20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млн</a:t>
            </a:r>
          </a:p>
        </p:txBody>
      </p:sp>
      <p:sp>
        <p:nvSpPr>
          <p:cNvPr id="72" name="Текст 39">
            <a:extLst>
              <a:ext uri="{FF2B5EF4-FFF2-40B4-BE49-F238E27FC236}">
                <a16:creationId xmlns:a16="http://schemas.microsoft.com/office/drawing/2014/main" id="{10195068-DCE9-35C4-FA9C-14789256A8C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411000" y="3471473"/>
            <a:ext cx="1495424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73" name="Текст 39">
            <a:extLst>
              <a:ext uri="{FF2B5EF4-FFF2-40B4-BE49-F238E27FC236}">
                <a16:creationId xmlns:a16="http://schemas.microsoft.com/office/drawing/2014/main" id="{69C78CC1-DD63-1A96-B360-1359BB643D1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4622858" y="3471473"/>
            <a:ext cx="1902993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+11%</a:t>
            </a:r>
          </a:p>
        </p:txBody>
      </p:sp>
      <p:sp>
        <p:nvSpPr>
          <p:cNvPr id="74" name="Текст 39">
            <a:extLst>
              <a:ext uri="{FF2B5EF4-FFF2-40B4-BE49-F238E27FC236}">
                <a16:creationId xmlns:a16="http://schemas.microsoft.com/office/drawing/2014/main" id="{2FA6F4F1-76F8-B732-8D22-10BCE320B6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411000" y="7531958"/>
            <a:ext cx="862064" cy="343925"/>
          </a:xfrm>
        </p:spPr>
        <p:txBody>
          <a:bodyPr anchor="ctr">
            <a:noAutofit/>
          </a:bodyPr>
          <a:lstStyle>
            <a:lvl1pPr>
              <a:defRPr sz="20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млн</a:t>
            </a:r>
          </a:p>
        </p:txBody>
      </p:sp>
      <p:sp>
        <p:nvSpPr>
          <p:cNvPr id="75" name="Текст 39">
            <a:extLst>
              <a:ext uri="{FF2B5EF4-FFF2-40B4-BE49-F238E27FC236}">
                <a16:creationId xmlns:a16="http://schemas.microsoft.com/office/drawing/2014/main" id="{67DE019E-7EF9-5104-16AD-40A463CC97D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2411000" y="6869581"/>
            <a:ext cx="1495424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76" name="Текст 39">
            <a:extLst>
              <a:ext uri="{FF2B5EF4-FFF2-40B4-BE49-F238E27FC236}">
                <a16:creationId xmlns:a16="http://schemas.microsoft.com/office/drawing/2014/main" id="{F20CDB78-A2FC-04FC-5F44-19147C8FF76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4622858" y="6671873"/>
            <a:ext cx="1902993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+11%</a:t>
            </a:r>
          </a:p>
        </p:txBody>
      </p:sp>
      <p:sp>
        <p:nvSpPr>
          <p:cNvPr id="77" name="Текст 39">
            <a:extLst>
              <a:ext uri="{FF2B5EF4-FFF2-40B4-BE49-F238E27FC236}">
                <a16:creationId xmlns:a16="http://schemas.microsoft.com/office/drawing/2014/main" id="{43D39E9A-DA90-DE13-EA52-ADAD422BD99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635217" y="8151214"/>
            <a:ext cx="1902992" cy="343925"/>
          </a:xfrm>
        </p:spPr>
        <p:txBody>
          <a:bodyPr anchor="ctr">
            <a:noAutofit/>
          </a:bodyPr>
          <a:lstStyle>
            <a:lvl1pPr>
              <a:defRPr sz="20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 2 года</a:t>
            </a:r>
          </a:p>
        </p:txBody>
      </p:sp>
      <p:sp>
        <p:nvSpPr>
          <p:cNvPr id="78" name="Текст 39">
            <a:extLst>
              <a:ext uri="{FF2B5EF4-FFF2-40B4-BE49-F238E27FC236}">
                <a16:creationId xmlns:a16="http://schemas.microsoft.com/office/drawing/2014/main" id="{73BE41CB-BE06-592B-9144-13762039ADD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4635217" y="7488837"/>
            <a:ext cx="1902992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79" name="Текст 39">
            <a:extLst>
              <a:ext uri="{FF2B5EF4-FFF2-40B4-BE49-F238E27FC236}">
                <a16:creationId xmlns:a16="http://schemas.microsoft.com/office/drawing/2014/main" id="{2CE83FA7-53D4-A06B-BC1C-848F021CCC4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866352" y="7655526"/>
            <a:ext cx="862064" cy="343925"/>
          </a:xfrm>
        </p:spPr>
        <p:txBody>
          <a:bodyPr anchor="ctr">
            <a:noAutofit/>
          </a:bodyPr>
          <a:lstStyle>
            <a:lvl1pPr>
              <a:defRPr sz="20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млн</a:t>
            </a:r>
          </a:p>
        </p:txBody>
      </p:sp>
      <p:sp>
        <p:nvSpPr>
          <p:cNvPr id="80" name="Текст 39">
            <a:extLst>
              <a:ext uri="{FF2B5EF4-FFF2-40B4-BE49-F238E27FC236}">
                <a16:creationId xmlns:a16="http://schemas.microsoft.com/office/drawing/2014/main" id="{6CFDBF91-680D-1B19-24C9-841DC56658A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866352" y="6993149"/>
            <a:ext cx="1495424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81" name="Текст 39">
            <a:extLst>
              <a:ext uri="{FF2B5EF4-FFF2-40B4-BE49-F238E27FC236}">
                <a16:creationId xmlns:a16="http://schemas.microsoft.com/office/drawing/2014/main" id="{323EE48A-EA46-6B50-32A6-D7081D2728E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609552" y="7655526"/>
            <a:ext cx="862064" cy="343925"/>
          </a:xfrm>
        </p:spPr>
        <p:txBody>
          <a:bodyPr anchor="ctr">
            <a:noAutofit/>
          </a:bodyPr>
          <a:lstStyle>
            <a:lvl1pPr>
              <a:defRPr sz="20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млн</a:t>
            </a:r>
          </a:p>
        </p:txBody>
      </p:sp>
      <p:sp>
        <p:nvSpPr>
          <p:cNvPr id="82" name="Текст 39">
            <a:extLst>
              <a:ext uri="{FF2B5EF4-FFF2-40B4-BE49-F238E27FC236}">
                <a16:creationId xmlns:a16="http://schemas.microsoft.com/office/drawing/2014/main" id="{D3D49E52-F045-B468-E8B1-0FF623FB64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609552" y="6993149"/>
            <a:ext cx="1495424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83" name="Текст 39">
            <a:extLst>
              <a:ext uri="{FF2B5EF4-FFF2-40B4-BE49-F238E27FC236}">
                <a16:creationId xmlns:a16="http://schemas.microsoft.com/office/drawing/2014/main" id="{D7CF66D3-6E3B-D99C-DCA5-66419BFC5A9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356388" y="5489749"/>
            <a:ext cx="4104730" cy="1577806"/>
          </a:xfrm>
        </p:spPr>
        <p:txBody>
          <a:bodyPr anchor="t">
            <a:noAutofit/>
          </a:bodyPr>
          <a:lstStyle>
            <a:lvl1pPr>
              <a:defRPr sz="24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 в несколько</a:t>
            </a:r>
            <a:br>
              <a:rPr lang="ru-RU" dirty="0"/>
            </a:br>
            <a:r>
              <a:rPr lang="ru-RU" dirty="0"/>
              <a:t>строк с важной информацией</a:t>
            </a:r>
          </a:p>
        </p:txBody>
      </p:sp>
      <p:sp>
        <p:nvSpPr>
          <p:cNvPr id="84" name="Текст 39">
            <a:extLst>
              <a:ext uri="{FF2B5EF4-FFF2-40B4-BE49-F238E27FC236}">
                <a16:creationId xmlns:a16="http://schemas.microsoft.com/office/drawing/2014/main" id="{6B2FCED4-427D-B345-896E-A45129BA053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318168" y="4133850"/>
            <a:ext cx="862064" cy="343925"/>
          </a:xfrm>
        </p:spPr>
        <p:txBody>
          <a:bodyPr anchor="ctr">
            <a:noAutofit/>
          </a:bodyPr>
          <a:lstStyle>
            <a:lvl1pPr>
              <a:defRPr sz="20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млн</a:t>
            </a:r>
          </a:p>
        </p:txBody>
      </p:sp>
      <p:sp>
        <p:nvSpPr>
          <p:cNvPr id="85" name="Текст 39">
            <a:extLst>
              <a:ext uri="{FF2B5EF4-FFF2-40B4-BE49-F238E27FC236}">
                <a16:creationId xmlns:a16="http://schemas.microsoft.com/office/drawing/2014/main" id="{C9AED66D-F8E7-168E-BCB0-F4DACB3473B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318168" y="3471473"/>
            <a:ext cx="1495424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86" name="Текст 39">
            <a:extLst>
              <a:ext uri="{FF2B5EF4-FFF2-40B4-BE49-F238E27FC236}">
                <a16:creationId xmlns:a16="http://schemas.microsoft.com/office/drawing/2014/main" id="{263A9E40-46C5-6BE2-D5B4-BB158787346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530026" y="3471473"/>
            <a:ext cx="1902993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+11%</a:t>
            </a:r>
          </a:p>
        </p:txBody>
      </p:sp>
      <p:sp>
        <p:nvSpPr>
          <p:cNvPr id="87" name="Текст 39">
            <a:extLst>
              <a:ext uri="{FF2B5EF4-FFF2-40B4-BE49-F238E27FC236}">
                <a16:creationId xmlns:a16="http://schemas.microsoft.com/office/drawing/2014/main" id="{90D07B49-1807-F911-4D5A-C481C4DECC8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303549" y="6374663"/>
            <a:ext cx="1245420" cy="343925"/>
          </a:xfrm>
        </p:spPr>
        <p:txBody>
          <a:bodyPr anchor="ctr">
            <a:noAutofit/>
          </a:bodyPr>
          <a:lstStyle>
            <a:lvl1pPr>
              <a:defRPr sz="16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2025 год</a:t>
            </a:r>
          </a:p>
        </p:txBody>
      </p:sp>
      <p:sp>
        <p:nvSpPr>
          <p:cNvPr id="90" name="Текст 39">
            <a:extLst>
              <a:ext uri="{FF2B5EF4-FFF2-40B4-BE49-F238E27FC236}">
                <a16:creationId xmlns:a16="http://schemas.microsoft.com/office/drawing/2014/main" id="{2E9FF644-F78F-2CF0-8D3C-4D068569201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0012335" y="6374663"/>
            <a:ext cx="1245420" cy="343925"/>
          </a:xfrm>
        </p:spPr>
        <p:txBody>
          <a:bodyPr anchor="ctr">
            <a:noAutofit/>
          </a:bodyPr>
          <a:lstStyle>
            <a:lvl1pPr>
              <a:defRPr sz="16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2025 год</a:t>
            </a:r>
          </a:p>
        </p:txBody>
      </p:sp>
      <p:sp>
        <p:nvSpPr>
          <p:cNvPr id="6" name="Рисунок 16">
            <a:extLst>
              <a:ext uri="{FF2B5EF4-FFF2-40B4-BE49-F238E27FC236}">
                <a16:creationId xmlns:a16="http://schemas.microsoft.com/office/drawing/2014/main" id="{F2D2E075-265E-FA97-6A80-207860EBF217}"/>
              </a:ext>
            </a:extLst>
          </p:cNvPr>
          <p:cNvSpPr>
            <a:spLocks noGrp="1"/>
          </p:cNvSpPr>
          <p:nvPr>
            <p:ph type="pic" sz="quarter" idx="82" hasCustomPrompt="1"/>
          </p:nvPr>
        </p:nvSpPr>
        <p:spPr>
          <a:xfrm>
            <a:off x="5534024" y="5463154"/>
            <a:ext cx="342901" cy="35752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Рисунок 16">
            <a:extLst>
              <a:ext uri="{FF2B5EF4-FFF2-40B4-BE49-F238E27FC236}">
                <a16:creationId xmlns:a16="http://schemas.microsoft.com/office/drawing/2014/main" id="{66AFD0E1-FF12-EC7D-2C49-8FEC5BCDCFCD}"/>
              </a:ext>
            </a:extLst>
          </p:cNvPr>
          <p:cNvSpPr>
            <a:spLocks noGrp="1"/>
          </p:cNvSpPr>
          <p:nvPr>
            <p:ph type="pic" sz="quarter" idx="83" hasCustomPrompt="1"/>
          </p:nvPr>
        </p:nvSpPr>
        <p:spPr>
          <a:xfrm>
            <a:off x="11121163" y="5463154"/>
            <a:ext cx="342901" cy="357526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" name="Рисунок 16">
            <a:extLst>
              <a:ext uri="{FF2B5EF4-FFF2-40B4-BE49-F238E27FC236}">
                <a16:creationId xmlns:a16="http://schemas.microsoft.com/office/drawing/2014/main" id="{008D2FD1-73A5-6AF8-E0D6-E49C0702E952}"/>
              </a:ext>
            </a:extLst>
          </p:cNvPr>
          <p:cNvSpPr>
            <a:spLocks noGrp="1"/>
          </p:cNvSpPr>
          <p:nvPr>
            <p:ph type="pic" sz="quarter" idx="84" hasCustomPrompt="1"/>
          </p:nvPr>
        </p:nvSpPr>
        <p:spPr>
          <a:xfrm>
            <a:off x="5529566" y="2757661"/>
            <a:ext cx="342901" cy="357526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6" name="Рисунок 16">
            <a:extLst>
              <a:ext uri="{FF2B5EF4-FFF2-40B4-BE49-F238E27FC236}">
                <a16:creationId xmlns:a16="http://schemas.microsoft.com/office/drawing/2014/main" id="{8D95F498-47D8-9BD3-C7BC-4C63EEC21BEA}"/>
              </a:ext>
            </a:extLst>
          </p:cNvPr>
          <p:cNvSpPr>
            <a:spLocks noGrp="1"/>
          </p:cNvSpPr>
          <p:nvPr>
            <p:ph type="pic" sz="quarter" idx="85" hasCustomPrompt="1"/>
          </p:nvPr>
        </p:nvSpPr>
        <p:spPr>
          <a:xfrm>
            <a:off x="9665541" y="6403183"/>
            <a:ext cx="288872" cy="301193"/>
          </a:xfr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52E2FEB9-E615-7559-0F65-A902976C78CA}"/>
              </a:ext>
            </a:extLst>
          </p:cNvPr>
          <p:cNvSpPr>
            <a:spLocks noGrp="1"/>
          </p:cNvSpPr>
          <p:nvPr>
            <p:ph type="pic" sz="quarter" idx="86" hasCustomPrompt="1"/>
          </p:nvPr>
        </p:nvSpPr>
        <p:spPr>
          <a:xfrm>
            <a:off x="6945491" y="6403183"/>
            <a:ext cx="288872" cy="301193"/>
          </a:xfr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8" name="Рисунок 20">
            <a:extLst>
              <a:ext uri="{FF2B5EF4-FFF2-40B4-BE49-F238E27FC236}">
                <a16:creationId xmlns:a16="http://schemas.microsoft.com/office/drawing/2014/main" id="{68FA71E7-1BD7-C877-BDD8-2BCDC2476D8C}"/>
              </a:ext>
            </a:extLst>
          </p:cNvPr>
          <p:cNvSpPr>
            <a:spLocks noGrp="1"/>
          </p:cNvSpPr>
          <p:nvPr>
            <p:ph type="pic" sz="quarter" idx="89" hasCustomPrompt="1"/>
          </p:nvPr>
        </p:nvSpPr>
        <p:spPr>
          <a:xfrm>
            <a:off x="14149410" y="6679328"/>
            <a:ext cx="28800" cy="1771650"/>
          </a:xfrm>
          <a:solidFill>
            <a:schemeClr val="bg1"/>
          </a:solidFill>
        </p:spPr>
        <p:txBody>
          <a:bodyPr>
            <a:noAutofit/>
          </a:bodyPr>
          <a:lstStyle>
            <a:lvl1pPr>
              <a:defRPr sz="105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9" name="Рисунок 20">
            <a:extLst>
              <a:ext uri="{FF2B5EF4-FFF2-40B4-BE49-F238E27FC236}">
                <a16:creationId xmlns:a16="http://schemas.microsoft.com/office/drawing/2014/main" id="{6DD4E6AE-5A8D-7DD6-440F-B3153A05A689}"/>
              </a:ext>
            </a:extLst>
          </p:cNvPr>
          <p:cNvSpPr>
            <a:spLocks noGrp="1"/>
          </p:cNvSpPr>
          <p:nvPr>
            <p:ph type="pic" sz="quarter" idx="90" hasCustomPrompt="1"/>
          </p:nvPr>
        </p:nvSpPr>
        <p:spPr>
          <a:xfrm>
            <a:off x="9037082" y="6993149"/>
            <a:ext cx="21600" cy="1006302"/>
          </a:xfrm>
          <a:solidFill>
            <a:schemeClr val="tx1"/>
          </a:solidFill>
        </p:spPr>
        <p:txBody>
          <a:bodyPr>
            <a:noAutofit/>
          </a:bodyPr>
          <a:lstStyle>
            <a:lvl1pPr>
              <a:defRPr sz="105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0" name="Рисунок 20">
            <a:extLst>
              <a:ext uri="{FF2B5EF4-FFF2-40B4-BE49-F238E27FC236}">
                <a16:creationId xmlns:a16="http://schemas.microsoft.com/office/drawing/2014/main" id="{86DEBA17-5E5D-48E4-4B02-76E487A04591}"/>
              </a:ext>
            </a:extLst>
          </p:cNvPr>
          <p:cNvSpPr>
            <a:spLocks noGrp="1"/>
          </p:cNvSpPr>
          <p:nvPr>
            <p:ph type="pic" sz="quarter" idx="91" hasCustomPrompt="1"/>
          </p:nvPr>
        </p:nvSpPr>
        <p:spPr>
          <a:xfrm>
            <a:off x="8709100" y="3471473"/>
            <a:ext cx="21600" cy="1006302"/>
          </a:xfrm>
          <a:solidFill>
            <a:schemeClr val="tx1"/>
          </a:solidFill>
        </p:spPr>
        <p:txBody>
          <a:bodyPr>
            <a:noAutofit/>
          </a:bodyPr>
          <a:lstStyle>
            <a:lvl1pPr>
              <a:defRPr sz="105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1" name="Рисунок 20">
            <a:extLst>
              <a:ext uri="{FF2B5EF4-FFF2-40B4-BE49-F238E27FC236}">
                <a16:creationId xmlns:a16="http://schemas.microsoft.com/office/drawing/2014/main" id="{50D0B4E3-9E5F-30E2-BBB3-C8EEFA3373E7}"/>
              </a:ext>
            </a:extLst>
          </p:cNvPr>
          <p:cNvSpPr>
            <a:spLocks noGrp="1"/>
          </p:cNvSpPr>
          <p:nvPr>
            <p:ph type="pic" sz="quarter" idx="92" hasCustomPrompt="1"/>
          </p:nvPr>
        </p:nvSpPr>
        <p:spPr>
          <a:xfrm>
            <a:off x="14253841" y="3471473"/>
            <a:ext cx="21600" cy="1006302"/>
          </a:xfrm>
          <a:solidFill>
            <a:schemeClr val="tx1"/>
          </a:solidFill>
        </p:spPr>
        <p:txBody>
          <a:bodyPr>
            <a:noAutofit/>
          </a:bodyPr>
          <a:lstStyle>
            <a:lvl1pPr>
              <a:defRPr sz="105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2" name="Рисунок 20">
            <a:extLst>
              <a:ext uri="{FF2B5EF4-FFF2-40B4-BE49-F238E27FC236}">
                <a16:creationId xmlns:a16="http://schemas.microsoft.com/office/drawing/2014/main" id="{F3C4ECB1-B5F6-2A6B-F37F-D6AD3EF4207F}"/>
              </a:ext>
            </a:extLst>
          </p:cNvPr>
          <p:cNvSpPr>
            <a:spLocks noGrp="1"/>
          </p:cNvSpPr>
          <p:nvPr>
            <p:ph type="pic" sz="quarter" idx="93" hasCustomPrompt="1"/>
          </p:nvPr>
        </p:nvSpPr>
        <p:spPr>
          <a:xfrm>
            <a:off x="3153126" y="3471473"/>
            <a:ext cx="21600" cy="1006302"/>
          </a:xfrm>
          <a:solidFill>
            <a:schemeClr val="bg1"/>
          </a:solidFill>
        </p:spPr>
        <p:txBody>
          <a:bodyPr>
            <a:noAutofit/>
          </a:bodyPr>
          <a:lstStyle>
            <a:lvl1pPr>
              <a:defRPr sz="105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4" name="Рисунок 3">
            <a:extLst>
              <a:ext uri="{FF2B5EF4-FFF2-40B4-BE49-F238E27FC236}">
                <a16:creationId xmlns:a16="http://schemas.microsoft.com/office/drawing/2014/main" id="{291A9DA0-2D77-3C7E-C7DC-948511C17CD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5" name="Текст 16">
            <a:extLst>
              <a:ext uri="{FF2B5EF4-FFF2-40B4-BE49-F238E27FC236}">
                <a16:creationId xmlns:a16="http://schemas.microsoft.com/office/drawing/2014/main" id="{E0B09B9E-F236-7082-400F-99DEF40EA7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8" name="Текст 16">
            <a:extLst>
              <a:ext uri="{FF2B5EF4-FFF2-40B4-BE49-F238E27FC236}">
                <a16:creationId xmlns:a16="http://schemas.microsoft.com/office/drawing/2014/main" id="{A0B70EBE-70C6-86A5-DEA4-4C8D6A6C222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16684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17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бло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11">
            <a:extLst>
              <a:ext uri="{FF2B5EF4-FFF2-40B4-BE49-F238E27FC236}">
                <a16:creationId xmlns:a16="http://schemas.microsoft.com/office/drawing/2014/main" id="{B9C6A9E2-A2F1-7270-5578-C0D185A2AF6B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948260" y="2476500"/>
            <a:ext cx="9430718" cy="3138574"/>
          </a:xfrm>
          <a:prstGeom prst="roundRect">
            <a:avLst>
              <a:gd name="adj" fmla="val 11505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" name="Рисунок 11">
            <a:extLst>
              <a:ext uri="{FF2B5EF4-FFF2-40B4-BE49-F238E27FC236}">
                <a16:creationId xmlns:a16="http://schemas.microsoft.com/office/drawing/2014/main" id="{21C789BA-34B4-1355-64DB-9E42A624722D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948260" y="5854182"/>
            <a:ext cx="9430718" cy="3138574"/>
          </a:xfrm>
          <a:prstGeom prst="roundRect">
            <a:avLst>
              <a:gd name="adj" fmla="val 11505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Рисунок 11">
            <a:extLst>
              <a:ext uri="{FF2B5EF4-FFF2-40B4-BE49-F238E27FC236}">
                <a16:creationId xmlns:a16="http://schemas.microsoft.com/office/drawing/2014/main" id="{89A227BE-8FEA-91EC-640E-1CCE387CD54B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5871882" y="3472957"/>
            <a:ext cx="4015068" cy="1123950"/>
          </a:xfrm>
          <a:prstGeom prst="roundRect">
            <a:avLst>
              <a:gd name="adj" fmla="val 11505"/>
            </a:avLst>
          </a:prstGeom>
          <a:solidFill>
            <a:srgbClr val="00B050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Рисунок 11">
            <a:extLst>
              <a:ext uri="{FF2B5EF4-FFF2-40B4-BE49-F238E27FC236}">
                <a16:creationId xmlns:a16="http://schemas.microsoft.com/office/drawing/2014/main" id="{A398ABE2-9C11-D499-9C25-C886BC672628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5871882" y="6850638"/>
            <a:ext cx="4015068" cy="1123950"/>
          </a:xfrm>
          <a:prstGeom prst="roundRect">
            <a:avLst>
              <a:gd name="adj" fmla="val 11505"/>
            </a:avLst>
          </a:prstGeom>
          <a:solidFill>
            <a:srgbClr val="00B050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" name="Рисунок 11">
            <a:extLst>
              <a:ext uri="{FF2B5EF4-FFF2-40B4-BE49-F238E27FC236}">
                <a16:creationId xmlns:a16="http://schemas.microsoft.com/office/drawing/2014/main" id="{16A9F8F9-9C34-43EC-A9F8-7B3EF9A6F332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10607578" y="2476499"/>
            <a:ext cx="6726366" cy="3138573"/>
          </a:xfrm>
          <a:prstGeom prst="roundRect">
            <a:avLst>
              <a:gd name="adj" fmla="val 11505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Рисунок 11">
            <a:extLst>
              <a:ext uri="{FF2B5EF4-FFF2-40B4-BE49-F238E27FC236}">
                <a16:creationId xmlns:a16="http://schemas.microsoft.com/office/drawing/2014/main" id="{96F34B83-9E77-8B50-06C5-71A241FDC9A3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10607578" y="5854181"/>
            <a:ext cx="6726366" cy="3138573"/>
          </a:xfrm>
          <a:prstGeom prst="roundRect">
            <a:avLst>
              <a:gd name="adj" fmla="val 11505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19" name="Текст 39">
            <a:extLst>
              <a:ext uri="{FF2B5EF4-FFF2-40B4-BE49-F238E27FC236}">
                <a16:creationId xmlns:a16="http://schemas.microsoft.com/office/drawing/2014/main" id="{F114A16F-8155-6491-1593-52E08A4FBB3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447800" y="6639037"/>
            <a:ext cx="2482867" cy="643326"/>
          </a:xfrm>
        </p:spPr>
        <p:txBody>
          <a:bodyPr anchor="ctr">
            <a:noAutofit/>
          </a:bodyPr>
          <a:lstStyle>
            <a:lvl1pPr>
              <a:defRPr sz="72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20" name="Текст 39">
            <a:extLst>
              <a:ext uri="{FF2B5EF4-FFF2-40B4-BE49-F238E27FC236}">
                <a16:creationId xmlns:a16="http://schemas.microsoft.com/office/drawing/2014/main" id="{9155A9FB-17C1-F919-C5DE-8F6EDB7E407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447800" y="7419574"/>
            <a:ext cx="2482866" cy="663065"/>
          </a:xfrm>
        </p:spPr>
        <p:txBody>
          <a:bodyPr anchor="ctr">
            <a:noAutofit/>
          </a:bodyPr>
          <a:lstStyle>
            <a:lvl1pPr>
              <a:defRPr sz="20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</a:t>
            </a:r>
            <a:br>
              <a:rPr lang="ru-RU" dirty="0"/>
            </a:br>
            <a:r>
              <a:rPr lang="ru-RU" dirty="0"/>
              <a:t>в несколько строк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B4631006-FC11-3C6D-47B9-606322555AF5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052554" y="7068476"/>
            <a:ext cx="3649694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r>
              <a:rPr lang="ru-RU" dirty="0"/>
              <a:t> тыс.</a:t>
            </a:r>
          </a:p>
        </p:txBody>
      </p:sp>
      <p:sp>
        <p:nvSpPr>
          <p:cNvPr id="30" name="Текст 39">
            <a:extLst>
              <a:ext uri="{FF2B5EF4-FFF2-40B4-BE49-F238E27FC236}">
                <a16:creationId xmlns:a16="http://schemas.microsoft.com/office/drawing/2014/main" id="{4166617F-8F5A-4569-00C8-1BCE41E1F3F7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1040035" y="6738351"/>
            <a:ext cx="2482867" cy="643326"/>
          </a:xfrm>
        </p:spPr>
        <p:txBody>
          <a:bodyPr anchor="ctr">
            <a:noAutofit/>
          </a:bodyPr>
          <a:lstStyle>
            <a:lvl1pPr>
              <a:defRPr sz="72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61D61F47-1EDF-ECBC-BA54-65406841348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1040035" y="7518888"/>
            <a:ext cx="2482866" cy="663065"/>
          </a:xfrm>
        </p:spPr>
        <p:txBody>
          <a:bodyPr anchor="ctr">
            <a:noAutofit/>
          </a:bodyPr>
          <a:lstStyle>
            <a:lvl1pPr>
              <a:defRPr sz="20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</a:t>
            </a:r>
            <a:br>
              <a:rPr lang="ru-RU" dirty="0"/>
            </a:br>
            <a:r>
              <a:rPr lang="ru-RU" dirty="0"/>
              <a:t>в несколько строк</a:t>
            </a:r>
          </a:p>
        </p:txBody>
      </p:sp>
      <p:sp>
        <p:nvSpPr>
          <p:cNvPr id="32" name="Текст 39">
            <a:extLst>
              <a:ext uri="{FF2B5EF4-FFF2-40B4-BE49-F238E27FC236}">
                <a16:creationId xmlns:a16="http://schemas.microsoft.com/office/drawing/2014/main" id="{F91AE394-1E6E-2729-692C-3A2F1D730AC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4428694" y="6738351"/>
            <a:ext cx="2482867" cy="643326"/>
          </a:xfrm>
        </p:spPr>
        <p:txBody>
          <a:bodyPr anchor="ctr">
            <a:noAutofit/>
          </a:bodyPr>
          <a:lstStyle>
            <a:lvl1pPr>
              <a:defRPr sz="72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34" name="Текст 39">
            <a:extLst>
              <a:ext uri="{FF2B5EF4-FFF2-40B4-BE49-F238E27FC236}">
                <a16:creationId xmlns:a16="http://schemas.microsoft.com/office/drawing/2014/main" id="{55A0B813-4A6C-FD4A-1D3A-01F55BB74419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4428694" y="7518888"/>
            <a:ext cx="2482866" cy="663065"/>
          </a:xfrm>
        </p:spPr>
        <p:txBody>
          <a:bodyPr anchor="ctr">
            <a:noAutofit/>
          </a:bodyPr>
          <a:lstStyle>
            <a:lvl1pPr>
              <a:defRPr sz="20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</a:t>
            </a:r>
            <a:br>
              <a:rPr lang="ru-RU" dirty="0"/>
            </a:br>
            <a:r>
              <a:rPr lang="ru-RU" dirty="0"/>
              <a:t>в несколько строк</a:t>
            </a:r>
          </a:p>
        </p:txBody>
      </p:sp>
      <p:sp>
        <p:nvSpPr>
          <p:cNvPr id="39" name="Текст 39">
            <a:extLst>
              <a:ext uri="{FF2B5EF4-FFF2-40B4-BE49-F238E27FC236}">
                <a16:creationId xmlns:a16="http://schemas.microsoft.com/office/drawing/2014/main" id="{A9DA6ACB-2174-F0E8-D26E-0E356A7E6C24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447800" y="3268307"/>
            <a:ext cx="2482867" cy="643326"/>
          </a:xfrm>
        </p:spPr>
        <p:txBody>
          <a:bodyPr anchor="ctr">
            <a:noAutofit/>
          </a:bodyPr>
          <a:lstStyle>
            <a:lvl1pPr>
              <a:defRPr sz="72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BB516A3B-6606-7574-382F-78927CB14C3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447800" y="4048844"/>
            <a:ext cx="2482866" cy="663065"/>
          </a:xfrm>
        </p:spPr>
        <p:txBody>
          <a:bodyPr anchor="ctr">
            <a:noAutofit/>
          </a:bodyPr>
          <a:lstStyle>
            <a:lvl1pPr>
              <a:defRPr sz="20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</a:t>
            </a:r>
            <a:br>
              <a:rPr lang="ru-RU" dirty="0"/>
            </a:br>
            <a:r>
              <a:rPr lang="ru-RU" dirty="0"/>
              <a:t>в несколько строк</a:t>
            </a: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0770AA70-F1BC-5B38-5493-10021D67E25E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052554" y="3697746"/>
            <a:ext cx="3649694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r>
              <a:rPr lang="ru-RU" dirty="0"/>
              <a:t> тыс.</a:t>
            </a:r>
          </a:p>
        </p:txBody>
      </p:sp>
      <p:sp>
        <p:nvSpPr>
          <p:cNvPr id="42" name="Текст 39">
            <a:extLst>
              <a:ext uri="{FF2B5EF4-FFF2-40B4-BE49-F238E27FC236}">
                <a16:creationId xmlns:a16="http://schemas.microsoft.com/office/drawing/2014/main" id="{F6169280-A404-7A0B-9DF7-CA1B31D0B3BF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1040035" y="3367621"/>
            <a:ext cx="2482867" cy="643326"/>
          </a:xfrm>
        </p:spPr>
        <p:txBody>
          <a:bodyPr anchor="ctr">
            <a:noAutofit/>
          </a:bodyPr>
          <a:lstStyle>
            <a:lvl1pPr>
              <a:defRPr sz="72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43" name="Текст 39">
            <a:extLst>
              <a:ext uri="{FF2B5EF4-FFF2-40B4-BE49-F238E27FC236}">
                <a16:creationId xmlns:a16="http://schemas.microsoft.com/office/drawing/2014/main" id="{E4994E91-519B-1DDA-D2C5-1997EE3D5899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1040035" y="4148158"/>
            <a:ext cx="2482866" cy="663065"/>
          </a:xfrm>
        </p:spPr>
        <p:txBody>
          <a:bodyPr anchor="ctr">
            <a:noAutofit/>
          </a:bodyPr>
          <a:lstStyle>
            <a:lvl1pPr>
              <a:defRPr sz="20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</a:t>
            </a:r>
            <a:br>
              <a:rPr lang="ru-RU" dirty="0"/>
            </a:br>
            <a:r>
              <a:rPr lang="ru-RU" dirty="0"/>
              <a:t>в несколько строк</a:t>
            </a:r>
          </a:p>
        </p:txBody>
      </p:sp>
      <p:sp>
        <p:nvSpPr>
          <p:cNvPr id="10" name="Рисунок 16">
            <a:extLst>
              <a:ext uri="{FF2B5EF4-FFF2-40B4-BE49-F238E27FC236}">
                <a16:creationId xmlns:a16="http://schemas.microsoft.com/office/drawing/2014/main" id="{0A454608-1D27-5B30-3D1E-59CE2E775418}"/>
              </a:ext>
            </a:extLst>
          </p:cNvPr>
          <p:cNvSpPr>
            <a:spLocks noGrp="1"/>
          </p:cNvSpPr>
          <p:nvPr>
            <p:ph type="pic" sz="quarter" idx="83" hasCustomPrompt="1"/>
          </p:nvPr>
        </p:nvSpPr>
        <p:spPr>
          <a:xfrm>
            <a:off x="15376501" y="4290686"/>
            <a:ext cx="1905825" cy="1905824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" name="Рисунок 20">
            <a:extLst>
              <a:ext uri="{FF2B5EF4-FFF2-40B4-BE49-F238E27FC236}">
                <a16:creationId xmlns:a16="http://schemas.microsoft.com/office/drawing/2014/main" id="{17DA9366-322E-2745-9D59-D4516EA6703D}"/>
              </a:ext>
            </a:extLst>
          </p:cNvPr>
          <p:cNvSpPr>
            <a:spLocks noGrp="1"/>
          </p:cNvSpPr>
          <p:nvPr>
            <p:ph type="pic" sz="quarter" idx="89" hasCustomPrompt="1"/>
          </p:nvPr>
        </p:nvSpPr>
        <p:spPr>
          <a:xfrm>
            <a:off x="13970181" y="6534150"/>
            <a:ext cx="28800" cy="1771650"/>
          </a:xfrm>
          <a:solidFill>
            <a:schemeClr val="tx1"/>
          </a:solidFill>
        </p:spPr>
        <p:txBody>
          <a:bodyPr>
            <a:noAutofit/>
          </a:bodyPr>
          <a:lstStyle>
            <a:lvl1pPr>
              <a:defRPr sz="105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" name="Рисунок 3">
            <a:extLst>
              <a:ext uri="{FF2B5EF4-FFF2-40B4-BE49-F238E27FC236}">
                <a16:creationId xmlns:a16="http://schemas.microsoft.com/office/drawing/2014/main" id="{BE4485B8-8282-9B6D-1552-C121313C867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2" name="Текст 16">
            <a:extLst>
              <a:ext uri="{FF2B5EF4-FFF2-40B4-BE49-F238E27FC236}">
                <a16:creationId xmlns:a16="http://schemas.microsoft.com/office/drawing/2014/main" id="{36ACEADE-C025-511F-D6CA-DB4CC2F062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5" name="Текст 16">
            <a:extLst>
              <a:ext uri="{FF2B5EF4-FFF2-40B4-BE49-F238E27FC236}">
                <a16:creationId xmlns:a16="http://schemas.microsoft.com/office/drawing/2014/main" id="{9164B33F-7EA4-841E-CA24-E08347A8064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37606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блока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11">
            <a:extLst>
              <a:ext uri="{FF2B5EF4-FFF2-40B4-BE49-F238E27FC236}">
                <a16:creationId xmlns:a16="http://schemas.microsoft.com/office/drawing/2014/main" id="{B154CC16-B43C-DC88-7343-7A72708B8495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958422" y="2581276"/>
            <a:ext cx="8071277" cy="6324600"/>
          </a:xfrm>
          <a:prstGeom prst="roundRect">
            <a:avLst>
              <a:gd name="adj" fmla="val 5189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Рисунок 11">
            <a:extLst>
              <a:ext uri="{FF2B5EF4-FFF2-40B4-BE49-F238E27FC236}">
                <a16:creationId xmlns:a16="http://schemas.microsoft.com/office/drawing/2014/main" id="{7E90EB22-8326-78C8-2CCD-B9A578060E5E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9244007" y="2581276"/>
            <a:ext cx="3919544" cy="6324600"/>
          </a:xfrm>
          <a:prstGeom prst="roundRect">
            <a:avLst>
              <a:gd name="adj" fmla="val 5189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Рисунок 11">
            <a:extLst>
              <a:ext uri="{FF2B5EF4-FFF2-40B4-BE49-F238E27FC236}">
                <a16:creationId xmlns:a16="http://schemas.microsoft.com/office/drawing/2014/main" id="{B3796C72-F94F-26FA-DFEA-384BA266CA6F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13480105" y="2581276"/>
            <a:ext cx="3849473" cy="6324600"/>
          </a:xfrm>
          <a:prstGeom prst="roundRect">
            <a:avLst>
              <a:gd name="adj" fmla="val 5189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7" name="Текст 39">
            <a:extLst>
              <a:ext uri="{FF2B5EF4-FFF2-40B4-BE49-F238E27FC236}">
                <a16:creationId xmlns:a16="http://schemas.microsoft.com/office/drawing/2014/main" id="{82F6767E-D00C-064B-447C-F18E0B9763C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318307" y="3314550"/>
            <a:ext cx="2526825" cy="590850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</a:t>
            </a:r>
          </a:p>
        </p:txBody>
      </p:sp>
      <p:sp>
        <p:nvSpPr>
          <p:cNvPr id="46" name="Текст 39">
            <a:extLst>
              <a:ext uri="{FF2B5EF4-FFF2-40B4-BE49-F238E27FC236}">
                <a16:creationId xmlns:a16="http://schemas.microsoft.com/office/drawing/2014/main" id="{722BADC6-8948-44DD-7B76-2A55D280E86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23409" y="3314550"/>
            <a:ext cx="2526825" cy="590850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</a:t>
            </a:r>
          </a:p>
        </p:txBody>
      </p:sp>
      <p:sp>
        <p:nvSpPr>
          <p:cNvPr id="61" name="Текст 39">
            <a:extLst>
              <a:ext uri="{FF2B5EF4-FFF2-40B4-BE49-F238E27FC236}">
                <a16:creationId xmlns:a16="http://schemas.microsoft.com/office/drawing/2014/main" id="{333B57C3-D30F-D747-684C-9F1C25D170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318307" y="5475859"/>
            <a:ext cx="2526825" cy="590850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</a:t>
            </a:r>
          </a:p>
        </p:txBody>
      </p:sp>
      <p:sp>
        <p:nvSpPr>
          <p:cNvPr id="64" name="Текст 39">
            <a:extLst>
              <a:ext uri="{FF2B5EF4-FFF2-40B4-BE49-F238E27FC236}">
                <a16:creationId xmlns:a16="http://schemas.microsoft.com/office/drawing/2014/main" id="{694C7BE2-3E5F-9382-0058-55FB8D2071B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23409" y="5475859"/>
            <a:ext cx="2526825" cy="590850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</a:t>
            </a:r>
          </a:p>
        </p:txBody>
      </p:sp>
      <p:sp>
        <p:nvSpPr>
          <p:cNvPr id="67" name="Текст 39">
            <a:extLst>
              <a:ext uri="{FF2B5EF4-FFF2-40B4-BE49-F238E27FC236}">
                <a16:creationId xmlns:a16="http://schemas.microsoft.com/office/drawing/2014/main" id="{120BEC4E-FCA2-C146-BDB5-38C0DC3B07C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318307" y="7470914"/>
            <a:ext cx="2526825" cy="590850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</a:t>
            </a:r>
          </a:p>
        </p:txBody>
      </p:sp>
      <p:sp>
        <p:nvSpPr>
          <p:cNvPr id="68" name="Текст 39">
            <a:extLst>
              <a:ext uri="{FF2B5EF4-FFF2-40B4-BE49-F238E27FC236}">
                <a16:creationId xmlns:a16="http://schemas.microsoft.com/office/drawing/2014/main" id="{38F9F243-71DF-2360-E69F-78E6B423CA0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023409" y="7470914"/>
            <a:ext cx="2526825" cy="590850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</a:t>
            </a:r>
          </a:p>
        </p:txBody>
      </p:sp>
      <p:sp>
        <p:nvSpPr>
          <p:cNvPr id="70" name="Текст 39">
            <a:extLst>
              <a:ext uri="{FF2B5EF4-FFF2-40B4-BE49-F238E27FC236}">
                <a16:creationId xmlns:a16="http://schemas.microsoft.com/office/drawing/2014/main" id="{010CCE27-4DB9-745A-B7C6-6BDD25A6718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715500" y="4977958"/>
            <a:ext cx="2409206" cy="563399"/>
          </a:xfrm>
        </p:spPr>
        <p:txBody>
          <a:bodyPr anchor="ctr">
            <a:noAutofit/>
          </a:bodyPr>
          <a:lstStyle>
            <a:lvl1pPr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Показатель в несколько строк</a:t>
            </a:r>
          </a:p>
        </p:txBody>
      </p:sp>
      <p:sp>
        <p:nvSpPr>
          <p:cNvPr id="71" name="Текст 39">
            <a:extLst>
              <a:ext uri="{FF2B5EF4-FFF2-40B4-BE49-F238E27FC236}">
                <a16:creationId xmlns:a16="http://schemas.microsoft.com/office/drawing/2014/main" id="{533986F5-11C8-2EE8-3AF8-35FED3235B6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715500" y="4315581"/>
            <a:ext cx="1495424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72" name="Текст 39">
            <a:extLst>
              <a:ext uri="{FF2B5EF4-FFF2-40B4-BE49-F238E27FC236}">
                <a16:creationId xmlns:a16="http://schemas.microsoft.com/office/drawing/2014/main" id="{35CF45A7-4368-567D-AEFA-FEAD1B712BE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715500" y="6486124"/>
            <a:ext cx="2409206" cy="563399"/>
          </a:xfrm>
        </p:spPr>
        <p:txBody>
          <a:bodyPr anchor="ctr">
            <a:noAutofit/>
          </a:bodyPr>
          <a:lstStyle>
            <a:lvl1pPr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Показатель в несколько строк</a:t>
            </a:r>
          </a:p>
        </p:txBody>
      </p:sp>
      <p:sp>
        <p:nvSpPr>
          <p:cNvPr id="73" name="Текст 39">
            <a:extLst>
              <a:ext uri="{FF2B5EF4-FFF2-40B4-BE49-F238E27FC236}">
                <a16:creationId xmlns:a16="http://schemas.microsoft.com/office/drawing/2014/main" id="{1AD04CED-A396-8878-CADC-FF0E48795E2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715500" y="5823747"/>
            <a:ext cx="1495424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74" name="Текст 39">
            <a:extLst>
              <a:ext uri="{FF2B5EF4-FFF2-40B4-BE49-F238E27FC236}">
                <a16:creationId xmlns:a16="http://schemas.microsoft.com/office/drawing/2014/main" id="{2188ACEB-EDD3-D55F-4036-D7892EE049B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715500" y="7970539"/>
            <a:ext cx="2409206" cy="563399"/>
          </a:xfrm>
        </p:spPr>
        <p:txBody>
          <a:bodyPr anchor="ctr">
            <a:noAutofit/>
          </a:bodyPr>
          <a:lstStyle>
            <a:lvl1pPr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Показатель в несколько строк</a:t>
            </a:r>
          </a:p>
        </p:txBody>
      </p:sp>
      <p:sp>
        <p:nvSpPr>
          <p:cNvPr id="75" name="Текст 39">
            <a:extLst>
              <a:ext uri="{FF2B5EF4-FFF2-40B4-BE49-F238E27FC236}">
                <a16:creationId xmlns:a16="http://schemas.microsoft.com/office/drawing/2014/main" id="{315EF9CF-0154-2901-336E-823054E6D7F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715500" y="7308162"/>
            <a:ext cx="1495424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76" name="Текст 39">
            <a:extLst>
              <a:ext uri="{FF2B5EF4-FFF2-40B4-BE49-F238E27FC236}">
                <a16:creationId xmlns:a16="http://schemas.microsoft.com/office/drawing/2014/main" id="{33E850C5-D8E7-B75D-EFDF-5350D980986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715499" y="3133725"/>
            <a:ext cx="3028950" cy="906660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максимум</a:t>
            </a:r>
            <a:br>
              <a:rPr lang="ru-RU" dirty="0"/>
            </a:br>
            <a:r>
              <a:rPr lang="ru-RU" dirty="0"/>
              <a:t>в 3 строки</a:t>
            </a:r>
          </a:p>
        </p:txBody>
      </p:sp>
      <p:sp>
        <p:nvSpPr>
          <p:cNvPr id="81" name="Текст 39">
            <a:extLst>
              <a:ext uri="{FF2B5EF4-FFF2-40B4-BE49-F238E27FC236}">
                <a16:creationId xmlns:a16="http://schemas.microsoft.com/office/drawing/2014/main" id="{46E49832-3C67-BF7E-E727-DE692958A51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3883739" y="4977958"/>
            <a:ext cx="2409206" cy="563399"/>
          </a:xfrm>
        </p:spPr>
        <p:txBody>
          <a:bodyPr anchor="ctr">
            <a:noAutofit/>
          </a:bodyPr>
          <a:lstStyle>
            <a:lvl1pPr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Показатель в несколько строк</a:t>
            </a:r>
          </a:p>
        </p:txBody>
      </p:sp>
      <p:sp>
        <p:nvSpPr>
          <p:cNvPr id="82" name="Текст 39">
            <a:extLst>
              <a:ext uri="{FF2B5EF4-FFF2-40B4-BE49-F238E27FC236}">
                <a16:creationId xmlns:a16="http://schemas.microsoft.com/office/drawing/2014/main" id="{3461F51F-9A99-2552-87D3-0BA629824C3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3883739" y="4315581"/>
            <a:ext cx="1495424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83" name="Текст 39">
            <a:extLst>
              <a:ext uri="{FF2B5EF4-FFF2-40B4-BE49-F238E27FC236}">
                <a16:creationId xmlns:a16="http://schemas.microsoft.com/office/drawing/2014/main" id="{B62CD940-C61F-ECFB-7FBE-69842188AA3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3883739" y="6486124"/>
            <a:ext cx="2409206" cy="563399"/>
          </a:xfrm>
        </p:spPr>
        <p:txBody>
          <a:bodyPr anchor="ctr">
            <a:noAutofit/>
          </a:bodyPr>
          <a:lstStyle>
            <a:lvl1pPr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Показатель в несколько строк</a:t>
            </a:r>
          </a:p>
        </p:txBody>
      </p:sp>
      <p:sp>
        <p:nvSpPr>
          <p:cNvPr id="84" name="Текст 39">
            <a:extLst>
              <a:ext uri="{FF2B5EF4-FFF2-40B4-BE49-F238E27FC236}">
                <a16:creationId xmlns:a16="http://schemas.microsoft.com/office/drawing/2014/main" id="{8545AF44-63E4-5BA5-2B05-133A9979FBD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3883739" y="5823747"/>
            <a:ext cx="1495424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85" name="Текст 39">
            <a:extLst>
              <a:ext uri="{FF2B5EF4-FFF2-40B4-BE49-F238E27FC236}">
                <a16:creationId xmlns:a16="http://schemas.microsoft.com/office/drawing/2014/main" id="{909062C0-FA38-3D50-70BE-4B41558E26E9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3883739" y="7970539"/>
            <a:ext cx="2409206" cy="563399"/>
          </a:xfrm>
        </p:spPr>
        <p:txBody>
          <a:bodyPr anchor="ctr">
            <a:noAutofit/>
          </a:bodyPr>
          <a:lstStyle>
            <a:lvl1pPr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Показатель в несколько строк</a:t>
            </a:r>
          </a:p>
        </p:txBody>
      </p:sp>
      <p:sp>
        <p:nvSpPr>
          <p:cNvPr id="86" name="Текст 39">
            <a:extLst>
              <a:ext uri="{FF2B5EF4-FFF2-40B4-BE49-F238E27FC236}">
                <a16:creationId xmlns:a16="http://schemas.microsoft.com/office/drawing/2014/main" id="{02B5EBCE-637D-1450-D31E-35071C5A1BCC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3883739" y="7308162"/>
            <a:ext cx="1495424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87" name="Текст 39">
            <a:extLst>
              <a:ext uri="{FF2B5EF4-FFF2-40B4-BE49-F238E27FC236}">
                <a16:creationId xmlns:a16="http://schemas.microsoft.com/office/drawing/2014/main" id="{E21A7E82-C3C2-C10F-0CD9-AEB0AFA313A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3883738" y="3133725"/>
            <a:ext cx="3028950" cy="906660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максимум</a:t>
            </a:r>
            <a:br>
              <a:rPr lang="ru-RU" dirty="0"/>
            </a:br>
            <a:r>
              <a:rPr lang="ru-RU" dirty="0"/>
              <a:t>в 3 строки</a:t>
            </a:r>
          </a:p>
        </p:txBody>
      </p:sp>
      <p:sp>
        <p:nvSpPr>
          <p:cNvPr id="6" name="Рисунок 16">
            <a:extLst>
              <a:ext uri="{FF2B5EF4-FFF2-40B4-BE49-F238E27FC236}">
                <a16:creationId xmlns:a16="http://schemas.microsoft.com/office/drawing/2014/main" id="{A10512C1-6B32-283E-86B7-6B39939B03C2}"/>
              </a:ext>
            </a:extLst>
          </p:cNvPr>
          <p:cNvSpPr>
            <a:spLocks noGrp="1"/>
          </p:cNvSpPr>
          <p:nvPr>
            <p:ph type="pic" sz="quarter" idx="83" hasCustomPrompt="1"/>
          </p:nvPr>
        </p:nvSpPr>
        <p:spPr>
          <a:xfrm>
            <a:off x="1447801" y="5403446"/>
            <a:ext cx="685800" cy="685800"/>
          </a:xfrm>
          <a:noFill/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Рисунок 16">
            <a:extLst>
              <a:ext uri="{FF2B5EF4-FFF2-40B4-BE49-F238E27FC236}">
                <a16:creationId xmlns:a16="http://schemas.microsoft.com/office/drawing/2014/main" id="{FEED9065-5690-5232-2037-369ABEDCB540}"/>
              </a:ext>
            </a:extLst>
          </p:cNvPr>
          <p:cNvSpPr>
            <a:spLocks noGrp="1"/>
          </p:cNvSpPr>
          <p:nvPr>
            <p:ph type="pic" sz="quarter" idx="84" hasCustomPrompt="1"/>
          </p:nvPr>
        </p:nvSpPr>
        <p:spPr>
          <a:xfrm>
            <a:off x="5165957" y="5403446"/>
            <a:ext cx="685800" cy="685800"/>
          </a:xfrm>
          <a:noFill/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Рисунок 16">
            <a:extLst>
              <a:ext uri="{FF2B5EF4-FFF2-40B4-BE49-F238E27FC236}">
                <a16:creationId xmlns:a16="http://schemas.microsoft.com/office/drawing/2014/main" id="{38E722B2-05CB-0F65-9DCC-42FA6A5B6E87}"/>
              </a:ext>
            </a:extLst>
          </p:cNvPr>
          <p:cNvSpPr>
            <a:spLocks noGrp="1"/>
          </p:cNvSpPr>
          <p:nvPr>
            <p:ph type="pic" sz="quarter" idx="85" hasCustomPrompt="1"/>
          </p:nvPr>
        </p:nvSpPr>
        <p:spPr>
          <a:xfrm>
            <a:off x="1447801" y="7423438"/>
            <a:ext cx="685800" cy="685800"/>
          </a:xfrm>
          <a:noFill/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Рисунок 16">
            <a:extLst>
              <a:ext uri="{FF2B5EF4-FFF2-40B4-BE49-F238E27FC236}">
                <a16:creationId xmlns:a16="http://schemas.microsoft.com/office/drawing/2014/main" id="{01037C3C-B71B-50FB-64A6-5F8BBBBD2A11}"/>
              </a:ext>
            </a:extLst>
          </p:cNvPr>
          <p:cNvSpPr>
            <a:spLocks noGrp="1"/>
          </p:cNvSpPr>
          <p:nvPr>
            <p:ph type="pic" sz="quarter" idx="86" hasCustomPrompt="1"/>
          </p:nvPr>
        </p:nvSpPr>
        <p:spPr>
          <a:xfrm>
            <a:off x="5165957" y="7423438"/>
            <a:ext cx="685800" cy="685800"/>
          </a:xfrm>
          <a:noFill/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" name="Рисунок 16">
            <a:extLst>
              <a:ext uri="{FF2B5EF4-FFF2-40B4-BE49-F238E27FC236}">
                <a16:creationId xmlns:a16="http://schemas.microsoft.com/office/drawing/2014/main" id="{F8874C58-6D79-C559-7CAE-BA9E59829F64}"/>
              </a:ext>
            </a:extLst>
          </p:cNvPr>
          <p:cNvSpPr>
            <a:spLocks noGrp="1"/>
          </p:cNvSpPr>
          <p:nvPr>
            <p:ph type="pic" sz="quarter" idx="87" hasCustomPrompt="1"/>
          </p:nvPr>
        </p:nvSpPr>
        <p:spPr>
          <a:xfrm>
            <a:off x="1447801" y="3273563"/>
            <a:ext cx="685800" cy="685800"/>
          </a:xfrm>
          <a:noFill/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8" name="Рисунок 16">
            <a:extLst>
              <a:ext uri="{FF2B5EF4-FFF2-40B4-BE49-F238E27FC236}">
                <a16:creationId xmlns:a16="http://schemas.microsoft.com/office/drawing/2014/main" id="{DDAB9918-D642-2F24-8EE7-E3D946270F1B}"/>
              </a:ext>
            </a:extLst>
          </p:cNvPr>
          <p:cNvSpPr>
            <a:spLocks noGrp="1"/>
          </p:cNvSpPr>
          <p:nvPr>
            <p:ph type="pic" sz="quarter" idx="88" hasCustomPrompt="1"/>
          </p:nvPr>
        </p:nvSpPr>
        <p:spPr>
          <a:xfrm>
            <a:off x="5165957" y="3273563"/>
            <a:ext cx="685800" cy="685800"/>
          </a:xfrm>
          <a:noFill/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1" name="Рисунок 20">
            <a:extLst>
              <a:ext uri="{FF2B5EF4-FFF2-40B4-BE49-F238E27FC236}">
                <a16:creationId xmlns:a16="http://schemas.microsoft.com/office/drawing/2014/main" id="{0034D6BB-FA25-EFB8-0139-312FF4779938}"/>
              </a:ext>
            </a:extLst>
          </p:cNvPr>
          <p:cNvSpPr>
            <a:spLocks noGrp="1"/>
          </p:cNvSpPr>
          <p:nvPr>
            <p:ph type="pic" sz="quarter" idx="89" hasCustomPrompt="1"/>
          </p:nvPr>
        </p:nvSpPr>
        <p:spPr>
          <a:xfrm>
            <a:off x="1447800" y="4603143"/>
            <a:ext cx="7048500" cy="18000"/>
          </a:xfrm>
          <a:solidFill>
            <a:schemeClr val="bg2">
              <a:lumMod val="75000"/>
            </a:schemeClr>
          </a:solidFill>
        </p:spPr>
        <p:txBody>
          <a:bodyPr>
            <a:noAutofit/>
          </a:bodyPr>
          <a:lstStyle>
            <a:lvl1pPr>
              <a:defRPr sz="105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2" name="Рисунок 20">
            <a:extLst>
              <a:ext uri="{FF2B5EF4-FFF2-40B4-BE49-F238E27FC236}">
                <a16:creationId xmlns:a16="http://schemas.microsoft.com/office/drawing/2014/main" id="{97F1AE2A-33C8-00E3-6527-B88A50E47209}"/>
              </a:ext>
            </a:extLst>
          </p:cNvPr>
          <p:cNvSpPr>
            <a:spLocks noGrp="1"/>
          </p:cNvSpPr>
          <p:nvPr>
            <p:ph type="pic" sz="quarter" idx="90" hasCustomPrompt="1"/>
          </p:nvPr>
        </p:nvSpPr>
        <p:spPr>
          <a:xfrm>
            <a:off x="1447800" y="6738342"/>
            <a:ext cx="7048500" cy="18000"/>
          </a:xfrm>
          <a:solidFill>
            <a:schemeClr val="bg2">
              <a:lumMod val="75000"/>
            </a:schemeClr>
          </a:solidFill>
        </p:spPr>
        <p:txBody>
          <a:bodyPr>
            <a:noAutofit/>
          </a:bodyPr>
          <a:lstStyle>
            <a:lvl1pPr>
              <a:defRPr sz="105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3" name="Рисунок 20">
            <a:extLst>
              <a:ext uri="{FF2B5EF4-FFF2-40B4-BE49-F238E27FC236}">
                <a16:creationId xmlns:a16="http://schemas.microsoft.com/office/drawing/2014/main" id="{A461A914-0A96-83ED-6AD2-14C604BB0953}"/>
              </a:ext>
            </a:extLst>
          </p:cNvPr>
          <p:cNvSpPr>
            <a:spLocks noGrp="1"/>
          </p:cNvSpPr>
          <p:nvPr>
            <p:ph type="pic" sz="quarter" idx="91" hasCustomPrompt="1"/>
          </p:nvPr>
        </p:nvSpPr>
        <p:spPr>
          <a:xfrm>
            <a:off x="9715499" y="4151587"/>
            <a:ext cx="3028950" cy="18000"/>
          </a:xfrm>
          <a:solidFill>
            <a:schemeClr val="bg2">
              <a:lumMod val="75000"/>
            </a:schemeClr>
          </a:solidFill>
        </p:spPr>
        <p:txBody>
          <a:bodyPr>
            <a:noAutofit/>
          </a:bodyPr>
          <a:lstStyle>
            <a:lvl1pPr>
              <a:defRPr sz="105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4" name="Рисунок 20">
            <a:extLst>
              <a:ext uri="{FF2B5EF4-FFF2-40B4-BE49-F238E27FC236}">
                <a16:creationId xmlns:a16="http://schemas.microsoft.com/office/drawing/2014/main" id="{CD68FF59-A435-519A-56A9-2639E6A4F4BC}"/>
              </a:ext>
            </a:extLst>
          </p:cNvPr>
          <p:cNvSpPr>
            <a:spLocks noGrp="1"/>
          </p:cNvSpPr>
          <p:nvPr>
            <p:ph type="pic" sz="quarter" idx="92" hasCustomPrompt="1"/>
          </p:nvPr>
        </p:nvSpPr>
        <p:spPr>
          <a:xfrm>
            <a:off x="9715499" y="5664298"/>
            <a:ext cx="3028950" cy="18000"/>
          </a:xfrm>
          <a:solidFill>
            <a:schemeClr val="bg2">
              <a:lumMod val="75000"/>
            </a:schemeClr>
          </a:solidFill>
        </p:spPr>
        <p:txBody>
          <a:bodyPr>
            <a:noAutofit/>
          </a:bodyPr>
          <a:lstStyle>
            <a:lvl1pPr>
              <a:defRPr sz="105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5" name="Рисунок 20">
            <a:extLst>
              <a:ext uri="{FF2B5EF4-FFF2-40B4-BE49-F238E27FC236}">
                <a16:creationId xmlns:a16="http://schemas.microsoft.com/office/drawing/2014/main" id="{305222EF-97E5-1FE3-973E-DB3F7BDC635A}"/>
              </a:ext>
            </a:extLst>
          </p:cNvPr>
          <p:cNvSpPr>
            <a:spLocks noGrp="1"/>
          </p:cNvSpPr>
          <p:nvPr>
            <p:ph type="pic" sz="quarter" idx="93" hasCustomPrompt="1"/>
          </p:nvPr>
        </p:nvSpPr>
        <p:spPr>
          <a:xfrm>
            <a:off x="9715499" y="7188298"/>
            <a:ext cx="3028950" cy="18000"/>
          </a:xfrm>
          <a:solidFill>
            <a:schemeClr val="bg2">
              <a:lumMod val="75000"/>
            </a:schemeClr>
          </a:solidFill>
        </p:spPr>
        <p:txBody>
          <a:bodyPr>
            <a:noAutofit/>
          </a:bodyPr>
          <a:lstStyle>
            <a:lvl1pPr>
              <a:defRPr sz="105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6" name="Рисунок 20">
            <a:extLst>
              <a:ext uri="{FF2B5EF4-FFF2-40B4-BE49-F238E27FC236}">
                <a16:creationId xmlns:a16="http://schemas.microsoft.com/office/drawing/2014/main" id="{9C9AAE53-F43A-553F-3241-99556C2B4A85}"/>
              </a:ext>
            </a:extLst>
          </p:cNvPr>
          <p:cNvSpPr>
            <a:spLocks noGrp="1"/>
          </p:cNvSpPr>
          <p:nvPr>
            <p:ph type="pic" sz="quarter" idx="94" hasCustomPrompt="1"/>
          </p:nvPr>
        </p:nvSpPr>
        <p:spPr>
          <a:xfrm>
            <a:off x="13847232" y="4151587"/>
            <a:ext cx="3028950" cy="18000"/>
          </a:xfrm>
          <a:solidFill>
            <a:schemeClr val="bg2">
              <a:lumMod val="75000"/>
            </a:schemeClr>
          </a:solidFill>
        </p:spPr>
        <p:txBody>
          <a:bodyPr>
            <a:noAutofit/>
          </a:bodyPr>
          <a:lstStyle>
            <a:lvl1pPr>
              <a:defRPr sz="105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7" name="Рисунок 20">
            <a:extLst>
              <a:ext uri="{FF2B5EF4-FFF2-40B4-BE49-F238E27FC236}">
                <a16:creationId xmlns:a16="http://schemas.microsoft.com/office/drawing/2014/main" id="{1EE40225-2B54-50B0-9C9E-E0856E575CF5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13847232" y="5664298"/>
            <a:ext cx="3028950" cy="18000"/>
          </a:xfrm>
          <a:solidFill>
            <a:schemeClr val="bg2">
              <a:lumMod val="75000"/>
            </a:schemeClr>
          </a:solidFill>
        </p:spPr>
        <p:txBody>
          <a:bodyPr>
            <a:noAutofit/>
          </a:bodyPr>
          <a:lstStyle>
            <a:lvl1pPr>
              <a:defRPr sz="105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8" name="Рисунок 20">
            <a:extLst>
              <a:ext uri="{FF2B5EF4-FFF2-40B4-BE49-F238E27FC236}">
                <a16:creationId xmlns:a16="http://schemas.microsoft.com/office/drawing/2014/main" id="{A3324564-E923-B7ED-8423-571D43134A3E}"/>
              </a:ext>
            </a:extLst>
          </p:cNvPr>
          <p:cNvSpPr>
            <a:spLocks noGrp="1"/>
          </p:cNvSpPr>
          <p:nvPr>
            <p:ph type="pic" sz="quarter" idx="96" hasCustomPrompt="1"/>
          </p:nvPr>
        </p:nvSpPr>
        <p:spPr>
          <a:xfrm>
            <a:off x="13847232" y="7188298"/>
            <a:ext cx="3028950" cy="18000"/>
          </a:xfrm>
          <a:solidFill>
            <a:schemeClr val="bg2">
              <a:lumMod val="75000"/>
            </a:schemeClr>
          </a:solidFill>
        </p:spPr>
        <p:txBody>
          <a:bodyPr>
            <a:noAutofit/>
          </a:bodyPr>
          <a:lstStyle>
            <a:lvl1pPr>
              <a:defRPr sz="105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4" name="Рисунок 3">
            <a:extLst>
              <a:ext uri="{FF2B5EF4-FFF2-40B4-BE49-F238E27FC236}">
                <a16:creationId xmlns:a16="http://schemas.microsoft.com/office/drawing/2014/main" id="{128253AA-C933-FD72-DA1D-523C2008893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5" name="Текст 16">
            <a:extLst>
              <a:ext uri="{FF2B5EF4-FFF2-40B4-BE49-F238E27FC236}">
                <a16:creationId xmlns:a16="http://schemas.microsoft.com/office/drawing/2014/main" id="{5F881BF7-2E12-77B3-0F98-743EED1158F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6" name="Текст 16">
            <a:extLst>
              <a:ext uri="{FF2B5EF4-FFF2-40B4-BE49-F238E27FC236}">
                <a16:creationId xmlns:a16="http://schemas.microsoft.com/office/drawing/2014/main" id="{7A1B2CF0-C0C6-F2D0-DBF0-189F41280F1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464557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фот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" descr="preencoded.png">
            <a:extLst>
              <a:ext uri="{FF2B5EF4-FFF2-40B4-BE49-F238E27FC236}">
                <a16:creationId xmlns:a16="http://schemas.microsoft.com/office/drawing/2014/main" id="{ED855917-5E3F-6DDE-3C2C-5BB1D56888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5849600" y="762000"/>
            <a:ext cx="1485900" cy="571500"/>
          </a:xfrm>
          <a:prstGeom prst="rect">
            <a:avLst/>
          </a:prstGeom>
        </p:spPr>
      </p:pic>
      <p:sp>
        <p:nvSpPr>
          <p:cNvPr id="7" name="Рисунок 19">
            <a:extLst>
              <a:ext uri="{FF2B5EF4-FFF2-40B4-BE49-F238E27FC236}">
                <a16:creationId xmlns:a16="http://schemas.microsoft.com/office/drawing/2014/main" id="{767C170C-72EA-756E-E530-F97CAADDC3E8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952499" y="2006192"/>
            <a:ext cx="7734301" cy="5926526"/>
          </a:xfrm>
          <a:prstGeom prst="roundRect">
            <a:avLst>
              <a:gd name="adj" fmla="val 6668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Рисунок 19">
            <a:extLst>
              <a:ext uri="{FF2B5EF4-FFF2-40B4-BE49-F238E27FC236}">
                <a16:creationId xmlns:a16="http://schemas.microsoft.com/office/drawing/2014/main" id="{74C86196-9D32-9CB9-EC95-1B97FF22E584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9618647" y="2006192"/>
            <a:ext cx="7734300" cy="5926526"/>
          </a:xfrm>
          <a:prstGeom prst="roundRect">
            <a:avLst>
              <a:gd name="adj" fmla="val 6311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Текст 39">
            <a:extLst>
              <a:ext uri="{FF2B5EF4-FFF2-40B4-BE49-F238E27FC236}">
                <a16:creationId xmlns:a16="http://schemas.microsoft.com/office/drawing/2014/main" id="{508EBBE0-C063-0FC9-150A-BFB517044224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52500" y="8094981"/>
            <a:ext cx="7660206" cy="300408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" name="Текст 39">
            <a:extLst>
              <a:ext uri="{FF2B5EF4-FFF2-40B4-BE49-F238E27FC236}">
                <a16:creationId xmlns:a16="http://schemas.microsoft.com/office/drawing/2014/main" id="{19744F5A-8B32-482D-6A34-D39E724A218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52500" y="8451453"/>
            <a:ext cx="7660206" cy="1011931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49A39391-7402-B300-8EC0-A61FC46A7978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9692741" y="8094981"/>
            <a:ext cx="7660206" cy="300408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Текст 39">
            <a:extLst>
              <a:ext uri="{FF2B5EF4-FFF2-40B4-BE49-F238E27FC236}">
                <a16:creationId xmlns:a16="http://schemas.microsoft.com/office/drawing/2014/main" id="{0CF4B110-2C14-FA68-6EE8-06A0EBEF8ABD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9692741" y="8451453"/>
            <a:ext cx="7660206" cy="1011931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3" name="Рисунок 3">
            <a:extLst>
              <a:ext uri="{FF2B5EF4-FFF2-40B4-BE49-F238E27FC236}">
                <a16:creationId xmlns:a16="http://schemas.microsoft.com/office/drawing/2014/main" id="{0ECFD83E-C2C3-119F-6D56-5EA32984DB6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479318" y="762000"/>
            <a:ext cx="1485900" cy="571500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9A9FE51D-5140-4678-A72B-7B3AF6AF266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4164459" y="762000"/>
            <a:ext cx="1485900" cy="571500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22462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фот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" descr="preencoded.png">
            <a:extLst>
              <a:ext uri="{FF2B5EF4-FFF2-40B4-BE49-F238E27FC236}">
                <a16:creationId xmlns:a16="http://schemas.microsoft.com/office/drawing/2014/main" id="{ED855917-5E3F-6DDE-3C2C-5BB1D56888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5849600" y="762000"/>
            <a:ext cx="1485900" cy="571500"/>
          </a:xfrm>
          <a:prstGeom prst="rect">
            <a:avLst/>
          </a:prstGeom>
        </p:spPr>
      </p:pic>
      <p:sp>
        <p:nvSpPr>
          <p:cNvPr id="7" name="Рисунок 19">
            <a:extLst>
              <a:ext uri="{FF2B5EF4-FFF2-40B4-BE49-F238E27FC236}">
                <a16:creationId xmlns:a16="http://schemas.microsoft.com/office/drawing/2014/main" id="{767C170C-72EA-756E-E530-F97CAADDC3E8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952499" y="2006192"/>
            <a:ext cx="5225879" cy="5926526"/>
          </a:xfrm>
          <a:prstGeom prst="roundRect">
            <a:avLst>
              <a:gd name="adj" fmla="val 6668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Рисунок 19">
            <a:extLst>
              <a:ext uri="{FF2B5EF4-FFF2-40B4-BE49-F238E27FC236}">
                <a16:creationId xmlns:a16="http://schemas.microsoft.com/office/drawing/2014/main" id="{74C86196-9D32-9CB9-EC95-1B97FF22E584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6531061" y="2006192"/>
            <a:ext cx="5225878" cy="5926526"/>
          </a:xfrm>
          <a:prstGeom prst="roundRect">
            <a:avLst>
              <a:gd name="adj" fmla="val 6311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Рисунок 19">
            <a:extLst>
              <a:ext uri="{FF2B5EF4-FFF2-40B4-BE49-F238E27FC236}">
                <a16:creationId xmlns:a16="http://schemas.microsoft.com/office/drawing/2014/main" id="{A9CA2622-8B14-8D0C-1164-1DB326C986FB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12123010" y="2006192"/>
            <a:ext cx="5225877" cy="5926526"/>
          </a:xfrm>
          <a:prstGeom prst="roundRect">
            <a:avLst>
              <a:gd name="adj" fmla="val 5954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Текст 39">
            <a:extLst>
              <a:ext uri="{FF2B5EF4-FFF2-40B4-BE49-F238E27FC236}">
                <a16:creationId xmlns:a16="http://schemas.microsoft.com/office/drawing/2014/main" id="{508EBBE0-C063-0FC9-150A-BFB517044224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52500" y="8094981"/>
            <a:ext cx="5103916" cy="300408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" name="Текст 39">
            <a:extLst>
              <a:ext uri="{FF2B5EF4-FFF2-40B4-BE49-F238E27FC236}">
                <a16:creationId xmlns:a16="http://schemas.microsoft.com/office/drawing/2014/main" id="{19744F5A-8B32-482D-6A34-D39E724A218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52500" y="8451453"/>
            <a:ext cx="5103916" cy="1011931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49A39391-7402-B300-8EC0-A61FC46A7978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6605155" y="8094981"/>
            <a:ext cx="5103916" cy="300408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Текст 39">
            <a:extLst>
              <a:ext uri="{FF2B5EF4-FFF2-40B4-BE49-F238E27FC236}">
                <a16:creationId xmlns:a16="http://schemas.microsoft.com/office/drawing/2014/main" id="{0CF4B110-2C14-FA68-6EE8-06A0EBEF8ABD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6605155" y="8451453"/>
            <a:ext cx="5103916" cy="1011931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20" name="Текст 39">
            <a:extLst>
              <a:ext uri="{FF2B5EF4-FFF2-40B4-BE49-F238E27FC236}">
                <a16:creationId xmlns:a16="http://schemas.microsoft.com/office/drawing/2014/main" id="{5E4D41ED-B726-8352-263C-7188433C147D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2186556" y="8094981"/>
            <a:ext cx="5103916" cy="300408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1" name="Текст 39">
            <a:extLst>
              <a:ext uri="{FF2B5EF4-FFF2-40B4-BE49-F238E27FC236}">
                <a16:creationId xmlns:a16="http://schemas.microsoft.com/office/drawing/2014/main" id="{CEF3B216-E2C3-0F8C-BA7D-B902FA9D3CDF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12186556" y="8451453"/>
            <a:ext cx="5103916" cy="1011931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3" name="Рисунок 3">
            <a:extLst>
              <a:ext uri="{FF2B5EF4-FFF2-40B4-BE49-F238E27FC236}">
                <a16:creationId xmlns:a16="http://schemas.microsoft.com/office/drawing/2014/main" id="{0ECFD83E-C2C3-119F-6D56-5EA32984DB6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479318" y="762000"/>
            <a:ext cx="1485900" cy="571500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9A9FE51D-5140-4678-A72B-7B3AF6AF266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4164459" y="762000"/>
            <a:ext cx="1485900" cy="571500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288846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фот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19">
            <a:extLst>
              <a:ext uri="{FF2B5EF4-FFF2-40B4-BE49-F238E27FC236}">
                <a16:creationId xmlns:a16="http://schemas.microsoft.com/office/drawing/2014/main" id="{767C170C-72EA-756E-E530-F97CAADDC3E8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952500" y="2077442"/>
            <a:ext cx="3592482" cy="5225881"/>
          </a:xfrm>
          <a:prstGeom prst="roundRect">
            <a:avLst>
              <a:gd name="adj" fmla="val 7317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Текст 39">
            <a:extLst>
              <a:ext uri="{FF2B5EF4-FFF2-40B4-BE49-F238E27FC236}">
                <a16:creationId xmlns:a16="http://schemas.microsoft.com/office/drawing/2014/main" id="{508EBBE0-C063-0FC9-150A-BFB517044224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52499" y="7396469"/>
            <a:ext cx="3490557" cy="300408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" name="Текст 39">
            <a:extLst>
              <a:ext uri="{FF2B5EF4-FFF2-40B4-BE49-F238E27FC236}">
                <a16:creationId xmlns:a16="http://schemas.microsoft.com/office/drawing/2014/main" id="{19744F5A-8B32-482D-6A34-D39E724A218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52499" y="7752941"/>
            <a:ext cx="3490557" cy="1488194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3" name="Рисунок 19">
            <a:extLst>
              <a:ext uri="{FF2B5EF4-FFF2-40B4-BE49-F238E27FC236}">
                <a16:creationId xmlns:a16="http://schemas.microsoft.com/office/drawing/2014/main" id="{F6155EC5-0B9C-1102-D97F-59B9639218DB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5230097" y="2077442"/>
            <a:ext cx="3592482" cy="5225881"/>
          </a:xfrm>
          <a:prstGeom prst="roundRect">
            <a:avLst>
              <a:gd name="adj" fmla="val 5759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2EEEC783-3ABB-E6BD-F4EA-FF89F18DF9D7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230096" y="7396469"/>
            <a:ext cx="3490557" cy="300408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2" name="Текст 39">
            <a:extLst>
              <a:ext uri="{FF2B5EF4-FFF2-40B4-BE49-F238E27FC236}">
                <a16:creationId xmlns:a16="http://schemas.microsoft.com/office/drawing/2014/main" id="{FD142524-378A-692B-7374-018DD9C7D8E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5230096" y="7752941"/>
            <a:ext cx="3490557" cy="1488194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23" name="Рисунок 19">
            <a:extLst>
              <a:ext uri="{FF2B5EF4-FFF2-40B4-BE49-F238E27FC236}">
                <a16:creationId xmlns:a16="http://schemas.microsoft.com/office/drawing/2014/main" id="{223D49C8-9DF4-D4A4-9272-BC2930C030DE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9465422" y="2077442"/>
            <a:ext cx="3592482" cy="5225881"/>
          </a:xfrm>
          <a:prstGeom prst="roundRect">
            <a:avLst>
              <a:gd name="adj" fmla="val 4720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6" name="Текст 39">
            <a:extLst>
              <a:ext uri="{FF2B5EF4-FFF2-40B4-BE49-F238E27FC236}">
                <a16:creationId xmlns:a16="http://schemas.microsoft.com/office/drawing/2014/main" id="{A1DFD8F0-2330-F17F-BF80-B7064B441995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9465421" y="7396469"/>
            <a:ext cx="3490557" cy="300408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Текст 39">
            <a:extLst>
              <a:ext uri="{FF2B5EF4-FFF2-40B4-BE49-F238E27FC236}">
                <a16:creationId xmlns:a16="http://schemas.microsoft.com/office/drawing/2014/main" id="{08F1873A-A0CD-4A08-AA00-A82FE759F421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9465421" y="7752941"/>
            <a:ext cx="3490557" cy="1488194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28" name="Рисунок 19">
            <a:extLst>
              <a:ext uri="{FF2B5EF4-FFF2-40B4-BE49-F238E27FC236}">
                <a16:creationId xmlns:a16="http://schemas.microsoft.com/office/drawing/2014/main" id="{981E672A-8A25-93C0-35A1-F26FB0B96F6A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13743018" y="2077442"/>
            <a:ext cx="3592482" cy="5225881"/>
          </a:xfrm>
          <a:prstGeom prst="roundRect">
            <a:avLst>
              <a:gd name="adj" fmla="val 7317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8473FD56-677D-95FE-3B3E-2E9DFE18C053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3743017" y="7396469"/>
            <a:ext cx="3490557" cy="300408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2" name="Текст 39">
            <a:extLst>
              <a:ext uri="{FF2B5EF4-FFF2-40B4-BE49-F238E27FC236}">
                <a16:creationId xmlns:a16="http://schemas.microsoft.com/office/drawing/2014/main" id="{C4B68A3F-4E1C-5F8B-E37E-CB6C80E17135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3743017" y="7752941"/>
            <a:ext cx="3490557" cy="1488194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9" name="Рисунок 3">
            <a:extLst>
              <a:ext uri="{FF2B5EF4-FFF2-40B4-BE49-F238E27FC236}">
                <a16:creationId xmlns:a16="http://schemas.microsoft.com/office/drawing/2014/main" id="{8F1AC13F-D76D-96CA-F603-8EED49210DC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Текст 16">
            <a:extLst>
              <a:ext uri="{FF2B5EF4-FFF2-40B4-BE49-F238E27FC236}">
                <a16:creationId xmlns:a16="http://schemas.microsoft.com/office/drawing/2014/main" id="{FE49109F-CC13-4B0E-6F0B-09B1BF330BE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1" name="Текст 16">
            <a:extLst>
              <a:ext uri="{FF2B5EF4-FFF2-40B4-BE49-F238E27FC236}">
                <a16:creationId xmlns:a16="http://schemas.microsoft.com/office/drawing/2014/main" id="{98E01FB0-21F2-7861-BDE6-31A648EB78F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744629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фото и белые плаш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19">
            <a:extLst>
              <a:ext uri="{FF2B5EF4-FFF2-40B4-BE49-F238E27FC236}">
                <a16:creationId xmlns:a16="http://schemas.microsoft.com/office/drawing/2014/main" id="{767C170C-72EA-756E-E530-F97CAADDC3E8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952499" y="2006191"/>
            <a:ext cx="5225879" cy="7518809"/>
          </a:xfrm>
          <a:prstGeom prst="roundRect">
            <a:avLst>
              <a:gd name="adj" fmla="val 7025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Рисунок 19">
            <a:extLst>
              <a:ext uri="{FF2B5EF4-FFF2-40B4-BE49-F238E27FC236}">
                <a16:creationId xmlns:a16="http://schemas.microsoft.com/office/drawing/2014/main" id="{74C86196-9D32-9CB9-EC95-1B97FF22E584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6531061" y="2006192"/>
            <a:ext cx="5225878" cy="7457192"/>
          </a:xfrm>
          <a:prstGeom prst="roundRect">
            <a:avLst>
              <a:gd name="adj" fmla="val 7025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Рисунок 19">
            <a:extLst>
              <a:ext uri="{FF2B5EF4-FFF2-40B4-BE49-F238E27FC236}">
                <a16:creationId xmlns:a16="http://schemas.microsoft.com/office/drawing/2014/main" id="{A9CA2622-8B14-8D0C-1164-1DB326C986FB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12123010" y="2006192"/>
            <a:ext cx="5225877" cy="7457192"/>
          </a:xfrm>
          <a:prstGeom prst="roundRect">
            <a:avLst>
              <a:gd name="adj" fmla="val 8454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8" name="Рисунок 11">
            <a:extLst>
              <a:ext uri="{FF2B5EF4-FFF2-40B4-BE49-F238E27FC236}">
                <a16:creationId xmlns:a16="http://schemas.microsoft.com/office/drawing/2014/main" id="{B7F92134-204A-D6DF-2306-9F79606600C1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1160273" y="7340169"/>
            <a:ext cx="4788756" cy="1986679"/>
          </a:xfrm>
          <a:prstGeom prst="roundRect">
            <a:avLst>
              <a:gd name="adj" fmla="val 13643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9" name="Рисунок 11">
            <a:extLst>
              <a:ext uri="{FF2B5EF4-FFF2-40B4-BE49-F238E27FC236}">
                <a16:creationId xmlns:a16="http://schemas.microsoft.com/office/drawing/2014/main" id="{E38B72AC-7E58-953D-643D-1641B0B98B41}"/>
              </a:ext>
            </a:extLst>
          </p:cNvPr>
          <p:cNvSpPr>
            <a:spLocks noGrp="1"/>
          </p:cNvSpPr>
          <p:nvPr>
            <p:ph type="pic" sz="quarter" idx="76" hasCustomPrompt="1"/>
          </p:nvPr>
        </p:nvSpPr>
        <p:spPr>
          <a:xfrm>
            <a:off x="6758640" y="7340169"/>
            <a:ext cx="4788756" cy="1986679"/>
          </a:xfrm>
          <a:prstGeom prst="roundRect">
            <a:avLst>
              <a:gd name="adj" fmla="val 13643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0" name="Рисунок 11">
            <a:extLst>
              <a:ext uri="{FF2B5EF4-FFF2-40B4-BE49-F238E27FC236}">
                <a16:creationId xmlns:a16="http://schemas.microsoft.com/office/drawing/2014/main" id="{D936C2D2-9021-E1DA-0C49-63E4C74A73F5}"/>
              </a:ext>
            </a:extLst>
          </p:cNvPr>
          <p:cNvSpPr>
            <a:spLocks noGrp="1"/>
          </p:cNvSpPr>
          <p:nvPr>
            <p:ph type="pic" sz="quarter" idx="77" hasCustomPrompt="1"/>
          </p:nvPr>
        </p:nvSpPr>
        <p:spPr>
          <a:xfrm>
            <a:off x="12338346" y="7340169"/>
            <a:ext cx="4788756" cy="1986679"/>
          </a:xfrm>
          <a:prstGeom prst="roundRect">
            <a:avLst>
              <a:gd name="adj" fmla="val 13643"/>
            </a:avLst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5" name="Текст 39">
            <a:extLst>
              <a:ext uri="{FF2B5EF4-FFF2-40B4-BE49-F238E27FC236}">
                <a16:creationId xmlns:a16="http://schemas.microsoft.com/office/drawing/2014/main" id="{508EBBE0-C063-0FC9-150A-BFB517044224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383726" y="7586071"/>
            <a:ext cx="4328305" cy="300408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" name="Текст 39">
            <a:extLst>
              <a:ext uri="{FF2B5EF4-FFF2-40B4-BE49-F238E27FC236}">
                <a16:creationId xmlns:a16="http://schemas.microsoft.com/office/drawing/2014/main" id="{19744F5A-8B32-482D-6A34-D39E724A218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383726" y="7942543"/>
            <a:ext cx="4328305" cy="1011931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D34C0E75-F9C8-EFA3-0C13-5BEB04D302CE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7018147" y="7586071"/>
            <a:ext cx="4328305" cy="300408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E049ABB4-F1A9-12EC-130A-7A3AC9453CBE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7018147" y="7942543"/>
            <a:ext cx="4328305" cy="1011931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23" name="Текст 39">
            <a:extLst>
              <a:ext uri="{FF2B5EF4-FFF2-40B4-BE49-F238E27FC236}">
                <a16:creationId xmlns:a16="http://schemas.microsoft.com/office/drawing/2014/main" id="{A613AFCD-B8EA-7952-82F2-B1CBCB3042DE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2575798" y="7586071"/>
            <a:ext cx="4328305" cy="300408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7120E521-D8A7-5E23-59ED-9FD5BDF6AC28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12575798" y="7942543"/>
            <a:ext cx="4328305" cy="1011931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10" name="Рисунок 3">
            <a:extLst>
              <a:ext uri="{FF2B5EF4-FFF2-40B4-BE49-F238E27FC236}">
                <a16:creationId xmlns:a16="http://schemas.microsoft.com/office/drawing/2014/main" id="{BA9730FF-8C27-2860-5446-CCF5E9773A8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" name="Текст 16">
            <a:extLst>
              <a:ext uri="{FF2B5EF4-FFF2-40B4-BE49-F238E27FC236}">
                <a16:creationId xmlns:a16="http://schemas.microsoft.com/office/drawing/2014/main" id="{7D54F810-4885-78CA-4854-F7DCFC7DFE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2" name="Текст 16">
            <a:extLst>
              <a:ext uri="{FF2B5EF4-FFF2-40B4-BE49-F238E27FC236}">
                <a16:creationId xmlns:a16="http://schemas.microsoft.com/office/drawing/2014/main" id="{E69FD028-674F-2B80-6737-27F00A40A9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34137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фото и красные плаш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18" name="Рисунок 19">
            <a:extLst>
              <a:ext uri="{FF2B5EF4-FFF2-40B4-BE49-F238E27FC236}">
                <a16:creationId xmlns:a16="http://schemas.microsoft.com/office/drawing/2014/main" id="{E1EAFA1E-5FE5-2F05-284D-05169060F896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952499" y="2006191"/>
            <a:ext cx="5225879" cy="7518809"/>
          </a:xfrm>
          <a:prstGeom prst="roundRect">
            <a:avLst>
              <a:gd name="adj" fmla="val 7025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9" name="Рисунок 19">
            <a:extLst>
              <a:ext uri="{FF2B5EF4-FFF2-40B4-BE49-F238E27FC236}">
                <a16:creationId xmlns:a16="http://schemas.microsoft.com/office/drawing/2014/main" id="{040CA95E-276B-A175-3C3D-17731A3F0B60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6531061" y="2006192"/>
            <a:ext cx="5225878" cy="7457192"/>
          </a:xfrm>
          <a:prstGeom prst="roundRect">
            <a:avLst>
              <a:gd name="adj" fmla="val 7025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0" name="Рисунок 19">
            <a:extLst>
              <a:ext uri="{FF2B5EF4-FFF2-40B4-BE49-F238E27FC236}">
                <a16:creationId xmlns:a16="http://schemas.microsoft.com/office/drawing/2014/main" id="{6FB94E98-8A2E-482C-0008-928D97ADEFF7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12123010" y="2006192"/>
            <a:ext cx="5225877" cy="7457192"/>
          </a:xfrm>
          <a:prstGeom prst="roundRect">
            <a:avLst>
              <a:gd name="adj" fmla="val 8454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1" name="Рисунок 11">
            <a:extLst>
              <a:ext uri="{FF2B5EF4-FFF2-40B4-BE49-F238E27FC236}">
                <a16:creationId xmlns:a16="http://schemas.microsoft.com/office/drawing/2014/main" id="{58A33629-006C-9C89-1FA1-A654032FBCC6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1160273" y="7340169"/>
            <a:ext cx="4788756" cy="1986679"/>
          </a:xfrm>
          <a:prstGeom prst="roundRect">
            <a:avLst>
              <a:gd name="adj" fmla="val 13643"/>
            </a:avLst>
          </a:prstGeom>
          <a:solidFill>
            <a:srgbClr val="EA0B4C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5" name="Рисунок 11">
            <a:extLst>
              <a:ext uri="{FF2B5EF4-FFF2-40B4-BE49-F238E27FC236}">
                <a16:creationId xmlns:a16="http://schemas.microsoft.com/office/drawing/2014/main" id="{D3B117A9-E718-59B8-50E7-5D0EC8A9D48B}"/>
              </a:ext>
            </a:extLst>
          </p:cNvPr>
          <p:cNvSpPr>
            <a:spLocks noGrp="1"/>
          </p:cNvSpPr>
          <p:nvPr>
            <p:ph type="pic" sz="quarter" idx="76" hasCustomPrompt="1"/>
          </p:nvPr>
        </p:nvSpPr>
        <p:spPr>
          <a:xfrm>
            <a:off x="6758640" y="7340169"/>
            <a:ext cx="4788756" cy="1986679"/>
          </a:xfrm>
          <a:prstGeom prst="roundRect">
            <a:avLst>
              <a:gd name="adj" fmla="val 13643"/>
            </a:avLst>
          </a:prstGeom>
          <a:solidFill>
            <a:srgbClr val="EA0B4C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6" name="Рисунок 11">
            <a:extLst>
              <a:ext uri="{FF2B5EF4-FFF2-40B4-BE49-F238E27FC236}">
                <a16:creationId xmlns:a16="http://schemas.microsoft.com/office/drawing/2014/main" id="{C2525BDA-4711-8A38-E9AA-52A9833988F9}"/>
              </a:ext>
            </a:extLst>
          </p:cNvPr>
          <p:cNvSpPr>
            <a:spLocks noGrp="1"/>
          </p:cNvSpPr>
          <p:nvPr>
            <p:ph type="pic" sz="quarter" idx="77" hasCustomPrompt="1"/>
          </p:nvPr>
        </p:nvSpPr>
        <p:spPr>
          <a:xfrm>
            <a:off x="12338346" y="7340169"/>
            <a:ext cx="4788756" cy="1986679"/>
          </a:xfrm>
          <a:prstGeom prst="roundRect">
            <a:avLst>
              <a:gd name="adj" fmla="val 13643"/>
            </a:avLst>
          </a:prstGeom>
          <a:solidFill>
            <a:srgbClr val="EA0B4C"/>
          </a:solidFill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7" name="Текст 39">
            <a:extLst>
              <a:ext uri="{FF2B5EF4-FFF2-40B4-BE49-F238E27FC236}">
                <a16:creationId xmlns:a16="http://schemas.microsoft.com/office/drawing/2014/main" id="{6903C977-6253-74F8-B758-BF4FD7A25CA3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383726" y="7586071"/>
            <a:ext cx="4328305" cy="300408"/>
          </a:xfrm>
        </p:spPr>
        <p:txBody>
          <a:bodyPr anchor="ctr">
            <a:noAutofit/>
          </a:bodyPr>
          <a:lstStyle>
            <a:lvl1pPr algn="l">
              <a:defRPr sz="20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AFDA227A-396A-70C1-1BAF-3B6A1D63CE1E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383726" y="7942543"/>
            <a:ext cx="4328305" cy="1011931"/>
          </a:xfrm>
        </p:spPr>
        <p:txBody>
          <a:bodyPr>
            <a:noAutofit/>
          </a:bodyPr>
          <a:lstStyle>
            <a:lvl1pPr algn="l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1885BBBA-A02A-AA42-96C3-8335F297DA43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7018147" y="7586071"/>
            <a:ext cx="4328305" cy="300408"/>
          </a:xfrm>
        </p:spPr>
        <p:txBody>
          <a:bodyPr anchor="ctr">
            <a:noAutofit/>
          </a:bodyPr>
          <a:lstStyle>
            <a:lvl1pPr algn="l">
              <a:defRPr sz="20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0" name="Текст 39">
            <a:extLst>
              <a:ext uri="{FF2B5EF4-FFF2-40B4-BE49-F238E27FC236}">
                <a16:creationId xmlns:a16="http://schemas.microsoft.com/office/drawing/2014/main" id="{85F6FB32-CE77-7AE2-B628-1C407D9F7930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7018147" y="7942543"/>
            <a:ext cx="4328305" cy="1011931"/>
          </a:xfrm>
        </p:spPr>
        <p:txBody>
          <a:bodyPr>
            <a:noAutofit/>
          </a:bodyPr>
          <a:lstStyle>
            <a:lvl1pPr algn="l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6DF2AD45-BA7E-A516-2294-CFF0BC1E9E6C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2575798" y="7586071"/>
            <a:ext cx="4328305" cy="300408"/>
          </a:xfrm>
        </p:spPr>
        <p:txBody>
          <a:bodyPr anchor="ctr">
            <a:noAutofit/>
          </a:bodyPr>
          <a:lstStyle>
            <a:lvl1pPr algn="l">
              <a:defRPr sz="20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2" name="Текст 39">
            <a:extLst>
              <a:ext uri="{FF2B5EF4-FFF2-40B4-BE49-F238E27FC236}">
                <a16:creationId xmlns:a16="http://schemas.microsoft.com/office/drawing/2014/main" id="{48DD1AA8-CB59-DF9F-08E7-4D857EA48B61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12575798" y="7942543"/>
            <a:ext cx="4328305" cy="1011931"/>
          </a:xfrm>
        </p:spPr>
        <p:txBody>
          <a:bodyPr>
            <a:noAutofit/>
          </a:bodyPr>
          <a:lstStyle>
            <a:lvl1pPr algn="l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5" name="Рисунок 3">
            <a:extLst>
              <a:ext uri="{FF2B5EF4-FFF2-40B4-BE49-F238E27FC236}">
                <a16:creationId xmlns:a16="http://schemas.microsoft.com/office/drawing/2014/main" id="{CB4EC83C-2D80-87F6-338C-CBA845F9532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" name="Текст 16">
            <a:extLst>
              <a:ext uri="{FF2B5EF4-FFF2-40B4-BE49-F238E27FC236}">
                <a16:creationId xmlns:a16="http://schemas.microsoft.com/office/drawing/2014/main" id="{B76C9983-735F-3424-1A7B-68C802AEF92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7" name="Текст 16">
            <a:extLst>
              <a:ext uri="{FF2B5EF4-FFF2-40B4-BE49-F238E27FC236}">
                <a16:creationId xmlns:a16="http://schemas.microsoft.com/office/drawing/2014/main" id="{AD3AD925-745D-1BB4-990D-F8F5B83CE85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05534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фото и 2 красных плаш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11">
            <a:extLst>
              <a:ext uri="{FF2B5EF4-FFF2-40B4-BE49-F238E27FC236}">
                <a16:creationId xmlns:a16="http://schemas.microsoft.com/office/drawing/2014/main" id="{0715A366-883E-9BEC-14EC-990FD5085338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9395855" y="6413155"/>
            <a:ext cx="3902033" cy="2711793"/>
          </a:xfrm>
          <a:prstGeom prst="roundRect">
            <a:avLst>
              <a:gd name="adj" fmla="val 11553"/>
            </a:avLst>
          </a:prstGeom>
          <a:solidFill>
            <a:srgbClr val="EA0B4C"/>
          </a:solidFill>
          <a:ln>
            <a:solidFill>
              <a:schemeClr val="accent1"/>
            </a:solidFill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Рисунок 11">
            <a:extLst>
              <a:ext uri="{FF2B5EF4-FFF2-40B4-BE49-F238E27FC236}">
                <a16:creationId xmlns:a16="http://schemas.microsoft.com/office/drawing/2014/main" id="{40B73AD1-570C-D24B-121E-580339897E1E}"/>
              </a:ext>
            </a:extLst>
          </p:cNvPr>
          <p:cNvSpPr>
            <a:spLocks noGrp="1"/>
          </p:cNvSpPr>
          <p:nvPr>
            <p:ph type="pic" sz="quarter" idx="85" hasCustomPrompt="1"/>
          </p:nvPr>
        </p:nvSpPr>
        <p:spPr>
          <a:xfrm>
            <a:off x="13426679" y="6413155"/>
            <a:ext cx="3902033" cy="2711793"/>
          </a:xfrm>
          <a:prstGeom prst="roundRect">
            <a:avLst>
              <a:gd name="adj" fmla="val 11553"/>
            </a:avLst>
          </a:prstGeom>
          <a:solidFill>
            <a:srgbClr val="EA0B4C"/>
          </a:solidFill>
          <a:ln>
            <a:solidFill>
              <a:schemeClr val="accent1"/>
            </a:solidFill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0" name="Рисунок 19">
            <a:extLst>
              <a:ext uri="{FF2B5EF4-FFF2-40B4-BE49-F238E27FC236}">
                <a16:creationId xmlns:a16="http://schemas.microsoft.com/office/drawing/2014/main" id="{406BD1FD-0EEA-0CC4-796D-351CF6515C2E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9395856" y="1856350"/>
            <a:ext cx="7934325" cy="4344425"/>
          </a:xfrm>
          <a:prstGeom prst="roundRect">
            <a:avLst>
              <a:gd name="adj" fmla="val 5069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3903911"/>
            <a:ext cx="7515288" cy="1133061"/>
          </a:xfrm>
        </p:spPr>
        <p:txBody>
          <a:bodyPr>
            <a:normAutofit/>
          </a:bodyPr>
          <a:lstStyle>
            <a:lvl1pPr algn="l">
              <a:defRPr sz="40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8" name="Текст 39">
            <a:extLst>
              <a:ext uri="{FF2B5EF4-FFF2-40B4-BE49-F238E27FC236}">
                <a16:creationId xmlns:a16="http://schemas.microsoft.com/office/drawing/2014/main" id="{AB4A1367-3CE6-67F7-D443-3C97FCD1E3A3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915493" y="5252007"/>
            <a:ext cx="7552295" cy="2352725"/>
          </a:xfrm>
        </p:spPr>
        <p:txBody>
          <a:bodyPr>
            <a:noAutofit/>
          </a:bodyPr>
          <a:lstStyle>
            <a:lvl1pPr algn="l">
              <a:defRPr sz="18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 Разместите свой текст тут. Текст может быть в несколько строк Разместите свой текст тут. Текст может быть в несколько строк Разместите свой текст тут</a:t>
            </a:r>
          </a:p>
        </p:txBody>
      </p:sp>
      <p:sp>
        <p:nvSpPr>
          <p:cNvPr id="43" name="Текст 39">
            <a:extLst>
              <a:ext uri="{FF2B5EF4-FFF2-40B4-BE49-F238E27FC236}">
                <a16:creationId xmlns:a16="http://schemas.microsoft.com/office/drawing/2014/main" id="{D3239833-340D-CF6B-6A3A-7FDB22E9787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3799133" y="8086725"/>
            <a:ext cx="3135079" cy="343925"/>
          </a:xfrm>
        </p:spPr>
        <p:txBody>
          <a:bodyPr anchor="ctr">
            <a:noAutofit/>
          </a:bodyPr>
          <a:lstStyle>
            <a:lvl1pPr>
              <a:defRPr sz="20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</a:p>
        </p:txBody>
      </p:sp>
      <p:sp>
        <p:nvSpPr>
          <p:cNvPr id="44" name="Текст 39">
            <a:extLst>
              <a:ext uri="{FF2B5EF4-FFF2-40B4-BE49-F238E27FC236}">
                <a16:creationId xmlns:a16="http://schemas.microsoft.com/office/drawing/2014/main" id="{F1915B14-358E-2BE7-4ED7-9496556BBE3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3799134" y="7214800"/>
            <a:ext cx="1495424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46" name="Текст 39">
            <a:extLst>
              <a:ext uri="{FF2B5EF4-FFF2-40B4-BE49-F238E27FC236}">
                <a16:creationId xmlns:a16="http://schemas.microsoft.com/office/drawing/2014/main" id="{C1487CAE-F40C-5324-F843-70E19F36A78A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9761523" y="8086725"/>
            <a:ext cx="3135079" cy="343925"/>
          </a:xfrm>
        </p:spPr>
        <p:txBody>
          <a:bodyPr anchor="ctr">
            <a:noAutofit/>
          </a:bodyPr>
          <a:lstStyle>
            <a:lvl1pPr>
              <a:defRPr sz="20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</a:p>
        </p:txBody>
      </p:sp>
      <p:sp>
        <p:nvSpPr>
          <p:cNvPr id="47" name="Текст 39">
            <a:extLst>
              <a:ext uri="{FF2B5EF4-FFF2-40B4-BE49-F238E27FC236}">
                <a16:creationId xmlns:a16="http://schemas.microsoft.com/office/drawing/2014/main" id="{830D01EE-3171-400A-0EC2-F43FC90DF511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9761524" y="7214800"/>
            <a:ext cx="1495424" cy="643326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5" name="Текст 39">
            <a:extLst>
              <a:ext uri="{FF2B5EF4-FFF2-40B4-BE49-F238E27FC236}">
                <a16:creationId xmlns:a16="http://schemas.microsoft.com/office/drawing/2014/main" id="{7F29C629-1FCF-9A87-9BA7-DB9E642A308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962079" y="6594986"/>
            <a:ext cx="1086655" cy="37073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Autofit/>
          </a:bodyPr>
          <a:lstStyle>
            <a:lvl1pPr algn="ctr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Новое</a:t>
            </a:r>
          </a:p>
        </p:txBody>
      </p:sp>
      <p:sp>
        <p:nvSpPr>
          <p:cNvPr id="9" name="Рисунок 3">
            <a:extLst>
              <a:ext uri="{FF2B5EF4-FFF2-40B4-BE49-F238E27FC236}">
                <a16:creationId xmlns:a16="http://schemas.microsoft.com/office/drawing/2014/main" id="{D9919DDC-2E63-9AF0-832F-E6E2E5BBD23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Текст 16">
            <a:extLst>
              <a:ext uri="{FF2B5EF4-FFF2-40B4-BE49-F238E27FC236}">
                <a16:creationId xmlns:a16="http://schemas.microsoft.com/office/drawing/2014/main" id="{680D7B2A-0B53-F659-0457-7368247BF2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1" name="Текст 16">
            <a:extLst>
              <a:ext uri="{FF2B5EF4-FFF2-40B4-BE49-F238E27FC236}">
                <a16:creationId xmlns:a16="http://schemas.microsoft.com/office/drawing/2014/main" id="{A196C80F-4722-4F8A-3DF0-EA7D583EA5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5251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фото и 2 серых плаш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19">
            <a:extLst>
              <a:ext uri="{FF2B5EF4-FFF2-40B4-BE49-F238E27FC236}">
                <a16:creationId xmlns:a16="http://schemas.microsoft.com/office/drawing/2014/main" id="{3EE6CFB9-C7CD-DA57-9CBA-BB637055CD05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952499" y="2260601"/>
            <a:ext cx="10972799" cy="3473450"/>
          </a:xfrm>
          <a:prstGeom prst="roundRect">
            <a:avLst>
              <a:gd name="adj" fmla="val 7317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Рисунок 19">
            <a:extLst>
              <a:ext uri="{FF2B5EF4-FFF2-40B4-BE49-F238E27FC236}">
                <a16:creationId xmlns:a16="http://schemas.microsoft.com/office/drawing/2014/main" id="{8F6C7CD3-D9D5-A408-9AB6-7C26806CBD19}"/>
              </a:ext>
            </a:extLst>
          </p:cNvPr>
          <p:cNvSpPr>
            <a:spLocks noGrp="1"/>
          </p:cNvSpPr>
          <p:nvPr>
            <p:ph type="pic" sz="quarter" idx="81" hasCustomPrompt="1"/>
          </p:nvPr>
        </p:nvSpPr>
        <p:spPr>
          <a:xfrm>
            <a:off x="952499" y="6036734"/>
            <a:ext cx="10972799" cy="3426650"/>
          </a:xfrm>
          <a:prstGeom prst="roundRect">
            <a:avLst>
              <a:gd name="adj" fmla="val 7317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Рисунок 19">
            <a:extLst>
              <a:ext uri="{FF2B5EF4-FFF2-40B4-BE49-F238E27FC236}">
                <a16:creationId xmlns:a16="http://schemas.microsoft.com/office/drawing/2014/main" id="{A9CA2622-8B14-8D0C-1164-1DB326C986FB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12123010" y="2260600"/>
            <a:ext cx="5225877" cy="7202784"/>
          </a:xfrm>
          <a:prstGeom prst="roundRect">
            <a:avLst>
              <a:gd name="adj" fmla="val 5002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19" name="Текст 39">
            <a:extLst>
              <a:ext uri="{FF2B5EF4-FFF2-40B4-BE49-F238E27FC236}">
                <a16:creationId xmlns:a16="http://schemas.microsoft.com/office/drawing/2014/main" id="{1FB3BFEE-DCD1-2DCC-6F1A-A8B7FF3B1EE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5543" y="3023179"/>
            <a:ext cx="3242957" cy="2450521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0" name="Текст 39">
            <a:extLst>
              <a:ext uri="{FF2B5EF4-FFF2-40B4-BE49-F238E27FC236}">
                <a16:creationId xmlns:a16="http://schemas.microsoft.com/office/drawing/2014/main" id="{01918D90-353C-B392-0A3B-DA778235633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06210" y="3023179"/>
            <a:ext cx="3242957" cy="2450521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1" name="Текст 39">
            <a:extLst>
              <a:ext uri="{FF2B5EF4-FFF2-40B4-BE49-F238E27FC236}">
                <a16:creationId xmlns:a16="http://schemas.microsoft.com/office/drawing/2014/main" id="{FF241AFD-1B84-B6EE-08A9-4EF1D26EFEE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65542" y="2569070"/>
            <a:ext cx="10367657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Текст 39">
            <a:extLst>
              <a:ext uri="{FF2B5EF4-FFF2-40B4-BE49-F238E27FC236}">
                <a16:creationId xmlns:a16="http://schemas.microsoft.com/office/drawing/2014/main" id="{AC3D7923-7DC3-758C-3C7E-1C042D7D01D4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8178233" y="3023179"/>
            <a:ext cx="3454966" cy="2450521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7" name="Текст 39">
            <a:extLst>
              <a:ext uri="{FF2B5EF4-FFF2-40B4-BE49-F238E27FC236}">
                <a16:creationId xmlns:a16="http://schemas.microsoft.com/office/drawing/2014/main" id="{0D1BB6DC-078A-55AD-FE97-60BF3748E53C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265543" y="7858843"/>
            <a:ext cx="3242957" cy="1066221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4D8F130F-8E4B-B7E2-98FD-FED99ADABEA5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4706210" y="7858843"/>
            <a:ext cx="3242957" cy="1066221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1F0EBD8D-6D29-2998-22F6-E0AB1803AA59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1265542" y="6328270"/>
            <a:ext cx="10367657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0" name="Текст 39">
            <a:extLst>
              <a:ext uri="{FF2B5EF4-FFF2-40B4-BE49-F238E27FC236}">
                <a16:creationId xmlns:a16="http://schemas.microsoft.com/office/drawing/2014/main" id="{3C550886-0161-04CA-E93C-E334707D66D1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8178233" y="7858843"/>
            <a:ext cx="3454966" cy="1066221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0E0F4663-1840-35A4-2F00-0ACFE39DF061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1265543" y="6766643"/>
            <a:ext cx="10367656" cy="343925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одну строку</a:t>
            </a:r>
          </a:p>
        </p:txBody>
      </p:sp>
      <p:sp>
        <p:nvSpPr>
          <p:cNvPr id="32" name="Текст 39">
            <a:extLst>
              <a:ext uri="{FF2B5EF4-FFF2-40B4-BE49-F238E27FC236}">
                <a16:creationId xmlns:a16="http://schemas.microsoft.com/office/drawing/2014/main" id="{3B56E317-ECF8-F20C-DFE2-F50B2B0638B9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1265543" y="7420470"/>
            <a:ext cx="3242958" cy="343925"/>
          </a:xfrm>
        </p:spPr>
        <p:txBody>
          <a:bodyPr anchor="ctr">
            <a:noAutofit/>
          </a:bodyPr>
          <a:lstStyle>
            <a:lvl1pPr>
              <a:defRPr sz="16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4" name="Текст 39">
            <a:extLst>
              <a:ext uri="{FF2B5EF4-FFF2-40B4-BE49-F238E27FC236}">
                <a16:creationId xmlns:a16="http://schemas.microsoft.com/office/drawing/2014/main" id="{383FA0B6-5F7A-B4C8-AC75-08773E6A801A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4707243" y="7420470"/>
            <a:ext cx="3242958" cy="343925"/>
          </a:xfrm>
        </p:spPr>
        <p:txBody>
          <a:bodyPr anchor="ctr">
            <a:noAutofit/>
          </a:bodyPr>
          <a:lstStyle>
            <a:lvl1pPr>
              <a:defRPr sz="16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5" name="Текст 39">
            <a:extLst>
              <a:ext uri="{FF2B5EF4-FFF2-40B4-BE49-F238E27FC236}">
                <a16:creationId xmlns:a16="http://schemas.microsoft.com/office/drawing/2014/main" id="{E7C2B6A2-3505-97A0-9320-4AAD8B412F45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8174343" y="7420470"/>
            <a:ext cx="3454966" cy="343925"/>
          </a:xfrm>
        </p:spPr>
        <p:txBody>
          <a:bodyPr anchor="ctr">
            <a:noAutofit/>
          </a:bodyPr>
          <a:lstStyle>
            <a:lvl1pPr>
              <a:defRPr sz="16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Рисунок 20">
            <a:extLst>
              <a:ext uri="{FF2B5EF4-FFF2-40B4-BE49-F238E27FC236}">
                <a16:creationId xmlns:a16="http://schemas.microsoft.com/office/drawing/2014/main" id="{0BB7C602-CE8C-5ADA-BC0D-CA303174A69E}"/>
              </a:ext>
            </a:extLst>
          </p:cNvPr>
          <p:cNvSpPr>
            <a:spLocks noGrp="1"/>
          </p:cNvSpPr>
          <p:nvPr>
            <p:ph type="pic" sz="quarter" idx="89" hasCustomPrompt="1"/>
          </p:nvPr>
        </p:nvSpPr>
        <p:spPr>
          <a:xfrm>
            <a:off x="1265541" y="7256519"/>
            <a:ext cx="10363767" cy="18000"/>
          </a:xfrm>
          <a:solidFill>
            <a:srgbClr val="EA0B4C"/>
          </a:solidFill>
        </p:spPr>
        <p:txBody>
          <a:bodyPr>
            <a:noAutofit/>
          </a:bodyPr>
          <a:lstStyle>
            <a:lvl1pPr>
              <a:defRPr sz="105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Рисунок 3">
            <a:extLst>
              <a:ext uri="{FF2B5EF4-FFF2-40B4-BE49-F238E27FC236}">
                <a16:creationId xmlns:a16="http://schemas.microsoft.com/office/drawing/2014/main" id="{D1A72BB2-07A9-D943-E5BE-49989CE6F2C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Текст 16">
            <a:extLst>
              <a:ext uri="{FF2B5EF4-FFF2-40B4-BE49-F238E27FC236}">
                <a16:creationId xmlns:a16="http://schemas.microsoft.com/office/drawing/2014/main" id="{476944AD-02B0-97A9-8BF6-B05D261CB4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1" name="Текст 16">
            <a:extLst>
              <a:ext uri="{FF2B5EF4-FFF2-40B4-BE49-F238E27FC236}">
                <a16:creationId xmlns:a16="http://schemas.microsoft.com/office/drawing/2014/main" id="{2F4AE597-87E4-8035-6573-43A41E9D74A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595002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фото и 2 серых плаш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19">
            <a:extLst>
              <a:ext uri="{FF2B5EF4-FFF2-40B4-BE49-F238E27FC236}">
                <a16:creationId xmlns:a16="http://schemas.microsoft.com/office/drawing/2014/main" id="{16A10ABD-39D7-6F95-7DF0-98664C09B96C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952499" y="2260601"/>
            <a:ext cx="10972799" cy="3485910"/>
          </a:xfrm>
          <a:prstGeom prst="roundRect">
            <a:avLst>
              <a:gd name="adj" fmla="val 7317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" name="Рисунок 19">
            <a:extLst>
              <a:ext uri="{FF2B5EF4-FFF2-40B4-BE49-F238E27FC236}">
                <a16:creationId xmlns:a16="http://schemas.microsoft.com/office/drawing/2014/main" id="{1E7BD296-8939-9D9A-20D7-8F568F8F475A}"/>
              </a:ext>
            </a:extLst>
          </p:cNvPr>
          <p:cNvSpPr>
            <a:spLocks noGrp="1"/>
          </p:cNvSpPr>
          <p:nvPr>
            <p:ph type="pic" sz="quarter" idx="82" hasCustomPrompt="1"/>
          </p:nvPr>
        </p:nvSpPr>
        <p:spPr>
          <a:xfrm>
            <a:off x="12154365" y="2260601"/>
            <a:ext cx="5133672" cy="3485910"/>
          </a:xfrm>
          <a:prstGeom prst="roundRect">
            <a:avLst>
              <a:gd name="adj" fmla="val 7317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Рисунок 19">
            <a:extLst>
              <a:ext uri="{FF2B5EF4-FFF2-40B4-BE49-F238E27FC236}">
                <a16:creationId xmlns:a16="http://schemas.microsoft.com/office/drawing/2014/main" id="{7CD7C921-BA79-B119-6749-279582DEFE10}"/>
              </a:ext>
            </a:extLst>
          </p:cNvPr>
          <p:cNvSpPr>
            <a:spLocks noGrp="1"/>
          </p:cNvSpPr>
          <p:nvPr>
            <p:ph type="pic" sz="quarter" idx="83" hasCustomPrompt="1"/>
          </p:nvPr>
        </p:nvSpPr>
        <p:spPr>
          <a:xfrm>
            <a:off x="952500" y="5985934"/>
            <a:ext cx="5069410" cy="3576015"/>
          </a:xfrm>
          <a:prstGeom prst="roundRect">
            <a:avLst>
              <a:gd name="adj" fmla="val 7317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Рисунок 19">
            <a:extLst>
              <a:ext uri="{FF2B5EF4-FFF2-40B4-BE49-F238E27FC236}">
                <a16:creationId xmlns:a16="http://schemas.microsoft.com/office/drawing/2014/main" id="{153E41F5-1DC3-9C75-ED0E-DA5BA6A77399}"/>
              </a:ext>
            </a:extLst>
          </p:cNvPr>
          <p:cNvSpPr>
            <a:spLocks noGrp="1"/>
          </p:cNvSpPr>
          <p:nvPr>
            <p:ph type="pic" sz="quarter" idx="84" hasCustomPrompt="1"/>
          </p:nvPr>
        </p:nvSpPr>
        <p:spPr>
          <a:xfrm>
            <a:off x="6371167" y="5985934"/>
            <a:ext cx="10896852" cy="3576015"/>
          </a:xfrm>
          <a:prstGeom prst="roundRect">
            <a:avLst>
              <a:gd name="adj" fmla="val 7317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19" name="Текст 39">
            <a:extLst>
              <a:ext uri="{FF2B5EF4-FFF2-40B4-BE49-F238E27FC236}">
                <a16:creationId xmlns:a16="http://schemas.microsoft.com/office/drawing/2014/main" id="{1FB3BFEE-DCD1-2DCC-6F1A-A8B7FF3B1EE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5543" y="3023179"/>
            <a:ext cx="3242957" cy="2450521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0" name="Текст 39">
            <a:extLst>
              <a:ext uri="{FF2B5EF4-FFF2-40B4-BE49-F238E27FC236}">
                <a16:creationId xmlns:a16="http://schemas.microsoft.com/office/drawing/2014/main" id="{01918D90-353C-B392-0A3B-DA778235633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06210" y="3023179"/>
            <a:ext cx="3242957" cy="2450521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1" name="Текст 39">
            <a:extLst>
              <a:ext uri="{FF2B5EF4-FFF2-40B4-BE49-F238E27FC236}">
                <a16:creationId xmlns:a16="http://schemas.microsoft.com/office/drawing/2014/main" id="{FF241AFD-1B84-B6EE-08A9-4EF1D26EFEE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65542" y="2569070"/>
            <a:ext cx="10367657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Текст 39">
            <a:extLst>
              <a:ext uri="{FF2B5EF4-FFF2-40B4-BE49-F238E27FC236}">
                <a16:creationId xmlns:a16="http://schemas.microsoft.com/office/drawing/2014/main" id="{AC3D7923-7DC3-758C-3C7E-1C042D7D01D4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8178233" y="3023179"/>
            <a:ext cx="3454966" cy="2450521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7" name="Текст 39">
            <a:extLst>
              <a:ext uri="{FF2B5EF4-FFF2-40B4-BE49-F238E27FC236}">
                <a16:creationId xmlns:a16="http://schemas.microsoft.com/office/drawing/2014/main" id="{0D1BB6DC-078A-55AD-FE97-60BF3748E53C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6630943" y="7858843"/>
            <a:ext cx="3242957" cy="1316685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4D8F130F-8E4B-B7E2-98FD-FED99ADABEA5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0071610" y="7858843"/>
            <a:ext cx="3242957" cy="1316685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1F0EBD8D-6D29-2998-22F6-E0AB1803AA59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6630942" y="6328270"/>
            <a:ext cx="10367657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0" name="Текст 39">
            <a:extLst>
              <a:ext uri="{FF2B5EF4-FFF2-40B4-BE49-F238E27FC236}">
                <a16:creationId xmlns:a16="http://schemas.microsoft.com/office/drawing/2014/main" id="{3C550886-0161-04CA-E93C-E334707D66D1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13543633" y="7858843"/>
            <a:ext cx="3454966" cy="1316685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0E0F4663-1840-35A4-2F00-0ACFE39DF061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6630943" y="6766643"/>
            <a:ext cx="10367656" cy="343925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одну строку</a:t>
            </a:r>
          </a:p>
        </p:txBody>
      </p:sp>
      <p:sp>
        <p:nvSpPr>
          <p:cNvPr id="32" name="Текст 39">
            <a:extLst>
              <a:ext uri="{FF2B5EF4-FFF2-40B4-BE49-F238E27FC236}">
                <a16:creationId xmlns:a16="http://schemas.microsoft.com/office/drawing/2014/main" id="{3B56E317-ECF8-F20C-DFE2-F50B2B0638B9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6630943" y="7420470"/>
            <a:ext cx="3242958" cy="343925"/>
          </a:xfrm>
        </p:spPr>
        <p:txBody>
          <a:bodyPr anchor="ctr">
            <a:noAutofit/>
          </a:bodyPr>
          <a:lstStyle>
            <a:lvl1pPr>
              <a:defRPr sz="16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4" name="Текст 39">
            <a:extLst>
              <a:ext uri="{FF2B5EF4-FFF2-40B4-BE49-F238E27FC236}">
                <a16:creationId xmlns:a16="http://schemas.microsoft.com/office/drawing/2014/main" id="{383FA0B6-5F7A-B4C8-AC75-08773E6A801A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10072643" y="7420470"/>
            <a:ext cx="3242958" cy="343925"/>
          </a:xfrm>
        </p:spPr>
        <p:txBody>
          <a:bodyPr anchor="ctr">
            <a:noAutofit/>
          </a:bodyPr>
          <a:lstStyle>
            <a:lvl1pPr>
              <a:defRPr sz="16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5" name="Текст 39">
            <a:extLst>
              <a:ext uri="{FF2B5EF4-FFF2-40B4-BE49-F238E27FC236}">
                <a16:creationId xmlns:a16="http://schemas.microsoft.com/office/drawing/2014/main" id="{E7C2B6A2-3505-97A0-9320-4AAD8B412F45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3539743" y="7420470"/>
            <a:ext cx="3454966" cy="343925"/>
          </a:xfrm>
        </p:spPr>
        <p:txBody>
          <a:bodyPr anchor="ctr">
            <a:noAutofit/>
          </a:bodyPr>
          <a:lstStyle>
            <a:lvl1pPr>
              <a:defRPr sz="16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Рисунок 20">
            <a:extLst>
              <a:ext uri="{FF2B5EF4-FFF2-40B4-BE49-F238E27FC236}">
                <a16:creationId xmlns:a16="http://schemas.microsoft.com/office/drawing/2014/main" id="{8E49E258-C2F8-B304-90E3-385C0662952D}"/>
              </a:ext>
            </a:extLst>
          </p:cNvPr>
          <p:cNvSpPr>
            <a:spLocks noGrp="1"/>
          </p:cNvSpPr>
          <p:nvPr>
            <p:ph type="pic" sz="quarter" idx="89" hasCustomPrompt="1"/>
          </p:nvPr>
        </p:nvSpPr>
        <p:spPr>
          <a:xfrm>
            <a:off x="6632886" y="7256519"/>
            <a:ext cx="10363767" cy="18000"/>
          </a:xfrm>
          <a:solidFill>
            <a:srgbClr val="EA0B4C"/>
          </a:solidFill>
        </p:spPr>
        <p:txBody>
          <a:bodyPr>
            <a:noAutofit/>
          </a:bodyPr>
          <a:lstStyle>
            <a:lvl1pPr>
              <a:defRPr sz="105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Рисунок 3">
            <a:extLst>
              <a:ext uri="{FF2B5EF4-FFF2-40B4-BE49-F238E27FC236}">
                <a16:creationId xmlns:a16="http://schemas.microsoft.com/office/drawing/2014/main" id="{6953E50B-69D6-299F-D8B4-7804F314EE4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" name="Текст 16">
            <a:extLst>
              <a:ext uri="{FF2B5EF4-FFF2-40B4-BE49-F238E27FC236}">
                <a16:creationId xmlns:a16="http://schemas.microsoft.com/office/drawing/2014/main" id="{5BD8D46C-F0F2-887A-C60C-C591ACCEBD7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2" name="Текст 16">
            <a:extLst>
              <a:ext uri="{FF2B5EF4-FFF2-40B4-BE49-F238E27FC236}">
                <a16:creationId xmlns:a16="http://schemas.microsoft.com/office/drawing/2014/main" id="{F591A2EB-BA5E-0EB6-86A3-44D7078D7F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785129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фото и 2 плаш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19">
            <a:extLst>
              <a:ext uri="{FF2B5EF4-FFF2-40B4-BE49-F238E27FC236}">
                <a16:creationId xmlns:a16="http://schemas.microsoft.com/office/drawing/2014/main" id="{355067B1-10BE-D526-CBF3-55F9E7ABB883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13492764" y="2466191"/>
            <a:ext cx="3732113" cy="6525409"/>
          </a:xfrm>
          <a:prstGeom prst="roundRect">
            <a:avLst>
              <a:gd name="adj" fmla="val 8046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algn="l"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Рисунок 19">
            <a:extLst>
              <a:ext uri="{FF2B5EF4-FFF2-40B4-BE49-F238E27FC236}">
                <a16:creationId xmlns:a16="http://schemas.microsoft.com/office/drawing/2014/main" id="{DFA388E7-BD98-6C7F-BACE-AC8EBDE8A7FE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5200101" y="2466191"/>
            <a:ext cx="3732113" cy="6525409"/>
          </a:xfrm>
          <a:prstGeom prst="roundRect">
            <a:avLst>
              <a:gd name="adj" fmla="val 8500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 algn="l"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" name="Рисунок 19">
            <a:extLst>
              <a:ext uri="{FF2B5EF4-FFF2-40B4-BE49-F238E27FC236}">
                <a16:creationId xmlns:a16="http://schemas.microsoft.com/office/drawing/2014/main" id="{80B06C57-853B-C07F-AB63-7DCAD821A4B9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9344097" y="2466191"/>
            <a:ext cx="3732113" cy="6525409"/>
          </a:xfrm>
          <a:prstGeom prst="roundRect">
            <a:avLst>
              <a:gd name="adj" fmla="val 8046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algn="l"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4" name="Рисунок 19">
            <a:extLst>
              <a:ext uri="{FF2B5EF4-FFF2-40B4-BE49-F238E27FC236}">
                <a16:creationId xmlns:a16="http://schemas.microsoft.com/office/drawing/2014/main" id="{5C706CFE-4E94-118A-95A7-77E0371AF592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1051434" y="2466191"/>
            <a:ext cx="3732113" cy="6525409"/>
          </a:xfrm>
          <a:prstGeom prst="roundRect">
            <a:avLst>
              <a:gd name="adj" fmla="val 8500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algn="l"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45" name="Текст 39">
            <a:extLst>
              <a:ext uri="{FF2B5EF4-FFF2-40B4-BE49-F238E27FC236}">
                <a16:creationId xmlns:a16="http://schemas.microsoft.com/office/drawing/2014/main" id="{CD6289F8-1AFB-2714-15A7-BA8906B93A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19798" y="4791167"/>
            <a:ext cx="3268662" cy="419101"/>
          </a:xfrm>
        </p:spPr>
        <p:txBody>
          <a:bodyPr anchor="ctr">
            <a:noAutofit/>
          </a:bodyPr>
          <a:lstStyle>
            <a:lvl1pPr>
              <a:defRPr sz="2400" b="1" i="0">
                <a:solidFill>
                  <a:srgbClr val="FF254A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53" name="Текст 39">
            <a:extLst>
              <a:ext uri="{FF2B5EF4-FFF2-40B4-BE49-F238E27FC236}">
                <a16:creationId xmlns:a16="http://schemas.microsoft.com/office/drawing/2014/main" id="{CB8A923F-F5A2-A7F8-61EC-64F6D1F21F0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728918" y="4777919"/>
            <a:ext cx="3268662" cy="419101"/>
          </a:xfrm>
        </p:spPr>
        <p:txBody>
          <a:bodyPr anchor="ctr">
            <a:noAutofit/>
          </a:bodyPr>
          <a:lstStyle>
            <a:lvl1pPr>
              <a:defRPr sz="24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4" name="Текст 39">
            <a:extLst>
              <a:ext uri="{FF2B5EF4-FFF2-40B4-BE49-F238E27FC236}">
                <a16:creationId xmlns:a16="http://schemas.microsoft.com/office/drawing/2014/main" id="{CBAF15B9-1C94-6222-A486-D86AEAA6348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19798" y="5255970"/>
            <a:ext cx="3268662" cy="253816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6" name="Текст 39">
            <a:extLst>
              <a:ext uri="{FF2B5EF4-FFF2-40B4-BE49-F238E27FC236}">
                <a16:creationId xmlns:a16="http://schemas.microsoft.com/office/drawing/2014/main" id="{B6EAA98B-3A09-31BD-A648-0DCD5812836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723538" y="5262595"/>
            <a:ext cx="3268662" cy="253816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 Разместите свой текст в несколько строк здесь. Разместите свой текст в несколько строк здесь. Разместите свой текст в несколько строк здесь</a:t>
            </a:r>
          </a:p>
        </p:txBody>
      </p:sp>
      <p:sp>
        <p:nvSpPr>
          <p:cNvPr id="7" name="Рисунок 16">
            <a:extLst>
              <a:ext uri="{FF2B5EF4-FFF2-40B4-BE49-F238E27FC236}">
                <a16:creationId xmlns:a16="http://schemas.microsoft.com/office/drawing/2014/main" id="{DF025616-BD14-8E80-EDCC-76941C94A4DE}"/>
              </a:ext>
            </a:extLst>
          </p:cNvPr>
          <p:cNvSpPr>
            <a:spLocks noGrp="1"/>
          </p:cNvSpPr>
          <p:nvPr>
            <p:ph type="pic" sz="quarter" idx="82" hasCustomPrompt="1"/>
          </p:nvPr>
        </p:nvSpPr>
        <p:spPr>
          <a:xfrm>
            <a:off x="5438069" y="4315102"/>
            <a:ext cx="365415" cy="3810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Рисунок 16">
            <a:extLst>
              <a:ext uri="{FF2B5EF4-FFF2-40B4-BE49-F238E27FC236}">
                <a16:creationId xmlns:a16="http://schemas.microsoft.com/office/drawing/2014/main" id="{2D3911A9-C9E9-54AF-9ACB-B6ED31FC9739}"/>
              </a:ext>
            </a:extLst>
          </p:cNvPr>
          <p:cNvSpPr>
            <a:spLocks noGrp="1"/>
          </p:cNvSpPr>
          <p:nvPr>
            <p:ph type="pic" sz="quarter" idx="83" hasCustomPrompt="1"/>
          </p:nvPr>
        </p:nvSpPr>
        <p:spPr>
          <a:xfrm>
            <a:off x="13725542" y="4315102"/>
            <a:ext cx="365415" cy="381000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Рисунок 3">
            <a:extLst>
              <a:ext uri="{FF2B5EF4-FFF2-40B4-BE49-F238E27FC236}">
                <a16:creationId xmlns:a16="http://schemas.microsoft.com/office/drawing/2014/main" id="{3B5A26A6-4923-F5CE-1C3B-4C55EB50D3B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Текст 16">
            <a:extLst>
              <a:ext uri="{FF2B5EF4-FFF2-40B4-BE49-F238E27FC236}">
                <a16:creationId xmlns:a16="http://schemas.microsoft.com/office/drawing/2014/main" id="{385599C0-1F75-0CB7-8E04-3D6B5C7F54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2" name="Текст 16">
            <a:extLst>
              <a:ext uri="{FF2B5EF4-FFF2-40B4-BE49-F238E27FC236}">
                <a16:creationId xmlns:a16="http://schemas.microsoft.com/office/drawing/2014/main" id="{7679A736-EE21-3507-CDB2-C57C23285D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229834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плашек и 1 фот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19">
            <a:extLst>
              <a:ext uri="{FF2B5EF4-FFF2-40B4-BE49-F238E27FC236}">
                <a16:creationId xmlns:a16="http://schemas.microsoft.com/office/drawing/2014/main" id="{98E638CA-A4D6-D515-7784-47E429D3EAFF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952500" y="2457509"/>
            <a:ext cx="9239250" cy="1151484"/>
          </a:xfrm>
          <a:prstGeom prst="roundRect">
            <a:avLst>
              <a:gd name="adj" fmla="val 21281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algn="l"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Рисунок 19">
            <a:extLst>
              <a:ext uri="{FF2B5EF4-FFF2-40B4-BE49-F238E27FC236}">
                <a16:creationId xmlns:a16="http://schemas.microsoft.com/office/drawing/2014/main" id="{98F4606F-FC07-4AD7-4887-9C7020D34048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952500" y="3829109"/>
            <a:ext cx="9239250" cy="1151484"/>
          </a:xfrm>
          <a:prstGeom prst="roundRect">
            <a:avLst>
              <a:gd name="adj" fmla="val 21281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algn="l"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" name="Рисунок 19">
            <a:extLst>
              <a:ext uri="{FF2B5EF4-FFF2-40B4-BE49-F238E27FC236}">
                <a16:creationId xmlns:a16="http://schemas.microsoft.com/office/drawing/2014/main" id="{5D6C6B7E-A114-2690-E39B-15740C8B84F8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952500" y="5200709"/>
            <a:ext cx="9239250" cy="1151484"/>
          </a:xfrm>
          <a:prstGeom prst="roundRect">
            <a:avLst>
              <a:gd name="adj" fmla="val 21281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algn="l"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" name="Рисунок 19">
            <a:extLst>
              <a:ext uri="{FF2B5EF4-FFF2-40B4-BE49-F238E27FC236}">
                <a16:creationId xmlns:a16="http://schemas.microsoft.com/office/drawing/2014/main" id="{8F7D67F1-1734-ED02-FD56-049981B518C7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952500" y="6572309"/>
            <a:ext cx="9239250" cy="1151484"/>
          </a:xfrm>
          <a:prstGeom prst="roundRect">
            <a:avLst>
              <a:gd name="adj" fmla="val 21281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algn="l"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2" name="Рисунок 19">
            <a:extLst>
              <a:ext uri="{FF2B5EF4-FFF2-40B4-BE49-F238E27FC236}">
                <a16:creationId xmlns:a16="http://schemas.microsoft.com/office/drawing/2014/main" id="{40A11857-27F3-5E7F-AD9A-430C2971FF73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952500" y="7943909"/>
            <a:ext cx="9239250" cy="1151484"/>
          </a:xfrm>
          <a:prstGeom prst="roundRect">
            <a:avLst>
              <a:gd name="adj" fmla="val 21281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algn="l"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9" name="Рисунок 19">
            <a:extLst>
              <a:ext uri="{FF2B5EF4-FFF2-40B4-BE49-F238E27FC236}">
                <a16:creationId xmlns:a16="http://schemas.microsoft.com/office/drawing/2014/main" id="{E4469E42-F346-9A76-49EC-379D615C13C8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10687050" y="2457508"/>
            <a:ext cx="6648450" cy="6667442"/>
          </a:xfrm>
          <a:prstGeom prst="roundRect">
            <a:avLst>
              <a:gd name="adj" fmla="val 5460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 algn="l"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9" name="Текст 39">
            <a:extLst>
              <a:ext uri="{FF2B5EF4-FFF2-40B4-BE49-F238E27FC236}">
                <a16:creationId xmlns:a16="http://schemas.microsoft.com/office/drawing/2014/main" id="{F051BF7B-92C2-59D3-C4E7-5911DAD13E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27878" y="2690485"/>
            <a:ext cx="7916122" cy="651805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BA905B78-B887-5264-4C4F-FB382D03AC6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227878" y="4062087"/>
            <a:ext cx="7916122" cy="651805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2" name="Текст 39">
            <a:extLst>
              <a:ext uri="{FF2B5EF4-FFF2-40B4-BE49-F238E27FC236}">
                <a16:creationId xmlns:a16="http://schemas.microsoft.com/office/drawing/2014/main" id="{91DF4A9F-EBFA-A69F-2BCF-C050ED52092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27878" y="5441240"/>
            <a:ext cx="7916122" cy="651805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5" name="Текст 39">
            <a:extLst>
              <a:ext uri="{FF2B5EF4-FFF2-40B4-BE49-F238E27FC236}">
                <a16:creationId xmlns:a16="http://schemas.microsoft.com/office/drawing/2014/main" id="{2C088245-4744-F847-5E32-EB04759F91C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27878" y="6804300"/>
            <a:ext cx="7916122" cy="651805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4901B762-52E8-37F8-1693-17311D8F858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27878" y="8214985"/>
            <a:ext cx="7916122" cy="651805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8" name="Рисунок 16">
            <a:extLst>
              <a:ext uri="{FF2B5EF4-FFF2-40B4-BE49-F238E27FC236}">
                <a16:creationId xmlns:a16="http://schemas.microsoft.com/office/drawing/2014/main" id="{89BA49AE-1237-E94B-E4EC-6D4954A15121}"/>
              </a:ext>
            </a:extLst>
          </p:cNvPr>
          <p:cNvSpPr>
            <a:spLocks noGrp="1"/>
          </p:cNvSpPr>
          <p:nvPr>
            <p:ph type="pic" sz="quarter" idx="82" hasCustomPrompt="1"/>
          </p:nvPr>
        </p:nvSpPr>
        <p:spPr>
          <a:xfrm>
            <a:off x="9314978" y="2776835"/>
            <a:ext cx="490208" cy="479103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Рисунок 16">
            <a:extLst>
              <a:ext uri="{FF2B5EF4-FFF2-40B4-BE49-F238E27FC236}">
                <a16:creationId xmlns:a16="http://schemas.microsoft.com/office/drawing/2014/main" id="{5AC8CC63-841E-F50D-2EA1-FF4AA2571102}"/>
              </a:ext>
            </a:extLst>
          </p:cNvPr>
          <p:cNvSpPr>
            <a:spLocks noGrp="1"/>
          </p:cNvSpPr>
          <p:nvPr>
            <p:ph type="pic" sz="quarter" idx="83" hasCustomPrompt="1"/>
          </p:nvPr>
        </p:nvSpPr>
        <p:spPr>
          <a:xfrm>
            <a:off x="9314978" y="4143909"/>
            <a:ext cx="490208" cy="479103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3" name="Рисунок 16">
            <a:extLst>
              <a:ext uri="{FF2B5EF4-FFF2-40B4-BE49-F238E27FC236}">
                <a16:creationId xmlns:a16="http://schemas.microsoft.com/office/drawing/2014/main" id="{39CF9CF2-438F-12AE-80DE-5CEC94417930}"/>
              </a:ext>
            </a:extLst>
          </p:cNvPr>
          <p:cNvSpPr>
            <a:spLocks noGrp="1"/>
          </p:cNvSpPr>
          <p:nvPr>
            <p:ph type="pic" sz="quarter" idx="84" hasCustomPrompt="1"/>
          </p:nvPr>
        </p:nvSpPr>
        <p:spPr>
          <a:xfrm>
            <a:off x="9314978" y="5538143"/>
            <a:ext cx="490208" cy="479103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4" name="Рисунок 16">
            <a:extLst>
              <a:ext uri="{FF2B5EF4-FFF2-40B4-BE49-F238E27FC236}">
                <a16:creationId xmlns:a16="http://schemas.microsoft.com/office/drawing/2014/main" id="{D22A441A-A93D-26E2-655E-502DA11D3FA6}"/>
              </a:ext>
            </a:extLst>
          </p:cNvPr>
          <p:cNvSpPr>
            <a:spLocks noGrp="1"/>
          </p:cNvSpPr>
          <p:nvPr>
            <p:ph type="pic" sz="quarter" idx="85" hasCustomPrompt="1"/>
          </p:nvPr>
        </p:nvSpPr>
        <p:spPr>
          <a:xfrm>
            <a:off x="9314978" y="6914270"/>
            <a:ext cx="490208" cy="479103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5" name="Рисунок 16">
            <a:extLst>
              <a:ext uri="{FF2B5EF4-FFF2-40B4-BE49-F238E27FC236}">
                <a16:creationId xmlns:a16="http://schemas.microsoft.com/office/drawing/2014/main" id="{CBB5355D-A36F-836E-1DE2-3C5CC30C39DB}"/>
              </a:ext>
            </a:extLst>
          </p:cNvPr>
          <p:cNvSpPr>
            <a:spLocks noGrp="1"/>
          </p:cNvSpPr>
          <p:nvPr>
            <p:ph type="pic" sz="quarter" idx="86" hasCustomPrompt="1"/>
          </p:nvPr>
        </p:nvSpPr>
        <p:spPr>
          <a:xfrm>
            <a:off x="9314978" y="8299450"/>
            <a:ext cx="490208" cy="479103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6" name="Рисунок 3">
            <a:extLst>
              <a:ext uri="{FF2B5EF4-FFF2-40B4-BE49-F238E27FC236}">
                <a16:creationId xmlns:a16="http://schemas.microsoft.com/office/drawing/2014/main" id="{3E994B60-B095-C3D8-4543-FF10739940C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F51F2373-C21F-3DCE-3456-CC162699F1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9" name="Текст 16">
            <a:extLst>
              <a:ext uri="{FF2B5EF4-FFF2-40B4-BE49-F238E27FC236}">
                <a16:creationId xmlns:a16="http://schemas.microsoft.com/office/drawing/2014/main" id="{B028F476-BA39-9733-DD93-84AD9BA64BD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24451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фото и текс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Рисунок 19">
            <a:extLst>
              <a:ext uri="{FF2B5EF4-FFF2-40B4-BE49-F238E27FC236}">
                <a16:creationId xmlns:a16="http://schemas.microsoft.com/office/drawing/2014/main" id="{E4469E42-F346-9A76-49EC-379D615C13C8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10687050" y="2457508"/>
            <a:ext cx="6648450" cy="6667442"/>
          </a:xfrm>
          <a:prstGeom prst="roundRect">
            <a:avLst>
              <a:gd name="adj" fmla="val 6479"/>
            </a:avLst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algn="l"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9" name="Текст 39">
            <a:extLst>
              <a:ext uri="{FF2B5EF4-FFF2-40B4-BE49-F238E27FC236}">
                <a16:creationId xmlns:a16="http://schemas.microsoft.com/office/drawing/2014/main" id="{F051BF7B-92C2-59D3-C4E7-5911DAD13E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500" y="2457509"/>
            <a:ext cx="9152618" cy="6667442"/>
          </a:xfrm>
        </p:spPr>
        <p:txBody>
          <a:bodyPr>
            <a:noAutofit/>
          </a:bodyPr>
          <a:lstStyle>
            <a:lvl1pPr>
              <a:defRPr sz="18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  <a:p>
            <a:pPr lvl="0"/>
            <a:endParaRPr lang="ru-RU" dirty="0"/>
          </a:p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5" name="Рисунок 3">
            <a:extLst>
              <a:ext uri="{FF2B5EF4-FFF2-40B4-BE49-F238E27FC236}">
                <a16:creationId xmlns:a16="http://schemas.microsoft.com/office/drawing/2014/main" id="{A00FE027-E300-A171-3BBC-DC0312FA2E5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" name="Текст 16">
            <a:extLst>
              <a:ext uri="{FF2B5EF4-FFF2-40B4-BE49-F238E27FC236}">
                <a16:creationId xmlns:a16="http://schemas.microsoft.com/office/drawing/2014/main" id="{610D93DC-909F-E080-A3BF-ACD0430BB6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7" name="Текст 16">
            <a:extLst>
              <a:ext uri="{FF2B5EF4-FFF2-40B4-BE49-F238E27FC236}">
                <a16:creationId xmlns:a16="http://schemas.microsoft.com/office/drawing/2014/main" id="{EB6A36DB-703E-A0FD-5AD1-864D30C7FD1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932934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на весь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Рисунок 19">
            <a:extLst>
              <a:ext uri="{FF2B5EF4-FFF2-40B4-BE49-F238E27FC236}">
                <a16:creationId xmlns:a16="http://schemas.microsoft.com/office/drawing/2014/main" id="{E4469E42-F346-9A76-49EC-379D615C13C8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0" y="0"/>
            <a:ext cx="18288000" cy="10287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algn="l"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Рисунок 3">
            <a:extLst>
              <a:ext uri="{FF2B5EF4-FFF2-40B4-BE49-F238E27FC236}">
                <a16:creationId xmlns:a16="http://schemas.microsoft.com/office/drawing/2014/main" id="{D41435FA-24F0-1C8A-2893-3B8DCA83CDD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" name="Текст 16">
            <a:extLst>
              <a:ext uri="{FF2B5EF4-FFF2-40B4-BE49-F238E27FC236}">
                <a16:creationId xmlns:a16="http://schemas.microsoft.com/office/drawing/2014/main" id="{63D7BCF4-C9A4-B471-8475-150EF902E7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7" name="Текст 16">
            <a:extLst>
              <a:ext uri="{FF2B5EF4-FFF2-40B4-BE49-F238E27FC236}">
                <a16:creationId xmlns:a16="http://schemas.microsoft.com/office/drawing/2014/main" id="{AD7B371C-089B-272E-DA41-95FEA566005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52417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колонки и телефо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Рисунок SmartArt 2">
            <a:extLst>
              <a:ext uri="{FF2B5EF4-FFF2-40B4-BE49-F238E27FC236}">
                <a16:creationId xmlns:a16="http://schemas.microsoft.com/office/drawing/2014/main" id="{88134BFB-7E25-01C4-7892-96C76F789A6D}"/>
              </a:ext>
            </a:extLst>
          </p:cNvPr>
          <p:cNvSpPr>
            <a:spLocks noGrp="1"/>
          </p:cNvSpPr>
          <p:nvPr>
            <p:ph type="dgm" sz="quarter" idx="83" hasCustomPrompt="1"/>
          </p:nvPr>
        </p:nvSpPr>
        <p:spPr>
          <a:xfrm>
            <a:off x="14349137" y="2005253"/>
            <a:ext cx="3064047" cy="6453327"/>
          </a:xfrm>
          <a:prstGeom prst="roundRect">
            <a:avLst>
              <a:gd name="adj" fmla="val 13343"/>
            </a:avLst>
          </a:prstGeom>
          <a:solidFill>
            <a:schemeClr val="tx1"/>
          </a:solidFill>
        </p:spPr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16" name="Рисунок 19">
            <a:extLst>
              <a:ext uri="{FF2B5EF4-FFF2-40B4-BE49-F238E27FC236}">
                <a16:creationId xmlns:a16="http://schemas.microsoft.com/office/drawing/2014/main" id="{F63F8019-3726-6553-CA93-6C31FBA7BB21}"/>
              </a:ext>
            </a:extLst>
          </p:cNvPr>
          <p:cNvSpPr>
            <a:spLocks noGrp="1"/>
          </p:cNvSpPr>
          <p:nvPr>
            <p:ph type="pic" sz="quarter" idx="84" hasCustomPrompt="1"/>
          </p:nvPr>
        </p:nvSpPr>
        <p:spPr>
          <a:xfrm>
            <a:off x="14433228" y="2081266"/>
            <a:ext cx="2882711" cy="6295917"/>
          </a:xfrm>
          <a:prstGeom prst="roundRect">
            <a:avLst>
              <a:gd name="adj" fmla="val 10610"/>
            </a:avLst>
          </a:prstGeom>
          <a:solidFill>
            <a:schemeClr val="bg2">
              <a:lumMod val="9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7" name="Рисунок SmartArt 7">
            <a:extLst>
              <a:ext uri="{FF2B5EF4-FFF2-40B4-BE49-F238E27FC236}">
                <a16:creationId xmlns:a16="http://schemas.microsoft.com/office/drawing/2014/main" id="{1EC26D35-3622-2D22-047C-3FAC6013AC2E}"/>
              </a:ext>
            </a:extLst>
          </p:cNvPr>
          <p:cNvSpPr>
            <a:spLocks noGrp="1"/>
          </p:cNvSpPr>
          <p:nvPr>
            <p:ph type="dgm" sz="quarter" idx="85" hasCustomPrompt="1"/>
          </p:nvPr>
        </p:nvSpPr>
        <p:spPr>
          <a:xfrm>
            <a:off x="15456240" y="2231805"/>
            <a:ext cx="849839" cy="244312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>
            <a:noAutofit/>
          </a:bodyPr>
          <a:lstStyle>
            <a:lvl1pPr>
              <a:defRPr sz="4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5D0361E3-52A7-81E6-5E5C-839A65E5C767}"/>
              </a:ext>
            </a:extLst>
          </p:cNvPr>
          <p:cNvSpPr>
            <a:spLocks noGrp="1"/>
          </p:cNvSpPr>
          <p:nvPr>
            <p:ph type="pic" sz="quarter" idx="98" hasCustomPrompt="1"/>
          </p:nvPr>
        </p:nvSpPr>
        <p:spPr>
          <a:xfrm rot="21290365">
            <a:off x="12533374" y="3041865"/>
            <a:ext cx="3253697" cy="1173539"/>
          </a:xfrm>
          <a:prstGeom prst="roundRect">
            <a:avLst/>
          </a:prstGeom>
          <a:solidFill>
            <a:schemeClr val="accent3"/>
          </a:solidFill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77" name="Текст 39">
            <a:extLst>
              <a:ext uri="{FF2B5EF4-FFF2-40B4-BE49-F238E27FC236}">
                <a16:creationId xmlns:a16="http://schemas.microsoft.com/office/drawing/2014/main" id="{E7AEEDD2-7D9F-0E1A-417E-F73D308C422E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 rot="21276874">
            <a:off x="13593490" y="3236766"/>
            <a:ext cx="1816354" cy="300408"/>
          </a:xfrm>
        </p:spPr>
        <p:txBody>
          <a:bodyPr anchor="ctr">
            <a:noAutofit/>
          </a:bodyPr>
          <a:lstStyle>
            <a:lvl1pPr algn="l">
              <a:defRPr sz="20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в 10 раз</a:t>
            </a:r>
          </a:p>
        </p:txBody>
      </p:sp>
      <p:sp>
        <p:nvSpPr>
          <p:cNvPr id="78" name="Текст 39">
            <a:extLst>
              <a:ext uri="{FF2B5EF4-FFF2-40B4-BE49-F238E27FC236}">
                <a16:creationId xmlns:a16="http://schemas.microsoft.com/office/drawing/2014/main" id="{155F5E14-D419-6E0E-6963-FD0ACDA3738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 rot="21276874">
            <a:off x="13625021" y="3593238"/>
            <a:ext cx="1816354" cy="300409"/>
          </a:xfrm>
        </p:spPr>
        <p:txBody>
          <a:bodyPr>
            <a:noAutofit/>
          </a:bodyPr>
          <a:lstStyle>
            <a:lvl1pPr algn="l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Эффективнее</a:t>
            </a:r>
          </a:p>
        </p:txBody>
      </p:sp>
      <p:sp>
        <p:nvSpPr>
          <p:cNvPr id="80" name="Текст 39">
            <a:extLst>
              <a:ext uri="{FF2B5EF4-FFF2-40B4-BE49-F238E27FC236}">
                <a16:creationId xmlns:a16="http://schemas.microsoft.com/office/drawing/2014/main" id="{D9A134B5-3AB2-DC69-D432-C821B7CEE9DD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7273073" y="3171825"/>
            <a:ext cx="3852129" cy="753789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</a:t>
            </a:r>
          </a:p>
        </p:txBody>
      </p:sp>
      <p:sp>
        <p:nvSpPr>
          <p:cNvPr id="81" name="Текст 39">
            <a:extLst>
              <a:ext uri="{FF2B5EF4-FFF2-40B4-BE49-F238E27FC236}">
                <a16:creationId xmlns:a16="http://schemas.microsoft.com/office/drawing/2014/main" id="{3408F8A7-856B-6255-FB3E-46BA23D6CA47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6819900" y="2434949"/>
            <a:ext cx="3490557" cy="408063"/>
          </a:xfrm>
        </p:spPr>
        <p:txBody>
          <a:bodyPr anchor="ctr">
            <a:noAutofit/>
          </a:bodyPr>
          <a:lstStyle>
            <a:lvl1pPr algn="l">
              <a:defRPr sz="2800" b="1" i="0">
                <a:solidFill>
                  <a:srgbClr val="FF254A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Что сравниваем</a:t>
            </a:r>
          </a:p>
        </p:txBody>
      </p:sp>
      <p:sp>
        <p:nvSpPr>
          <p:cNvPr id="82" name="Текст 39">
            <a:extLst>
              <a:ext uri="{FF2B5EF4-FFF2-40B4-BE49-F238E27FC236}">
                <a16:creationId xmlns:a16="http://schemas.microsoft.com/office/drawing/2014/main" id="{E7249191-2A65-4ACE-D25C-36A682E9F88D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955128" y="2434949"/>
            <a:ext cx="3490557" cy="408063"/>
          </a:xfrm>
        </p:spPr>
        <p:txBody>
          <a:bodyPr anchor="ctr">
            <a:noAutofit/>
          </a:bodyPr>
          <a:lstStyle>
            <a:lvl1pPr algn="l">
              <a:defRPr sz="2800" b="1" i="0">
                <a:solidFill>
                  <a:schemeClr val="bg2">
                    <a:lumMod val="75000"/>
                  </a:schemeClr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С чем сравниваем</a:t>
            </a:r>
          </a:p>
        </p:txBody>
      </p:sp>
      <p:sp>
        <p:nvSpPr>
          <p:cNvPr id="83" name="Текст 39">
            <a:extLst>
              <a:ext uri="{FF2B5EF4-FFF2-40B4-BE49-F238E27FC236}">
                <a16:creationId xmlns:a16="http://schemas.microsoft.com/office/drawing/2014/main" id="{4C139F5C-817C-3ACA-D6E1-CFF1C8ED3227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7273073" y="4149287"/>
            <a:ext cx="3852129" cy="611899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</a:t>
            </a:r>
          </a:p>
        </p:txBody>
      </p:sp>
      <p:sp>
        <p:nvSpPr>
          <p:cNvPr id="84" name="Текст 39">
            <a:extLst>
              <a:ext uri="{FF2B5EF4-FFF2-40B4-BE49-F238E27FC236}">
                <a16:creationId xmlns:a16="http://schemas.microsoft.com/office/drawing/2014/main" id="{D853EBAF-1946-9DEA-655F-535477A39C16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7273073" y="4890266"/>
            <a:ext cx="3852129" cy="1557831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</a:t>
            </a:r>
          </a:p>
        </p:txBody>
      </p:sp>
      <p:sp>
        <p:nvSpPr>
          <p:cNvPr id="85" name="Текст 39">
            <a:extLst>
              <a:ext uri="{FF2B5EF4-FFF2-40B4-BE49-F238E27FC236}">
                <a16:creationId xmlns:a16="http://schemas.microsoft.com/office/drawing/2014/main" id="{F3E45967-E456-5032-B1BB-D8A01F3E9B78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7273073" y="6608708"/>
            <a:ext cx="3852129" cy="611899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</a:t>
            </a:r>
          </a:p>
        </p:txBody>
      </p:sp>
      <p:sp>
        <p:nvSpPr>
          <p:cNvPr id="86" name="Текст 39">
            <a:extLst>
              <a:ext uri="{FF2B5EF4-FFF2-40B4-BE49-F238E27FC236}">
                <a16:creationId xmlns:a16="http://schemas.microsoft.com/office/drawing/2014/main" id="{95E1121E-D8A9-F9F4-198C-3F580275F1CF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7273073" y="7349687"/>
            <a:ext cx="3852129" cy="753789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</a:t>
            </a:r>
          </a:p>
        </p:txBody>
      </p:sp>
      <p:sp>
        <p:nvSpPr>
          <p:cNvPr id="87" name="Текст 39">
            <a:extLst>
              <a:ext uri="{FF2B5EF4-FFF2-40B4-BE49-F238E27FC236}">
                <a16:creationId xmlns:a16="http://schemas.microsoft.com/office/drawing/2014/main" id="{350E0ED1-2900-15B9-9018-A31DA52C33AB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1408301" y="3171825"/>
            <a:ext cx="3852129" cy="879866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</a:t>
            </a:r>
          </a:p>
        </p:txBody>
      </p:sp>
      <p:sp>
        <p:nvSpPr>
          <p:cNvPr id="88" name="Текст 39">
            <a:extLst>
              <a:ext uri="{FF2B5EF4-FFF2-40B4-BE49-F238E27FC236}">
                <a16:creationId xmlns:a16="http://schemas.microsoft.com/office/drawing/2014/main" id="{688D149C-0DF8-F19C-B095-3DC912B0AB75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1408301" y="4149287"/>
            <a:ext cx="3852129" cy="879866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</a:t>
            </a:r>
          </a:p>
        </p:txBody>
      </p:sp>
      <p:sp>
        <p:nvSpPr>
          <p:cNvPr id="89" name="Текст 39">
            <a:extLst>
              <a:ext uri="{FF2B5EF4-FFF2-40B4-BE49-F238E27FC236}">
                <a16:creationId xmlns:a16="http://schemas.microsoft.com/office/drawing/2014/main" id="{E964F3A2-99CF-652D-0053-678C0054D4C2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408301" y="5133975"/>
            <a:ext cx="3852129" cy="620439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</a:t>
            </a:r>
          </a:p>
        </p:txBody>
      </p:sp>
      <p:sp>
        <p:nvSpPr>
          <p:cNvPr id="90" name="Текст 39">
            <a:extLst>
              <a:ext uri="{FF2B5EF4-FFF2-40B4-BE49-F238E27FC236}">
                <a16:creationId xmlns:a16="http://schemas.microsoft.com/office/drawing/2014/main" id="{349524AB-CB00-9650-F3AF-943C0D0888B1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1408301" y="5859188"/>
            <a:ext cx="3852129" cy="1094062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</a:t>
            </a:r>
          </a:p>
        </p:txBody>
      </p:sp>
      <p:sp>
        <p:nvSpPr>
          <p:cNvPr id="91" name="Текст 39">
            <a:extLst>
              <a:ext uri="{FF2B5EF4-FFF2-40B4-BE49-F238E27FC236}">
                <a16:creationId xmlns:a16="http://schemas.microsoft.com/office/drawing/2014/main" id="{B9B04EA9-4681-BE59-D276-59FD2E939E1D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1408301" y="7073133"/>
            <a:ext cx="3852129" cy="753789"/>
          </a:xfrm>
        </p:spPr>
        <p:txBody>
          <a:bodyPr>
            <a:noAutofit/>
          </a:bodyPr>
          <a:lstStyle>
            <a:lvl1pPr algn="l"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</a:t>
            </a:r>
          </a:p>
        </p:txBody>
      </p:sp>
      <p:sp>
        <p:nvSpPr>
          <p:cNvPr id="3" name="Рисунок 16">
            <a:extLst>
              <a:ext uri="{FF2B5EF4-FFF2-40B4-BE49-F238E27FC236}">
                <a16:creationId xmlns:a16="http://schemas.microsoft.com/office/drawing/2014/main" id="{E6223182-28CB-5EC0-53F6-F2266CA4C0A5}"/>
              </a:ext>
            </a:extLst>
          </p:cNvPr>
          <p:cNvSpPr>
            <a:spLocks noGrp="1"/>
          </p:cNvSpPr>
          <p:nvPr>
            <p:ph type="pic" sz="quarter" idx="86" hasCustomPrompt="1"/>
          </p:nvPr>
        </p:nvSpPr>
        <p:spPr>
          <a:xfrm>
            <a:off x="1004460" y="3171825"/>
            <a:ext cx="342900" cy="335132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Рисунок 16">
            <a:extLst>
              <a:ext uri="{FF2B5EF4-FFF2-40B4-BE49-F238E27FC236}">
                <a16:creationId xmlns:a16="http://schemas.microsoft.com/office/drawing/2014/main" id="{0EE377E2-1BD2-C0AA-897D-0656DCCB53CB}"/>
              </a:ext>
            </a:extLst>
          </p:cNvPr>
          <p:cNvSpPr>
            <a:spLocks noGrp="1"/>
          </p:cNvSpPr>
          <p:nvPr>
            <p:ph type="pic" sz="quarter" idx="87" hasCustomPrompt="1"/>
          </p:nvPr>
        </p:nvSpPr>
        <p:spPr>
          <a:xfrm>
            <a:off x="1004460" y="4148965"/>
            <a:ext cx="342900" cy="335132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Рисунок 16">
            <a:extLst>
              <a:ext uri="{FF2B5EF4-FFF2-40B4-BE49-F238E27FC236}">
                <a16:creationId xmlns:a16="http://schemas.microsoft.com/office/drawing/2014/main" id="{32846AD6-EE7E-20C3-F137-F3F65E29DA9C}"/>
              </a:ext>
            </a:extLst>
          </p:cNvPr>
          <p:cNvSpPr>
            <a:spLocks noGrp="1"/>
          </p:cNvSpPr>
          <p:nvPr>
            <p:ph type="pic" sz="quarter" idx="88" hasCustomPrompt="1"/>
          </p:nvPr>
        </p:nvSpPr>
        <p:spPr>
          <a:xfrm>
            <a:off x="1004460" y="5121355"/>
            <a:ext cx="342900" cy="335132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" name="Рисунок 16">
            <a:extLst>
              <a:ext uri="{FF2B5EF4-FFF2-40B4-BE49-F238E27FC236}">
                <a16:creationId xmlns:a16="http://schemas.microsoft.com/office/drawing/2014/main" id="{935832C9-BE3D-B6A3-A354-818E5CCEF301}"/>
              </a:ext>
            </a:extLst>
          </p:cNvPr>
          <p:cNvSpPr>
            <a:spLocks noGrp="1"/>
          </p:cNvSpPr>
          <p:nvPr>
            <p:ph type="pic" sz="quarter" idx="89" hasCustomPrompt="1"/>
          </p:nvPr>
        </p:nvSpPr>
        <p:spPr>
          <a:xfrm>
            <a:off x="1004460" y="5859188"/>
            <a:ext cx="342900" cy="335132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" name="Рисунок 16">
            <a:extLst>
              <a:ext uri="{FF2B5EF4-FFF2-40B4-BE49-F238E27FC236}">
                <a16:creationId xmlns:a16="http://schemas.microsoft.com/office/drawing/2014/main" id="{F2B34BC3-C632-FB92-ECD9-186237E44AA8}"/>
              </a:ext>
            </a:extLst>
          </p:cNvPr>
          <p:cNvSpPr>
            <a:spLocks noGrp="1"/>
          </p:cNvSpPr>
          <p:nvPr>
            <p:ph type="pic" sz="quarter" idx="90" hasCustomPrompt="1"/>
          </p:nvPr>
        </p:nvSpPr>
        <p:spPr>
          <a:xfrm>
            <a:off x="1004460" y="7073133"/>
            <a:ext cx="342900" cy="335132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Рисунок 16">
            <a:extLst>
              <a:ext uri="{FF2B5EF4-FFF2-40B4-BE49-F238E27FC236}">
                <a16:creationId xmlns:a16="http://schemas.microsoft.com/office/drawing/2014/main" id="{CDA59A0C-B23D-F9D4-B82E-BC8405854023}"/>
              </a:ext>
            </a:extLst>
          </p:cNvPr>
          <p:cNvSpPr>
            <a:spLocks noGrp="1"/>
          </p:cNvSpPr>
          <p:nvPr>
            <p:ph type="pic" sz="quarter" idx="91" hasCustomPrompt="1"/>
          </p:nvPr>
        </p:nvSpPr>
        <p:spPr>
          <a:xfrm>
            <a:off x="6792806" y="3147530"/>
            <a:ext cx="419326" cy="409827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Рисунок 16">
            <a:extLst>
              <a:ext uri="{FF2B5EF4-FFF2-40B4-BE49-F238E27FC236}">
                <a16:creationId xmlns:a16="http://schemas.microsoft.com/office/drawing/2014/main" id="{BD3C219C-904E-687B-F24C-1181FD526011}"/>
              </a:ext>
            </a:extLst>
          </p:cNvPr>
          <p:cNvSpPr>
            <a:spLocks noGrp="1"/>
          </p:cNvSpPr>
          <p:nvPr>
            <p:ph type="pic" sz="quarter" idx="92" hasCustomPrompt="1"/>
          </p:nvPr>
        </p:nvSpPr>
        <p:spPr>
          <a:xfrm>
            <a:off x="6792806" y="4118575"/>
            <a:ext cx="419326" cy="409827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Рисунок 16">
            <a:extLst>
              <a:ext uri="{FF2B5EF4-FFF2-40B4-BE49-F238E27FC236}">
                <a16:creationId xmlns:a16="http://schemas.microsoft.com/office/drawing/2014/main" id="{42B12094-E945-FCD0-413B-763CF6830726}"/>
              </a:ext>
            </a:extLst>
          </p:cNvPr>
          <p:cNvSpPr>
            <a:spLocks noGrp="1"/>
          </p:cNvSpPr>
          <p:nvPr>
            <p:ph type="pic" sz="quarter" idx="93" hasCustomPrompt="1"/>
          </p:nvPr>
        </p:nvSpPr>
        <p:spPr>
          <a:xfrm>
            <a:off x="6792806" y="4854950"/>
            <a:ext cx="419326" cy="409827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" name="Рисунок 16">
            <a:extLst>
              <a:ext uri="{FF2B5EF4-FFF2-40B4-BE49-F238E27FC236}">
                <a16:creationId xmlns:a16="http://schemas.microsoft.com/office/drawing/2014/main" id="{7F9D5AB5-ABD1-DB01-8048-7F3F0A4720E0}"/>
              </a:ext>
            </a:extLst>
          </p:cNvPr>
          <p:cNvSpPr>
            <a:spLocks noGrp="1"/>
          </p:cNvSpPr>
          <p:nvPr>
            <p:ph type="pic" sz="quarter" idx="94" hasCustomPrompt="1"/>
          </p:nvPr>
        </p:nvSpPr>
        <p:spPr>
          <a:xfrm>
            <a:off x="6792806" y="6578553"/>
            <a:ext cx="419326" cy="409827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2" name="Рисунок 16">
            <a:extLst>
              <a:ext uri="{FF2B5EF4-FFF2-40B4-BE49-F238E27FC236}">
                <a16:creationId xmlns:a16="http://schemas.microsoft.com/office/drawing/2014/main" id="{989CFEBC-0895-CEF0-3A57-9F61DD3FC053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6792806" y="7323020"/>
            <a:ext cx="419326" cy="409827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9" name="Рисунок 3">
            <a:extLst>
              <a:ext uri="{FF2B5EF4-FFF2-40B4-BE49-F238E27FC236}">
                <a16:creationId xmlns:a16="http://schemas.microsoft.com/office/drawing/2014/main" id="{ED25F315-A8F9-4761-780B-FA204E363DB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0" name="Текст 16">
            <a:extLst>
              <a:ext uri="{FF2B5EF4-FFF2-40B4-BE49-F238E27FC236}">
                <a16:creationId xmlns:a16="http://schemas.microsoft.com/office/drawing/2014/main" id="{37DF0144-CE3A-0831-B523-B15FC4598B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21" name="Текст 16">
            <a:extLst>
              <a:ext uri="{FF2B5EF4-FFF2-40B4-BE49-F238E27FC236}">
                <a16:creationId xmlns:a16="http://schemas.microsoft.com/office/drawing/2014/main" id="{7E8525DA-6D25-4BD1-8630-EC37755E228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2" name="Рисунок 21">
            <a:extLst>
              <a:ext uri="{FF2B5EF4-FFF2-40B4-BE49-F238E27FC236}">
                <a16:creationId xmlns:a16="http://schemas.microsoft.com/office/drawing/2014/main" id="{8A10D6C3-4D89-F1FE-A503-0FF0BF203CDE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 rot="21251680">
            <a:off x="12717404" y="3320567"/>
            <a:ext cx="805595" cy="805595"/>
          </a:xfrm>
          <a:blipFill>
            <a:blip r:embed="rId10"/>
            <a:srcRect/>
            <a:stretch>
              <a:fillRect t="13399" b="13399"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832000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колонки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11">
            <a:extLst>
              <a:ext uri="{FF2B5EF4-FFF2-40B4-BE49-F238E27FC236}">
                <a16:creationId xmlns:a16="http://schemas.microsoft.com/office/drawing/2014/main" id="{0B2483DE-4EC8-17AF-3C51-36025B8EEBF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946129" y="2562225"/>
            <a:ext cx="3902033" cy="6543675"/>
          </a:xfrm>
          <a:prstGeom prst="roundRect">
            <a:avLst>
              <a:gd name="adj" fmla="val 9383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Рисунок 11">
            <a:extLst>
              <a:ext uri="{FF2B5EF4-FFF2-40B4-BE49-F238E27FC236}">
                <a16:creationId xmlns:a16="http://schemas.microsoft.com/office/drawing/2014/main" id="{DAB97F3D-6AA7-1C85-543E-B4D6819A4CB9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946129" y="5829300"/>
            <a:ext cx="3902033" cy="3280833"/>
          </a:xfrm>
          <a:prstGeom prst="roundRect">
            <a:avLst>
              <a:gd name="adj" fmla="val 9383"/>
            </a:avLst>
          </a:prstGeom>
          <a:solidFill>
            <a:schemeClr val="accent5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53" name="Текст 39">
            <a:extLst>
              <a:ext uri="{FF2B5EF4-FFF2-40B4-BE49-F238E27FC236}">
                <a16:creationId xmlns:a16="http://schemas.microsoft.com/office/drawing/2014/main" id="{CB8A923F-F5A2-A7F8-61EC-64F6D1F21F0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55490" y="2876137"/>
            <a:ext cx="3268662" cy="902576"/>
          </a:xfrm>
        </p:spPr>
        <p:txBody>
          <a:bodyPr anchor="ctr">
            <a:noAutofit/>
          </a:bodyPr>
          <a:lstStyle>
            <a:lvl1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максимум</a:t>
            </a:r>
            <a:br>
              <a:rPr lang="ru-RU" dirty="0"/>
            </a:br>
            <a:r>
              <a:rPr lang="ru-RU" dirty="0"/>
              <a:t>в 3 строки</a:t>
            </a:r>
          </a:p>
        </p:txBody>
      </p:sp>
      <p:sp>
        <p:nvSpPr>
          <p:cNvPr id="6" name="Текст 39">
            <a:extLst>
              <a:ext uri="{FF2B5EF4-FFF2-40B4-BE49-F238E27FC236}">
                <a16:creationId xmlns:a16="http://schemas.microsoft.com/office/drawing/2014/main" id="{B6EAA98B-3A09-31BD-A648-0DCD5812836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55490" y="3850509"/>
            <a:ext cx="3268662" cy="126432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</a:t>
            </a:r>
          </a:p>
        </p:txBody>
      </p:sp>
      <p:sp>
        <p:nvSpPr>
          <p:cNvPr id="20" name="Текст 39">
            <a:extLst>
              <a:ext uri="{FF2B5EF4-FFF2-40B4-BE49-F238E27FC236}">
                <a16:creationId xmlns:a16="http://schemas.microsoft.com/office/drawing/2014/main" id="{A1949EF2-B10D-1507-6B1B-5F6FC9B39CE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255490" y="6770217"/>
            <a:ext cx="3268662" cy="902576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rgbClr val="FF254A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максимум</a:t>
            </a:r>
            <a:br>
              <a:rPr lang="ru-RU" dirty="0"/>
            </a:br>
            <a:r>
              <a:rPr lang="ru-RU" dirty="0"/>
              <a:t>в 3 строки</a:t>
            </a:r>
          </a:p>
        </p:txBody>
      </p:sp>
      <p:sp>
        <p:nvSpPr>
          <p:cNvPr id="21" name="Текст 39">
            <a:extLst>
              <a:ext uri="{FF2B5EF4-FFF2-40B4-BE49-F238E27FC236}">
                <a16:creationId xmlns:a16="http://schemas.microsoft.com/office/drawing/2014/main" id="{2D510926-B827-241B-7689-28FB4541629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55490" y="7744589"/>
            <a:ext cx="3268662" cy="1131397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</a:t>
            </a:r>
          </a:p>
        </p:txBody>
      </p:sp>
      <p:sp>
        <p:nvSpPr>
          <p:cNvPr id="9" name="Рисунок 11">
            <a:extLst>
              <a:ext uri="{FF2B5EF4-FFF2-40B4-BE49-F238E27FC236}">
                <a16:creationId xmlns:a16="http://schemas.microsoft.com/office/drawing/2014/main" id="{C9A0EFA3-3808-9A68-073D-654F851695D9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5077862" y="2562225"/>
            <a:ext cx="3902033" cy="6543675"/>
          </a:xfrm>
          <a:prstGeom prst="roundRect">
            <a:avLst>
              <a:gd name="adj" fmla="val 9383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Рисунок 11">
            <a:extLst>
              <a:ext uri="{FF2B5EF4-FFF2-40B4-BE49-F238E27FC236}">
                <a16:creationId xmlns:a16="http://schemas.microsoft.com/office/drawing/2014/main" id="{5111EFB9-9038-5E2E-311F-41C0177B07A0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5077862" y="5829300"/>
            <a:ext cx="3902033" cy="3280833"/>
          </a:xfrm>
          <a:prstGeom prst="roundRect">
            <a:avLst>
              <a:gd name="adj" fmla="val 9383"/>
            </a:avLst>
          </a:prstGeom>
          <a:solidFill>
            <a:schemeClr val="accent5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4D4FB270-60F4-DCC5-1D6B-E1E70563BA1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387223" y="2876137"/>
            <a:ext cx="3268662" cy="902576"/>
          </a:xfrm>
        </p:spPr>
        <p:txBody>
          <a:bodyPr anchor="ctr">
            <a:noAutofit/>
          </a:bodyPr>
          <a:lstStyle>
            <a:lvl1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максимум</a:t>
            </a:r>
            <a:br>
              <a:rPr lang="ru-RU" dirty="0"/>
            </a:br>
            <a:r>
              <a:rPr lang="ru-RU" dirty="0"/>
              <a:t>в 3 строки</a:t>
            </a: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1B558328-3FCD-78A3-0A10-8971B0FF151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387223" y="3850509"/>
            <a:ext cx="3268662" cy="126432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</a:t>
            </a: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19BF5A60-0FD3-BBBB-1F9C-B49FB2E12BA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387223" y="6770217"/>
            <a:ext cx="3268662" cy="902576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rgbClr val="FF254A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максимум</a:t>
            </a:r>
            <a:br>
              <a:rPr lang="ru-RU" dirty="0"/>
            </a:br>
            <a:r>
              <a:rPr lang="ru-RU" dirty="0"/>
              <a:t>в 3 строки</a:t>
            </a: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62F68C15-BA5D-9299-6538-F0219ACD4AD8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87223" y="7744589"/>
            <a:ext cx="3268662" cy="1131397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</a:t>
            </a:r>
          </a:p>
        </p:txBody>
      </p:sp>
      <p:sp>
        <p:nvSpPr>
          <p:cNvPr id="16" name="Рисунок 11">
            <a:extLst>
              <a:ext uri="{FF2B5EF4-FFF2-40B4-BE49-F238E27FC236}">
                <a16:creationId xmlns:a16="http://schemas.microsoft.com/office/drawing/2014/main" id="{6EC76F3B-C000-B75C-8750-9DB0322CB55F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9294262" y="2562225"/>
            <a:ext cx="3902033" cy="6543675"/>
          </a:xfrm>
          <a:prstGeom prst="roundRect">
            <a:avLst>
              <a:gd name="adj" fmla="val 9383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7" name="Рисунок 11">
            <a:extLst>
              <a:ext uri="{FF2B5EF4-FFF2-40B4-BE49-F238E27FC236}">
                <a16:creationId xmlns:a16="http://schemas.microsoft.com/office/drawing/2014/main" id="{F547E68A-1D53-3DF9-153B-BAA8ADF08042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9294262" y="5829300"/>
            <a:ext cx="3902033" cy="3280833"/>
          </a:xfrm>
          <a:prstGeom prst="roundRect">
            <a:avLst>
              <a:gd name="adj" fmla="val 9383"/>
            </a:avLst>
          </a:prstGeom>
          <a:solidFill>
            <a:schemeClr val="accent5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9" name="Текст 39">
            <a:extLst>
              <a:ext uri="{FF2B5EF4-FFF2-40B4-BE49-F238E27FC236}">
                <a16:creationId xmlns:a16="http://schemas.microsoft.com/office/drawing/2014/main" id="{EF48D125-CDB4-A006-843C-AEAD3127A88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603623" y="2876137"/>
            <a:ext cx="3268662" cy="902576"/>
          </a:xfrm>
        </p:spPr>
        <p:txBody>
          <a:bodyPr anchor="ctr">
            <a:noAutofit/>
          </a:bodyPr>
          <a:lstStyle>
            <a:lvl1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максимум</a:t>
            </a:r>
            <a:br>
              <a:rPr lang="ru-RU" dirty="0"/>
            </a:br>
            <a:r>
              <a:rPr lang="ru-RU" dirty="0"/>
              <a:t>в 3 строки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EC0EBE5B-953F-DFF7-E831-49189E95278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603623" y="3850509"/>
            <a:ext cx="3268662" cy="126432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</a:t>
            </a:r>
          </a:p>
        </p:txBody>
      </p:sp>
      <p:sp>
        <p:nvSpPr>
          <p:cNvPr id="45" name="Текст 39">
            <a:extLst>
              <a:ext uri="{FF2B5EF4-FFF2-40B4-BE49-F238E27FC236}">
                <a16:creationId xmlns:a16="http://schemas.microsoft.com/office/drawing/2014/main" id="{55CF7E68-3403-B5AD-4F09-8EA66BF2702F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603623" y="6770217"/>
            <a:ext cx="3268662" cy="902576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rgbClr val="FF254A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максимум</a:t>
            </a:r>
            <a:br>
              <a:rPr lang="ru-RU" dirty="0"/>
            </a:br>
            <a:r>
              <a:rPr lang="ru-RU" dirty="0"/>
              <a:t>в 3 строки</a:t>
            </a:r>
          </a:p>
        </p:txBody>
      </p:sp>
      <p:sp>
        <p:nvSpPr>
          <p:cNvPr id="46" name="Текст 39">
            <a:extLst>
              <a:ext uri="{FF2B5EF4-FFF2-40B4-BE49-F238E27FC236}">
                <a16:creationId xmlns:a16="http://schemas.microsoft.com/office/drawing/2014/main" id="{C447B1D5-A54A-F709-E78C-D47A0045502D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603623" y="7744589"/>
            <a:ext cx="3268662" cy="1131397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</a:t>
            </a:r>
          </a:p>
        </p:txBody>
      </p:sp>
      <p:sp>
        <p:nvSpPr>
          <p:cNvPr id="47" name="Рисунок 11">
            <a:extLst>
              <a:ext uri="{FF2B5EF4-FFF2-40B4-BE49-F238E27FC236}">
                <a16:creationId xmlns:a16="http://schemas.microsoft.com/office/drawing/2014/main" id="{89C07108-EBE9-5585-BE45-88C3B180B6F0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13425995" y="2562225"/>
            <a:ext cx="3902033" cy="6543675"/>
          </a:xfrm>
          <a:prstGeom prst="roundRect">
            <a:avLst>
              <a:gd name="adj" fmla="val 9383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8" name="Рисунок 11">
            <a:extLst>
              <a:ext uri="{FF2B5EF4-FFF2-40B4-BE49-F238E27FC236}">
                <a16:creationId xmlns:a16="http://schemas.microsoft.com/office/drawing/2014/main" id="{AED3CDF3-6597-3F81-16D1-4D602D62E24D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13425995" y="5829300"/>
            <a:ext cx="3902033" cy="3280833"/>
          </a:xfrm>
          <a:prstGeom prst="roundRect">
            <a:avLst>
              <a:gd name="adj" fmla="val 9383"/>
            </a:avLst>
          </a:prstGeom>
          <a:solidFill>
            <a:schemeClr val="accent5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0" name="Текст 39">
            <a:extLst>
              <a:ext uri="{FF2B5EF4-FFF2-40B4-BE49-F238E27FC236}">
                <a16:creationId xmlns:a16="http://schemas.microsoft.com/office/drawing/2014/main" id="{259E1C2B-3AD8-20DA-5C05-959E3B8274D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3735356" y="2876137"/>
            <a:ext cx="3268662" cy="902576"/>
          </a:xfrm>
        </p:spPr>
        <p:txBody>
          <a:bodyPr anchor="ctr">
            <a:noAutofit/>
          </a:bodyPr>
          <a:lstStyle>
            <a:lvl1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максимум</a:t>
            </a:r>
            <a:br>
              <a:rPr lang="ru-RU" dirty="0"/>
            </a:br>
            <a:r>
              <a:rPr lang="ru-RU" dirty="0"/>
              <a:t>в 3 строки</a:t>
            </a:r>
          </a:p>
        </p:txBody>
      </p:sp>
      <p:sp>
        <p:nvSpPr>
          <p:cNvPr id="51" name="Текст 39">
            <a:extLst>
              <a:ext uri="{FF2B5EF4-FFF2-40B4-BE49-F238E27FC236}">
                <a16:creationId xmlns:a16="http://schemas.microsoft.com/office/drawing/2014/main" id="{76B01F81-3113-89AA-AB9D-7371117B2CEF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3735356" y="3850509"/>
            <a:ext cx="3268662" cy="126432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</a:t>
            </a:r>
          </a:p>
        </p:txBody>
      </p:sp>
      <p:sp>
        <p:nvSpPr>
          <p:cNvPr id="52" name="Текст 39">
            <a:extLst>
              <a:ext uri="{FF2B5EF4-FFF2-40B4-BE49-F238E27FC236}">
                <a16:creationId xmlns:a16="http://schemas.microsoft.com/office/drawing/2014/main" id="{471B413E-BDD0-9642-7AEE-5A538AC05B8C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3735356" y="6770217"/>
            <a:ext cx="3268662" cy="902576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rgbClr val="FF254A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максимум</a:t>
            </a:r>
            <a:br>
              <a:rPr lang="ru-RU" dirty="0"/>
            </a:br>
            <a:r>
              <a:rPr lang="ru-RU" dirty="0"/>
              <a:t>в 3 строки</a:t>
            </a:r>
          </a:p>
        </p:txBody>
      </p:sp>
      <p:sp>
        <p:nvSpPr>
          <p:cNvPr id="54" name="Текст 39">
            <a:extLst>
              <a:ext uri="{FF2B5EF4-FFF2-40B4-BE49-F238E27FC236}">
                <a16:creationId xmlns:a16="http://schemas.microsoft.com/office/drawing/2014/main" id="{C9A1F012-62C3-1967-E079-16AA54D7D2C6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3735356" y="7744589"/>
            <a:ext cx="3268662" cy="1131397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</a:t>
            </a:r>
          </a:p>
        </p:txBody>
      </p:sp>
      <p:sp>
        <p:nvSpPr>
          <p:cNvPr id="3" name="Рисунок 16">
            <a:extLst>
              <a:ext uri="{FF2B5EF4-FFF2-40B4-BE49-F238E27FC236}">
                <a16:creationId xmlns:a16="http://schemas.microsoft.com/office/drawing/2014/main" id="{A5E89B2F-8D8F-A5E3-7D04-434665BAD7B7}"/>
              </a:ext>
            </a:extLst>
          </p:cNvPr>
          <p:cNvSpPr>
            <a:spLocks noGrp="1"/>
          </p:cNvSpPr>
          <p:nvPr>
            <p:ph type="pic" sz="quarter" idx="82" hasCustomPrompt="1"/>
          </p:nvPr>
        </p:nvSpPr>
        <p:spPr>
          <a:xfrm>
            <a:off x="1255490" y="6092014"/>
            <a:ext cx="620463" cy="606407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Рисунок 16">
            <a:extLst>
              <a:ext uri="{FF2B5EF4-FFF2-40B4-BE49-F238E27FC236}">
                <a16:creationId xmlns:a16="http://schemas.microsoft.com/office/drawing/2014/main" id="{6169AD12-0310-2BEC-695C-019F3805ED61}"/>
              </a:ext>
            </a:extLst>
          </p:cNvPr>
          <p:cNvSpPr>
            <a:spLocks noGrp="1"/>
          </p:cNvSpPr>
          <p:nvPr>
            <p:ph type="pic" sz="quarter" idx="83" hasCustomPrompt="1"/>
          </p:nvPr>
        </p:nvSpPr>
        <p:spPr>
          <a:xfrm>
            <a:off x="5403572" y="6092014"/>
            <a:ext cx="620463" cy="606407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2" name="Рисунок 16">
            <a:extLst>
              <a:ext uri="{FF2B5EF4-FFF2-40B4-BE49-F238E27FC236}">
                <a16:creationId xmlns:a16="http://schemas.microsoft.com/office/drawing/2014/main" id="{E5CCBA3C-5DDF-06B9-9449-E6A98C7F1082}"/>
              </a:ext>
            </a:extLst>
          </p:cNvPr>
          <p:cNvSpPr>
            <a:spLocks noGrp="1"/>
          </p:cNvSpPr>
          <p:nvPr>
            <p:ph type="pic" sz="quarter" idx="84" hasCustomPrompt="1"/>
          </p:nvPr>
        </p:nvSpPr>
        <p:spPr>
          <a:xfrm>
            <a:off x="9603783" y="6092014"/>
            <a:ext cx="620463" cy="606407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3" name="Рисунок 16">
            <a:extLst>
              <a:ext uri="{FF2B5EF4-FFF2-40B4-BE49-F238E27FC236}">
                <a16:creationId xmlns:a16="http://schemas.microsoft.com/office/drawing/2014/main" id="{3B94C2D1-98E2-BB71-81AA-DCD02B7EC66F}"/>
              </a:ext>
            </a:extLst>
          </p:cNvPr>
          <p:cNvSpPr>
            <a:spLocks noGrp="1"/>
          </p:cNvSpPr>
          <p:nvPr>
            <p:ph type="pic" sz="quarter" idx="85" hasCustomPrompt="1"/>
          </p:nvPr>
        </p:nvSpPr>
        <p:spPr>
          <a:xfrm>
            <a:off x="13735356" y="6092014"/>
            <a:ext cx="620463" cy="606407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8" name="Рисунок 3">
            <a:extLst>
              <a:ext uri="{FF2B5EF4-FFF2-40B4-BE49-F238E27FC236}">
                <a16:creationId xmlns:a16="http://schemas.microsoft.com/office/drawing/2014/main" id="{FD758BD8-E9B3-A10A-A3D4-5B07296D97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4" name="Текст 16">
            <a:extLst>
              <a:ext uri="{FF2B5EF4-FFF2-40B4-BE49-F238E27FC236}">
                <a16:creationId xmlns:a16="http://schemas.microsoft.com/office/drawing/2014/main" id="{FE19ACCF-520D-AC6E-B81F-EFCE97D7960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25" name="Текст 16">
            <a:extLst>
              <a:ext uri="{FF2B5EF4-FFF2-40B4-BE49-F238E27FC236}">
                <a16:creationId xmlns:a16="http://schemas.microsoft.com/office/drawing/2014/main" id="{67D05A0B-1F18-31FA-17C0-E24B51BCC24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45802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диаграммы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Текст 39">
            <a:extLst>
              <a:ext uri="{FF2B5EF4-FFF2-40B4-BE49-F238E27FC236}">
                <a16:creationId xmlns:a16="http://schemas.microsoft.com/office/drawing/2014/main" id="{2A8D7BDE-8D27-99EF-367C-17D0B4574BE8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52500" y="8094981"/>
            <a:ext cx="5103916" cy="300408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01A7116A-174B-2749-718A-1FBBE0393FD9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52500" y="8451453"/>
            <a:ext cx="5103916" cy="1011931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E1C197A4-6237-671D-10A0-139D48DD546E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6536592" y="8094981"/>
            <a:ext cx="5103916" cy="300408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Текст 39">
            <a:extLst>
              <a:ext uri="{FF2B5EF4-FFF2-40B4-BE49-F238E27FC236}">
                <a16:creationId xmlns:a16="http://schemas.microsoft.com/office/drawing/2014/main" id="{89EE3F70-1506-4B13-7A96-81FFFD8AE915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6536592" y="8451453"/>
            <a:ext cx="5103916" cy="1011931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20" name="Текст 39">
            <a:extLst>
              <a:ext uri="{FF2B5EF4-FFF2-40B4-BE49-F238E27FC236}">
                <a16:creationId xmlns:a16="http://schemas.microsoft.com/office/drawing/2014/main" id="{DCA2C106-AB65-619C-F641-51D31918A869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2106275" y="8094981"/>
            <a:ext cx="5103916" cy="300408"/>
          </a:xfrm>
        </p:spPr>
        <p:txBody>
          <a:bodyPr anchor="ctr">
            <a:noAutofit/>
          </a:bodyPr>
          <a:lstStyle>
            <a:lvl1pPr algn="l"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1" name="Текст 39">
            <a:extLst>
              <a:ext uri="{FF2B5EF4-FFF2-40B4-BE49-F238E27FC236}">
                <a16:creationId xmlns:a16="http://schemas.microsoft.com/office/drawing/2014/main" id="{46256BA3-012D-02BA-8FA7-93085C3CCA88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12106275" y="8451453"/>
            <a:ext cx="5103916" cy="1011931"/>
          </a:xfrm>
        </p:spPr>
        <p:txBody>
          <a:bodyPr>
            <a:noAutofit/>
          </a:bodyPr>
          <a:lstStyle>
            <a:lvl1pPr algn="l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23" name="Диаграмма 22">
            <a:extLst>
              <a:ext uri="{FF2B5EF4-FFF2-40B4-BE49-F238E27FC236}">
                <a16:creationId xmlns:a16="http://schemas.microsoft.com/office/drawing/2014/main" id="{8C11CD6C-195D-B0A2-774F-FC5F961CC85A}"/>
              </a:ext>
            </a:extLst>
          </p:cNvPr>
          <p:cNvSpPr>
            <a:spLocks noGrp="1"/>
          </p:cNvSpPr>
          <p:nvPr>
            <p:ph type="chart" sz="quarter" idx="76" hasCustomPrompt="1"/>
          </p:nvPr>
        </p:nvSpPr>
        <p:spPr>
          <a:xfrm>
            <a:off x="952500" y="2381996"/>
            <a:ext cx="5226050" cy="52260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4" name="Диаграмма 22">
            <a:extLst>
              <a:ext uri="{FF2B5EF4-FFF2-40B4-BE49-F238E27FC236}">
                <a16:creationId xmlns:a16="http://schemas.microsoft.com/office/drawing/2014/main" id="{63FBCE6B-9878-14BF-3AA8-2568EE79A2CF}"/>
              </a:ext>
            </a:extLst>
          </p:cNvPr>
          <p:cNvSpPr>
            <a:spLocks noGrp="1"/>
          </p:cNvSpPr>
          <p:nvPr>
            <p:ph type="chart" sz="quarter" idx="77" hasCustomPrompt="1"/>
          </p:nvPr>
        </p:nvSpPr>
        <p:spPr>
          <a:xfrm>
            <a:off x="6530975" y="2381996"/>
            <a:ext cx="5226050" cy="52260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5" name="Диаграмма 22">
            <a:extLst>
              <a:ext uri="{FF2B5EF4-FFF2-40B4-BE49-F238E27FC236}">
                <a16:creationId xmlns:a16="http://schemas.microsoft.com/office/drawing/2014/main" id="{AFF224BF-E50F-47D1-DA2D-F2E1ABCBC5EA}"/>
              </a:ext>
            </a:extLst>
          </p:cNvPr>
          <p:cNvSpPr>
            <a:spLocks noGrp="1"/>
          </p:cNvSpPr>
          <p:nvPr>
            <p:ph type="chart" sz="quarter" idx="78" hasCustomPrompt="1"/>
          </p:nvPr>
        </p:nvSpPr>
        <p:spPr>
          <a:xfrm>
            <a:off x="12106275" y="2381996"/>
            <a:ext cx="5226050" cy="52260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Рисунок 3">
            <a:extLst>
              <a:ext uri="{FF2B5EF4-FFF2-40B4-BE49-F238E27FC236}">
                <a16:creationId xmlns:a16="http://schemas.microsoft.com/office/drawing/2014/main" id="{65DC0DD3-BEBD-7864-3381-5C85DAE65F7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" name="Текст 16">
            <a:extLst>
              <a:ext uri="{FF2B5EF4-FFF2-40B4-BE49-F238E27FC236}">
                <a16:creationId xmlns:a16="http://schemas.microsoft.com/office/drawing/2014/main" id="{9E9FB36F-50FD-1A95-B2C1-884A056ABA2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7" name="Текст 16">
            <a:extLst>
              <a:ext uri="{FF2B5EF4-FFF2-40B4-BE49-F238E27FC236}">
                <a16:creationId xmlns:a16="http://schemas.microsoft.com/office/drawing/2014/main" id="{1C6E6110-D283-9C34-74ED-BC0762917C4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447421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диаграмм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11">
            <a:extLst>
              <a:ext uri="{FF2B5EF4-FFF2-40B4-BE49-F238E27FC236}">
                <a16:creationId xmlns:a16="http://schemas.microsoft.com/office/drawing/2014/main" id="{07365A86-B668-BAB5-C3EA-95FF555F4743}"/>
              </a:ext>
            </a:extLst>
          </p:cNvPr>
          <p:cNvSpPr>
            <a:spLocks noGrp="1"/>
          </p:cNvSpPr>
          <p:nvPr>
            <p:ph type="pic" sz="quarter" idx="77" hasCustomPrompt="1"/>
          </p:nvPr>
        </p:nvSpPr>
        <p:spPr>
          <a:xfrm>
            <a:off x="11255205" y="2476500"/>
            <a:ext cx="6080292" cy="6543675"/>
          </a:xfrm>
          <a:prstGeom prst="roundRect">
            <a:avLst>
              <a:gd name="adj" fmla="val 938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72" name="Диаграмма 22">
            <a:extLst>
              <a:ext uri="{FF2B5EF4-FFF2-40B4-BE49-F238E27FC236}">
                <a16:creationId xmlns:a16="http://schemas.microsoft.com/office/drawing/2014/main" id="{41DBB872-D507-7D27-7720-2B7267A2B287}"/>
              </a:ext>
            </a:extLst>
          </p:cNvPr>
          <p:cNvSpPr>
            <a:spLocks noGrp="1"/>
          </p:cNvSpPr>
          <p:nvPr>
            <p:ph type="chart" sz="quarter" idx="76" hasCustomPrompt="1"/>
          </p:nvPr>
        </p:nvSpPr>
        <p:spPr>
          <a:xfrm>
            <a:off x="2847973" y="3246386"/>
            <a:ext cx="5276851" cy="52768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127" name="Текст 39">
            <a:extLst>
              <a:ext uri="{FF2B5EF4-FFF2-40B4-BE49-F238E27FC236}">
                <a16:creationId xmlns:a16="http://schemas.microsoft.com/office/drawing/2014/main" id="{A5A47C6B-E69D-1238-BF76-327A4A78908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42975" y="3361190"/>
            <a:ext cx="2118725" cy="766763"/>
          </a:xfrm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первого</a:t>
            </a:r>
          </a:p>
          <a:p>
            <a:pPr lvl="0"/>
            <a:r>
              <a:rPr lang="ru-RU" dirty="0"/>
              <a:t>показателя в две</a:t>
            </a:r>
          </a:p>
          <a:p>
            <a:pPr lvl="0"/>
            <a:r>
              <a:rPr lang="ru-RU" dirty="0"/>
              <a:t>или три строки</a:t>
            </a:r>
          </a:p>
        </p:txBody>
      </p:sp>
      <p:sp>
        <p:nvSpPr>
          <p:cNvPr id="128" name="Текст 39">
            <a:extLst>
              <a:ext uri="{FF2B5EF4-FFF2-40B4-BE49-F238E27FC236}">
                <a16:creationId xmlns:a16="http://schemas.microsoft.com/office/drawing/2014/main" id="{7521124C-2AEF-20B9-1522-FBC4282F967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42976" y="2768259"/>
            <a:ext cx="2118724" cy="541678"/>
          </a:xfrm>
        </p:spPr>
        <p:txBody>
          <a:bodyPr anchor="ctr">
            <a:noAutofit/>
          </a:bodyPr>
          <a:lstStyle>
            <a:lvl1pPr algn="ctr">
              <a:defRPr sz="4400" b="1" i="0">
                <a:solidFill>
                  <a:srgbClr val="FF0000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129" name="Текст 39">
            <a:extLst>
              <a:ext uri="{FF2B5EF4-FFF2-40B4-BE49-F238E27FC236}">
                <a16:creationId xmlns:a16="http://schemas.microsoft.com/office/drawing/2014/main" id="{3F6E8EB4-17F7-5315-0ED2-512706F527C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912185" y="3361190"/>
            <a:ext cx="2118725" cy="766763"/>
          </a:xfrm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первого</a:t>
            </a:r>
          </a:p>
          <a:p>
            <a:pPr lvl="0"/>
            <a:r>
              <a:rPr lang="ru-RU" dirty="0"/>
              <a:t>показателя в две</a:t>
            </a:r>
          </a:p>
          <a:p>
            <a:pPr lvl="0"/>
            <a:r>
              <a:rPr lang="ru-RU" dirty="0"/>
              <a:t>или три строки</a:t>
            </a:r>
          </a:p>
        </p:txBody>
      </p:sp>
      <p:sp>
        <p:nvSpPr>
          <p:cNvPr id="130" name="Текст 39">
            <a:extLst>
              <a:ext uri="{FF2B5EF4-FFF2-40B4-BE49-F238E27FC236}">
                <a16:creationId xmlns:a16="http://schemas.microsoft.com/office/drawing/2014/main" id="{12CDE458-FE06-68C1-202F-234B4EB966D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912186" y="2768259"/>
            <a:ext cx="2118724" cy="541678"/>
          </a:xfrm>
        </p:spPr>
        <p:txBody>
          <a:bodyPr anchor="ctr">
            <a:noAutofit/>
          </a:bodyPr>
          <a:lstStyle>
            <a:lvl1pPr algn="ctr">
              <a:defRPr sz="4400" b="1" i="0">
                <a:solidFill>
                  <a:srgbClr val="FF0000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131" name="Текст 39">
            <a:extLst>
              <a:ext uri="{FF2B5EF4-FFF2-40B4-BE49-F238E27FC236}">
                <a16:creationId xmlns:a16="http://schemas.microsoft.com/office/drawing/2014/main" id="{FAA41082-4BB5-D4A1-74FF-1E8B77119CA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42975" y="8303893"/>
            <a:ext cx="2118725" cy="766763"/>
          </a:xfrm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первого</a:t>
            </a:r>
          </a:p>
          <a:p>
            <a:pPr lvl="0"/>
            <a:r>
              <a:rPr lang="ru-RU" dirty="0"/>
              <a:t>показателя в две</a:t>
            </a:r>
          </a:p>
          <a:p>
            <a:pPr lvl="0"/>
            <a:r>
              <a:rPr lang="ru-RU" dirty="0"/>
              <a:t>или три строки</a:t>
            </a:r>
          </a:p>
        </p:txBody>
      </p:sp>
      <p:sp>
        <p:nvSpPr>
          <p:cNvPr id="132" name="Текст 39">
            <a:extLst>
              <a:ext uri="{FF2B5EF4-FFF2-40B4-BE49-F238E27FC236}">
                <a16:creationId xmlns:a16="http://schemas.microsoft.com/office/drawing/2014/main" id="{22269FBA-A883-A656-95ED-8028D516ABB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42976" y="7710962"/>
            <a:ext cx="2118724" cy="541678"/>
          </a:xfrm>
        </p:spPr>
        <p:txBody>
          <a:bodyPr anchor="ctr">
            <a:noAutofit/>
          </a:bodyPr>
          <a:lstStyle>
            <a:lvl1pPr algn="ctr">
              <a:defRPr sz="4400" b="1" i="0">
                <a:solidFill>
                  <a:srgbClr val="FF0000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133" name="Текст 39">
            <a:extLst>
              <a:ext uri="{FF2B5EF4-FFF2-40B4-BE49-F238E27FC236}">
                <a16:creationId xmlns:a16="http://schemas.microsoft.com/office/drawing/2014/main" id="{64894D22-4584-B077-18AF-AE157DBD5D79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912185" y="8303893"/>
            <a:ext cx="2118725" cy="766763"/>
          </a:xfrm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первого</a:t>
            </a:r>
          </a:p>
          <a:p>
            <a:pPr lvl="0"/>
            <a:r>
              <a:rPr lang="ru-RU" dirty="0"/>
              <a:t>показателя в две</a:t>
            </a:r>
          </a:p>
          <a:p>
            <a:pPr lvl="0"/>
            <a:r>
              <a:rPr lang="ru-RU" dirty="0"/>
              <a:t>или три строки</a:t>
            </a:r>
          </a:p>
        </p:txBody>
      </p:sp>
      <p:sp>
        <p:nvSpPr>
          <p:cNvPr id="134" name="Текст 39">
            <a:extLst>
              <a:ext uri="{FF2B5EF4-FFF2-40B4-BE49-F238E27FC236}">
                <a16:creationId xmlns:a16="http://schemas.microsoft.com/office/drawing/2014/main" id="{CC75A5FE-D16E-FE65-B4D8-4E842BAB224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912186" y="7710962"/>
            <a:ext cx="2118724" cy="541678"/>
          </a:xfrm>
        </p:spPr>
        <p:txBody>
          <a:bodyPr anchor="ctr">
            <a:noAutofit/>
          </a:bodyPr>
          <a:lstStyle>
            <a:lvl1pPr algn="ctr">
              <a:defRPr sz="4400" b="1" i="0">
                <a:solidFill>
                  <a:srgbClr val="FF0000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153" name="Текст 39">
            <a:extLst>
              <a:ext uri="{FF2B5EF4-FFF2-40B4-BE49-F238E27FC236}">
                <a16:creationId xmlns:a16="http://schemas.microsoft.com/office/drawing/2014/main" id="{E03A95FF-6F7D-DA1F-CF59-FE3041DDDDA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689492" y="4666737"/>
            <a:ext cx="5137062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5" name="Текст 39">
            <a:extLst>
              <a:ext uri="{FF2B5EF4-FFF2-40B4-BE49-F238E27FC236}">
                <a16:creationId xmlns:a16="http://schemas.microsoft.com/office/drawing/2014/main" id="{7FB79F36-41E1-A188-D2BF-286F18930B9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689492" y="2871923"/>
            <a:ext cx="5137062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6" name="Текст 39">
            <a:extLst>
              <a:ext uri="{FF2B5EF4-FFF2-40B4-BE49-F238E27FC236}">
                <a16:creationId xmlns:a16="http://schemas.microsoft.com/office/drawing/2014/main" id="{37656241-9F1D-374E-86F1-D241D46D17C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999439" y="3368509"/>
            <a:ext cx="2019301" cy="986476"/>
          </a:xfrm>
        </p:spPr>
        <p:txBody>
          <a:bodyPr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57" name="Текст 39">
            <a:extLst>
              <a:ext uri="{FF2B5EF4-FFF2-40B4-BE49-F238E27FC236}">
                <a16:creationId xmlns:a16="http://schemas.microsoft.com/office/drawing/2014/main" id="{07F0A62C-F512-4A9D-26DA-454F9968157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4433720" y="3368509"/>
            <a:ext cx="2019301" cy="986476"/>
          </a:xfrm>
        </p:spPr>
        <p:txBody>
          <a:bodyPr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pic>
        <p:nvPicPr>
          <p:cNvPr id="159" name="Frame 2131330160" descr="preencoded.png">
            <a:extLst>
              <a:ext uri="{FF2B5EF4-FFF2-40B4-BE49-F238E27FC236}">
                <a16:creationId xmlns:a16="http://schemas.microsoft.com/office/drawing/2014/main" id="{C2B09D12-2763-9125-7D19-956AD5D862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689492" y="5238750"/>
            <a:ext cx="419100" cy="419100"/>
          </a:xfrm>
          <a:prstGeom prst="rect">
            <a:avLst/>
          </a:prstGeom>
        </p:spPr>
      </p:pic>
      <p:sp>
        <p:nvSpPr>
          <p:cNvPr id="160" name="Текст 41">
            <a:extLst>
              <a:ext uri="{FF2B5EF4-FFF2-40B4-BE49-F238E27FC236}">
                <a16:creationId xmlns:a16="http://schemas.microsoft.com/office/drawing/2014/main" id="{A1332958-170C-CC01-4E4F-6976BD85B6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689492" y="5238750"/>
            <a:ext cx="419100" cy="419100"/>
          </a:xfrm>
        </p:spPr>
        <p:txBody>
          <a:bodyPr anchor="ctr">
            <a:noAutofit/>
          </a:bodyPr>
          <a:lstStyle>
            <a:lvl1pPr algn="ctr">
              <a:defRPr sz="16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162" name="Текст 39">
            <a:extLst>
              <a:ext uri="{FF2B5EF4-FFF2-40B4-BE49-F238E27FC236}">
                <a16:creationId xmlns:a16="http://schemas.microsoft.com/office/drawing/2014/main" id="{4F2731CB-C127-B6FB-2F28-C6A8335450E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1689492" y="5815146"/>
            <a:ext cx="2520778" cy="978145"/>
          </a:xfrm>
        </p:spPr>
        <p:txBody>
          <a:bodyPr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pic>
        <p:nvPicPr>
          <p:cNvPr id="163" name="Frame 2131330160" descr="preencoded.png">
            <a:extLst>
              <a:ext uri="{FF2B5EF4-FFF2-40B4-BE49-F238E27FC236}">
                <a16:creationId xmlns:a16="http://schemas.microsoft.com/office/drawing/2014/main" id="{6B06E27E-615A-EC29-31D2-3D5DC716C0C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4432692" y="5238750"/>
            <a:ext cx="419100" cy="419100"/>
          </a:xfrm>
          <a:prstGeom prst="rect">
            <a:avLst/>
          </a:prstGeom>
        </p:spPr>
      </p:pic>
      <p:sp>
        <p:nvSpPr>
          <p:cNvPr id="164" name="Текст 41">
            <a:extLst>
              <a:ext uri="{FF2B5EF4-FFF2-40B4-BE49-F238E27FC236}">
                <a16:creationId xmlns:a16="http://schemas.microsoft.com/office/drawing/2014/main" id="{B90FEF15-82B7-D2E8-81A9-3625AA06EA2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4432692" y="5238750"/>
            <a:ext cx="419100" cy="419100"/>
          </a:xfrm>
        </p:spPr>
        <p:txBody>
          <a:bodyPr anchor="ctr">
            <a:noAutofit/>
          </a:bodyPr>
          <a:lstStyle>
            <a:lvl1pPr algn="ctr">
              <a:defRPr sz="16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165" name="Текст 39">
            <a:extLst>
              <a:ext uri="{FF2B5EF4-FFF2-40B4-BE49-F238E27FC236}">
                <a16:creationId xmlns:a16="http://schemas.microsoft.com/office/drawing/2014/main" id="{32CB13ED-2A3E-CEDE-3D14-26EE6726051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4432692" y="5815146"/>
            <a:ext cx="2520778" cy="978145"/>
          </a:xfrm>
        </p:spPr>
        <p:txBody>
          <a:bodyPr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pic>
        <p:nvPicPr>
          <p:cNvPr id="166" name="Frame 2131330160" descr="preencoded.png">
            <a:extLst>
              <a:ext uri="{FF2B5EF4-FFF2-40B4-BE49-F238E27FC236}">
                <a16:creationId xmlns:a16="http://schemas.microsoft.com/office/drawing/2014/main" id="{89F0AE78-5A43-238F-563F-E00EDD0714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689492" y="6968696"/>
            <a:ext cx="419100" cy="419100"/>
          </a:xfrm>
          <a:prstGeom prst="rect">
            <a:avLst/>
          </a:prstGeom>
        </p:spPr>
      </p:pic>
      <p:sp>
        <p:nvSpPr>
          <p:cNvPr id="167" name="Текст 41">
            <a:extLst>
              <a:ext uri="{FF2B5EF4-FFF2-40B4-BE49-F238E27FC236}">
                <a16:creationId xmlns:a16="http://schemas.microsoft.com/office/drawing/2014/main" id="{E16F8228-1AB8-B55E-AC7B-BA1799CE9E8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1689492" y="6968696"/>
            <a:ext cx="419100" cy="419100"/>
          </a:xfrm>
        </p:spPr>
        <p:txBody>
          <a:bodyPr anchor="ctr">
            <a:noAutofit/>
          </a:bodyPr>
          <a:lstStyle>
            <a:lvl1pPr algn="ctr">
              <a:defRPr sz="16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168" name="Текст 39">
            <a:extLst>
              <a:ext uri="{FF2B5EF4-FFF2-40B4-BE49-F238E27FC236}">
                <a16:creationId xmlns:a16="http://schemas.microsoft.com/office/drawing/2014/main" id="{DE29769E-2835-18A6-5CF3-CA771C600FE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1689492" y="7545092"/>
            <a:ext cx="2520778" cy="978145"/>
          </a:xfrm>
        </p:spPr>
        <p:txBody>
          <a:bodyPr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pic>
        <p:nvPicPr>
          <p:cNvPr id="169" name="Frame 2131330160" descr="preencoded.png">
            <a:extLst>
              <a:ext uri="{FF2B5EF4-FFF2-40B4-BE49-F238E27FC236}">
                <a16:creationId xmlns:a16="http://schemas.microsoft.com/office/drawing/2014/main" id="{C249E3D2-FD64-33BF-2336-360C147FC0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4432692" y="6968696"/>
            <a:ext cx="419100" cy="419100"/>
          </a:xfrm>
          <a:prstGeom prst="rect">
            <a:avLst/>
          </a:prstGeom>
        </p:spPr>
      </p:pic>
      <p:sp>
        <p:nvSpPr>
          <p:cNvPr id="170" name="Текст 41">
            <a:extLst>
              <a:ext uri="{FF2B5EF4-FFF2-40B4-BE49-F238E27FC236}">
                <a16:creationId xmlns:a16="http://schemas.microsoft.com/office/drawing/2014/main" id="{CC8A1C5E-CD52-04B2-5F9A-EA9EA222F5D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4432692" y="6968696"/>
            <a:ext cx="419100" cy="419100"/>
          </a:xfrm>
        </p:spPr>
        <p:txBody>
          <a:bodyPr anchor="ctr">
            <a:noAutofit/>
          </a:bodyPr>
          <a:lstStyle>
            <a:lvl1pPr algn="ctr">
              <a:defRPr sz="1600" b="1" i="0" spc="-15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171" name="Текст 39">
            <a:extLst>
              <a:ext uri="{FF2B5EF4-FFF2-40B4-BE49-F238E27FC236}">
                <a16:creationId xmlns:a16="http://schemas.microsoft.com/office/drawing/2014/main" id="{342FA4F9-D0DD-6C31-9367-9169D26B0F4D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4432692" y="7545092"/>
            <a:ext cx="2520778" cy="978145"/>
          </a:xfrm>
        </p:spPr>
        <p:txBody>
          <a:bodyPr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4" name="Рисунок 16">
            <a:extLst>
              <a:ext uri="{FF2B5EF4-FFF2-40B4-BE49-F238E27FC236}">
                <a16:creationId xmlns:a16="http://schemas.microsoft.com/office/drawing/2014/main" id="{431613E3-A76C-7A3E-79A1-2CC8A53E634B}"/>
              </a:ext>
            </a:extLst>
          </p:cNvPr>
          <p:cNvSpPr>
            <a:spLocks noGrp="1"/>
          </p:cNvSpPr>
          <p:nvPr>
            <p:ph type="pic" sz="quarter" idx="82" hasCustomPrompt="1"/>
          </p:nvPr>
        </p:nvSpPr>
        <p:spPr>
          <a:xfrm>
            <a:off x="11689492" y="3368509"/>
            <a:ext cx="245105" cy="239552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" name="Рисунок 16">
            <a:extLst>
              <a:ext uri="{FF2B5EF4-FFF2-40B4-BE49-F238E27FC236}">
                <a16:creationId xmlns:a16="http://schemas.microsoft.com/office/drawing/2014/main" id="{149590A7-FFA3-344C-0F0D-27ED65EA43CB}"/>
              </a:ext>
            </a:extLst>
          </p:cNvPr>
          <p:cNvSpPr>
            <a:spLocks noGrp="1"/>
          </p:cNvSpPr>
          <p:nvPr>
            <p:ph type="pic" sz="quarter" idx="83" hasCustomPrompt="1"/>
          </p:nvPr>
        </p:nvSpPr>
        <p:spPr>
          <a:xfrm>
            <a:off x="14140460" y="3368509"/>
            <a:ext cx="245105" cy="239552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Рисунок 3">
            <a:extLst>
              <a:ext uri="{FF2B5EF4-FFF2-40B4-BE49-F238E27FC236}">
                <a16:creationId xmlns:a16="http://schemas.microsoft.com/office/drawing/2014/main" id="{990F34E3-8731-C9DB-16F2-8EE58685252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Текст 16">
            <a:extLst>
              <a:ext uri="{FF2B5EF4-FFF2-40B4-BE49-F238E27FC236}">
                <a16:creationId xmlns:a16="http://schemas.microsoft.com/office/drawing/2014/main" id="{9E3FCA17-D7AB-FF82-09DB-577DDB3DB68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0" name="Текст 16">
            <a:extLst>
              <a:ext uri="{FF2B5EF4-FFF2-40B4-BE49-F238E27FC236}">
                <a16:creationId xmlns:a16="http://schemas.microsoft.com/office/drawing/2014/main" id="{B115E20B-78B2-0950-8D06-018BE14478F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56685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диаграммы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11">
            <a:extLst>
              <a:ext uri="{FF2B5EF4-FFF2-40B4-BE49-F238E27FC236}">
                <a16:creationId xmlns:a16="http://schemas.microsoft.com/office/drawing/2014/main" id="{963EB750-7331-E33F-912D-B0874AAA9528}"/>
              </a:ext>
            </a:extLst>
          </p:cNvPr>
          <p:cNvSpPr>
            <a:spLocks noGrp="1"/>
          </p:cNvSpPr>
          <p:nvPr>
            <p:ph type="pic" sz="quarter" idx="93" hasCustomPrompt="1"/>
          </p:nvPr>
        </p:nvSpPr>
        <p:spPr>
          <a:xfrm>
            <a:off x="9391648" y="2476500"/>
            <a:ext cx="7943849" cy="6543675"/>
          </a:xfrm>
          <a:prstGeom prst="roundRect">
            <a:avLst>
              <a:gd name="adj" fmla="val 938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Рисунок 11">
            <a:extLst>
              <a:ext uri="{FF2B5EF4-FFF2-40B4-BE49-F238E27FC236}">
                <a16:creationId xmlns:a16="http://schemas.microsoft.com/office/drawing/2014/main" id="{B2741B01-825A-7674-CFD4-EF2630FA539F}"/>
              </a:ext>
            </a:extLst>
          </p:cNvPr>
          <p:cNvSpPr>
            <a:spLocks noGrp="1"/>
          </p:cNvSpPr>
          <p:nvPr>
            <p:ph type="pic" sz="quarter" idx="94" hasCustomPrompt="1"/>
          </p:nvPr>
        </p:nvSpPr>
        <p:spPr>
          <a:xfrm>
            <a:off x="964043" y="2466446"/>
            <a:ext cx="7943849" cy="6543675"/>
          </a:xfrm>
          <a:prstGeom prst="roundRect">
            <a:avLst>
              <a:gd name="adj" fmla="val 938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72" name="Диаграмма 22">
            <a:extLst>
              <a:ext uri="{FF2B5EF4-FFF2-40B4-BE49-F238E27FC236}">
                <a16:creationId xmlns:a16="http://schemas.microsoft.com/office/drawing/2014/main" id="{41DBB872-D507-7D27-7720-2B7267A2B287}"/>
              </a:ext>
            </a:extLst>
          </p:cNvPr>
          <p:cNvSpPr>
            <a:spLocks noGrp="1"/>
          </p:cNvSpPr>
          <p:nvPr>
            <p:ph type="chart" sz="quarter" idx="76" hasCustomPrompt="1"/>
          </p:nvPr>
        </p:nvSpPr>
        <p:spPr>
          <a:xfrm>
            <a:off x="11225287" y="3983471"/>
            <a:ext cx="4299432" cy="4299431"/>
          </a:xfrm>
        </p:spPr>
        <p:txBody>
          <a:bodyPr anchor="ctr">
            <a:normAutofit/>
          </a:bodyPr>
          <a:lstStyle>
            <a:lvl1pPr algn="ctr">
              <a:defRPr sz="20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127" name="Текст 39">
            <a:extLst>
              <a:ext uri="{FF2B5EF4-FFF2-40B4-BE49-F238E27FC236}">
                <a16:creationId xmlns:a16="http://schemas.microsoft.com/office/drawing/2014/main" id="{A5A47C6B-E69D-1238-BF76-327A4A78908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778059" y="4342100"/>
            <a:ext cx="1651944" cy="555902"/>
          </a:xfrm>
        </p:spPr>
        <p:txBody>
          <a:bodyPr anchor="ctr">
            <a:noAutofit/>
          </a:bodyPr>
          <a:lstStyle>
            <a:lvl1pPr algn="ctr">
              <a:defRPr sz="105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первого</a:t>
            </a:r>
          </a:p>
          <a:p>
            <a:pPr lvl="0"/>
            <a:r>
              <a:rPr lang="ru-RU" dirty="0"/>
              <a:t>показателя в две</a:t>
            </a:r>
          </a:p>
          <a:p>
            <a:pPr lvl="0"/>
            <a:r>
              <a:rPr lang="ru-RU" dirty="0"/>
              <a:t>или три строки</a:t>
            </a:r>
          </a:p>
        </p:txBody>
      </p:sp>
      <p:sp>
        <p:nvSpPr>
          <p:cNvPr id="128" name="Текст 39">
            <a:extLst>
              <a:ext uri="{FF2B5EF4-FFF2-40B4-BE49-F238E27FC236}">
                <a16:creationId xmlns:a16="http://schemas.microsoft.com/office/drawing/2014/main" id="{7521124C-2AEF-20B9-1522-FBC4282F967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778059" y="3806227"/>
            <a:ext cx="1651944" cy="456855"/>
          </a:xfrm>
        </p:spPr>
        <p:txBody>
          <a:bodyPr anchor="ctr">
            <a:noAutofit/>
          </a:bodyPr>
          <a:lstStyle>
            <a:lvl1pPr algn="ctr">
              <a:defRPr sz="4000" b="1" i="0">
                <a:solidFill>
                  <a:srgbClr val="FF0000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25" name="Текст 39">
            <a:extLst>
              <a:ext uri="{FF2B5EF4-FFF2-40B4-BE49-F238E27FC236}">
                <a16:creationId xmlns:a16="http://schemas.microsoft.com/office/drawing/2014/main" id="{15310FBD-2051-D1A6-9F69-E7613F49FE5D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15326243" y="4342100"/>
            <a:ext cx="1651944" cy="555902"/>
          </a:xfrm>
        </p:spPr>
        <p:txBody>
          <a:bodyPr anchor="ctr">
            <a:noAutofit/>
          </a:bodyPr>
          <a:lstStyle>
            <a:lvl1pPr algn="ctr">
              <a:defRPr sz="105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первого</a:t>
            </a:r>
          </a:p>
          <a:p>
            <a:pPr lvl="0"/>
            <a:r>
              <a:rPr lang="ru-RU" dirty="0"/>
              <a:t>показателя в две</a:t>
            </a:r>
          </a:p>
          <a:p>
            <a:pPr lvl="0"/>
            <a:r>
              <a:rPr lang="ru-RU" dirty="0"/>
              <a:t>или три строки</a:t>
            </a:r>
          </a:p>
        </p:txBody>
      </p:sp>
      <p:sp>
        <p:nvSpPr>
          <p:cNvPr id="26" name="Текст 39">
            <a:extLst>
              <a:ext uri="{FF2B5EF4-FFF2-40B4-BE49-F238E27FC236}">
                <a16:creationId xmlns:a16="http://schemas.microsoft.com/office/drawing/2014/main" id="{0CE4560E-8290-EA92-AEE5-C9D7E4186568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15326243" y="3806227"/>
            <a:ext cx="1651944" cy="456855"/>
          </a:xfrm>
        </p:spPr>
        <p:txBody>
          <a:bodyPr anchor="ctr">
            <a:noAutofit/>
          </a:bodyPr>
          <a:lstStyle>
            <a:lvl1pPr algn="ctr">
              <a:defRPr sz="4000" b="1" i="0">
                <a:solidFill>
                  <a:srgbClr val="FF0000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27" name="Текст 39">
            <a:extLst>
              <a:ext uri="{FF2B5EF4-FFF2-40B4-BE49-F238E27FC236}">
                <a16:creationId xmlns:a16="http://schemas.microsoft.com/office/drawing/2014/main" id="{3FAAC817-9028-F9ED-2F0C-29897C80D16D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9778059" y="8135624"/>
            <a:ext cx="1651944" cy="555902"/>
          </a:xfrm>
        </p:spPr>
        <p:txBody>
          <a:bodyPr anchor="ctr">
            <a:noAutofit/>
          </a:bodyPr>
          <a:lstStyle>
            <a:lvl1pPr algn="ctr">
              <a:defRPr sz="105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первого</a:t>
            </a:r>
          </a:p>
          <a:p>
            <a:pPr lvl="0"/>
            <a:r>
              <a:rPr lang="ru-RU" dirty="0"/>
              <a:t>показателя в две</a:t>
            </a:r>
          </a:p>
          <a:p>
            <a:pPr lvl="0"/>
            <a:r>
              <a:rPr lang="ru-RU" dirty="0"/>
              <a:t>или три строки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A0DF1D1B-50B4-9C21-3040-F5A30F3E1AA1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9778059" y="7599751"/>
            <a:ext cx="1651944" cy="456855"/>
          </a:xfrm>
        </p:spPr>
        <p:txBody>
          <a:bodyPr anchor="ctr">
            <a:noAutofit/>
          </a:bodyPr>
          <a:lstStyle>
            <a:lvl1pPr algn="ctr">
              <a:defRPr sz="4000" b="1" i="0">
                <a:solidFill>
                  <a:srgbClr val="FF0000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5DCDE957-08E3-E294-8430-FBEF8A48037D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15326243" y="8135624"/>
            <a:ext cx="1651944" cy="555902"/>
          </a:xfrm>
        </p:spPr>
        <p:txBody>
          <a:bodyPr anchor="ctr">
            <a:noAutofit/>
          </a:bodyPr>
          <a:lstStyle>
            <a:lvl1pPr algn="ctr">
              <a:defRPr sz="105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первого</a:t>
            </a:r>
          </a:p>
          <a:p>
            <a:pPr lvl="0"/>
            <a:r>
              <a:rPr lang="ru-RU" dirty="0"/>
              <a:t>показателя в две</a:t>
            </a:r>
          </a:p>
          <a:p>
            <a:pPr lvl="0"/>
            <a:r>
              <a:rPr lang="ru-RU" dirty="0"/>
              <a:t>или три строки</a:t>
            </a:r>
          </a:p>
        </p:txBody>
      </p:sp>
      <p:sp>
        <p:nvSpPr>
          <p:cNvPr id="30" name="Текст 39">
            <a:extLst>
              <a:ext uri="{FF2B5EF4-FFF2-40B4-BE49-F238E27FC236}">
                <a16:creationId xmlns:a16="http://schemas.microsoft.com/office/drawing/2014/main" id="{252B2460-F4FC-6875-F686-7203EBD1FDCD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15326243" y="7599751"/>
            <a:ext cx="1651944" cy="456855"/>
          </a:xfrm>
        </p:spPr>
        <p:txBody>
          <a:bodyPr anchor="ctr">
            <a:noAutofit/>
          </a:bodyPr>
          <a:lstStyle>
            <a:lvl1pPr algn="ctr">
              <a:defRPr sz="4000" b="1" i="0">
                <a:solidFill>
                  <a:srgbClr val="FF0000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7F584D5A-7C9E-B7E3-AB0C-9187F1EF89C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717742" y="2812295"/>
            <a:ext cx="3291661" cy="580587"/>
          </a:xfrm>
        </p:spPr>
        <p:txBody>
          <a:bodyPr anchor="ctr">
            <a:noAutofit/>
          </a:bodyPr>
          <a:lstStyle>
            <a:lvl1pPr algn="ctr"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 максимум в две строки</a:t>
            </a:r>
          </a:p>
        </p:txBody>
      </p:sp>
      <p:sp>
        <p:nvSpPr>
          <p:cNvPr id="34" name="Диаграмма 22">
            <a:extLst>
              <a:ext uri="{FF2B5EF4-FFF2-40B4-BE49-F238E27FC236}">
                <a16:creationId xmlns:a16="http://schemas.microsoft.com/office/drawing/2014/main" id="{72ED7AE1-AA07-F5B4-8373-CAD8AE6A49F8}"/>
              </a:ext>
            </a:extLst>
          </p:cNvPr>
          <p:cNvSpPr>
            <a:spLocks noGrp="1"/>
          </p:cNvSpPr>
          <p:nvPr>
            <p:ph type="chart" sz="quarter" idx="83" hasCustomPrompt="1"/>
          </p:nvPr>
        </p:nvSpPr>
        <p:spPr>
          <a:xfrm>
            <a:off x="2785622" y="3983471"/>
            <a:ext cx="4299432" cy="4299431"/>
          </a:xfrm>
        </p:spPr>
        <p:txBody>
          <a:bodyPr anchor="ctr">
            <a:normAutofit/>
          </a:bodyPr>
          <a:lstStyle>
            <a:lvl1pPr algn="ctr">
              <a:defRPr sz="20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5" name="Текст 39">
            <a:extLst>
              <a:ext uri="{FF2B5EF4-FFF2-40B4-BE49-F238E27FC236}">
                <a16:creationId xmlns:a16="http://schemas.microsoft.com/office/drawing/2014/main" id="{D525A173-4FB9-DAC1-A8BD-A4AEA8D261D2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1338394" y="4342100"/>
            <a:ext cx="1651944" cy="555902"/>
          </a:xfrm>
        </p:spPr>
        <p:txBody>
          <a:bodyPr anchor="ctr">
            <a:noAutofit/>
          </a:bodyPr>
          <a:lstStyle>
            <a:lvl1pPr algn="ctr">
              <a:defRPr sz="105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первого</a:t>
            </a:r>
          </a:p>
          <a:p>
            <a:pPr lvl="0"/>
            <a:r>
              <a:rPr lang="ru-RU" dirty="0"/>
              <a:t>показателя в две</a:t>
            </a:r>
          </a:p>
          <a:p>
            <a:pPr lvl="0"/>
            <a:r>
              <a:rPr lang="ru-RU" dirty="0"/>
              <a:t>или три строки</a:t>
            </a:r>
          </a:p>
        </p:txBody>
      </p:sp>
      <p:sp>
        <p:nvSpPr>
          <p:cNvPr id="36" name="Текст 39">
            <a:extLst>
              <a:ext uri="{FF2B5EF4-FFF2-40B4-BE49-F238E27FC236}">
                <a16:creationId xmlns:a16="http://schemas.microsoft.com/office/drawing/2014/main" id="{99C07193-5247-90F0-095B-88C4867B1B98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1338394" y="3806227"/>
            <a:ext cx="1651944" cy="456855"/>
          </a:xfrm>
        </p:spPr>
        <p:txBody>
          <a:bodyPr anchor="ctr">
            <a:noAutofit/>
          </a:bodyPr>
          <a:lstStyle>
            <a:lvl1pPr algn="ctr">
              <a:defRPr sz="4000" b="1" i="0">
                <a:solidFill>
                  <a:srgbClr val="FF0000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37" name="Текст 39">
            <a:extLst>
              <a:ext uri="{FF2B5EF4-FFF2-40B4-BE49-F238E27FC236}">
                <a16:creationId xmlns:a16="http://schemas.microsoft.com/office/drawing/2014/main" id="{5A6E49BD-B7A1-B7B5-DB6B-0780AB8296D7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6886578" y="4342100"/>
            <a:ext cx="1651944" cy="555902"/>
          </a:xfrm>
        </p:spPr>
        <p:txBody>
          <a:bodyPr anchor="ctr">
            <a:noAutofit/>
          </a:bodyPr>
          <a:lstStyle>
            <a:lvl1pPr algn="ctr">
              <a:defRPr sz="105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первого</a:t>
            </a:r>
          </a:p>
          <a:p>
            <a:pPr lvl="0"/>
            <a:r>
              <a:rPr lang="ru-RU" dirty="0"/>
              <a:t>показателя в две</a:t>
            </a:r>
          </a:p>
          <a:p>
            <a:pPr lvl="0"/>
            <a:r>
              <a:rPr lang="ru-RU" dirty="0"/>
              <a:t>или три строки</a:t>
            </a:r>
          </a:p>
        </p:txBody>
      </p:sp>
      <p:sp>
        <p:nvSpPr>
          <p:cNvPr id="38" name="Текст 39">
            <a:extLst>
              <a:ext uri="{FF2B5EF4-FFF2-40B4-BE49-F238E27FC236}">
                <a16:creationId xmlns:a16="http://schemas.microsoft.com/office/drawing/2014/main" id="{BD132BAC-676E-9BE1-A46A-29AFA5C75A17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6886578" y="3806227"/>
            <a:ext cx="1651944" cy="456855"/>
          </a:xfrm>
        </p:spPr>
        <p:txBody>
          <a:bodyPr anchor="ctr">
            <a:noAutofit/>
          </a:bodyPr>
          <a:lstStyle>
            <a:lvl1pPr algn="ctr">
              <a:defRPr sz="4000" b="1" i="0">
                <a:solidFill>
                  <a:srgbClr val="FF0000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39" name="Текст 39">
            <a:extLst>
              <a:ext uri="{FF2B5EF4-FFF2-40B4-BE49-F238E27FC236}">
                <a16:creationId xmlns:a16="http://schemas.microsoft.com/office/drawing/2014/main" id="{F00C6693-EE5C-997B-784C-36B91C0DECCF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338394" y="8135624"/>
            <a:ext cx="1651944" cy="555902"/>
          </a:xfrm>
        </p:spPr>
        <p:txBody>
          <a:bodyPr anchor="ctr">
            <a:noAutofit/>
          </a:bodyPr>
          <a:lstStyle>
            <a:lvl1pPr algn="ctr">
              <a:defRPr sz="105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первого</a:t>
            </a:r>
          </a:p>
          <a:p>
            <a:pPr lvl="0"/>
            <a:r>
              <a:rPr lang="ru-RU" dirty="0"/>
              <a:t>показателя в две</a:t>
            </a:r>
          </a:p>
          <a:p>
            <a:pPr lvl="0"/>
            <a:r>
              <a:rPr lang="ru-RU" dirty="0"/>
              <a:t>или три строки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570A26CB-4A56-9602-6673-84878A75E4C3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1338394" y="7599751"/>
            <a:ext cx="1651944" cy="456855"/>
          </a:xfrm>
        </p:spPr>
        <p:txBody>
          <a:bodyPr anchor="ctr">
            <a:noAutofit/>
          </a:bodyPr>
          <a:lstStyle>
            <a:lvl1pPr algn="ctr">
              <a:defRPr sz="4000" b="1" i="0">
                <a:solidFill>
                  <a:srgbClr val="FF0000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5CCA07B8-DE56-808F-BC36-C18EF3BF46F5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6886578" y="8135624"/>
            <a:ext cx="1651944" cy="555902"/>
          </a:xfrm>
        </p:spPr>
        <p:txBody>
          <a:bodyPr anchor="ctr">
            <a:noAutofit/>
          </a:bodyPr>
          <a:lstStyle>
            <a:lvl1pPr algn="ctr">
              <a:defRPr sz="105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первого</a:t>
            </a:r>
          </a:p>
          <a:p>
            <a:pPr lvl="0"/>
            <a:r>
              <a:rPr lang="ru-RU" dirty="0"/>
              <a:t>показателя в две</a:t>
            </a:r>
          </a:p>
          <a:p>
            <a:pPr lvl="0"/>
            <a:r>
              <a:rPr lang="ru-RU" dirty="0"/>
              <a:t>или три строки</a:t>
            </a:r>
          </a:p>
        </p:txBody>
      </p:sp>
      <p:sp>
        <p:nvSpPr>
          <p:cNvPr id="42" name="Текст 39">
            <a:extLst>
              <a:ext uri="{FF2B5EF4-FFF2-40B4-BE49-F238E27FC236}">
                <a16:creationId xmlns:a16="http://schemas.microsoft.com/office/drawing/2014/main" id="{85E82FAC-37D9-4710-D4A9-4BAB64B6E9C2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6886578" y="7599751"/>
            <a:ext cx="1651944" cy="456855"/>
          </a:xfrm>
        </p:spPr>
        <p:txBody>
          <a:bodyPr anchor="ctr">
            <a:noAutofit/>
          </a:bodyPr>
          <a:lstStyle>
            <a:lvl1pPr algn="ctr">
              <a:defRPr sz="4000" b="1" i="0">
                <a:solidFill>
                  <a:srgbClr val="FF0000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43" name="Текст 39">
            <a:extLst>
              <a:ext uri="{FF2B5EF4-FFF2-40B4-BE49-F238E27FC236}">
                <a16:creationId xmlns:a16="http://schemas.microsoft.com/office/drawing/2014/main" id="{C9DAFA5D-2018-DCBB-B85F-638C7319D463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3278077" y="2812295"/>
            <a:ext cx="3291661" cy="580587"/>
          </a:xfrm>
        </p:spPr>
        <p:txBody>
          <a:bodyPr anchor="ctr">
            <a:noAutofit/>
          </a:bodyPr>
          <a:lstStyle>
            <a:lvl1pPr algn="ctr"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 максимум в две строки</a:t>
            </a:r>
          </a:p>
        </p:txBody>
      </p:sp>
      <p:sp>
        <p:nvSpPr>
          <p:cNvPr id="7" name="Рисунок 3">
            <a:extLst>
              <a:ext uri="{FF2B5EF4-FFF2-40B4-BE49-F238E27FC236}">
                <a16:creationId xmlns:a16="http://schemas.microsoft.com/office/drawing/2014/main" id="{04E64466-5A38-10FB-8FEA-AE21140B5AB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Текст 16">
            <a:extLst>
              <a:ext uri="{FF2B5EF4-FFF2-40B4-BE49-F238E27FC236}">
                <a16:creationId xmlns:a16="http://schemas.microsoft.com/office/drawing/2014/main" id="{9E73B096-CA8F-C801-98BF-BB97CD6062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9" name="Текст 16">
            <a:extLst>
              <a:ext uri="{FF2B5EF4-FFF2-40B4-BE49-F238E27FC236}">
                <a16:creationId xmlns:a16="http://schemas.microsoft.com/office/drawing/2014/main" id="{07CDF973-87D6-9944-47A0-B29B54C4581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66803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иаграмма и 4 плашки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11">
            <a:extLst>
              <a:ext uri="{FF2B5EF4-FFF2-40B4-BE49-F238E27FC236}">
                <a16:creationId xmlns:a16="http://schemas.microsoft.com/office/drawing/2014/main" id="{F4237B99-72F8-158D-133D-A7AA22516763}"/>
              </a:ext>
            </a:extLst>
          </p:cNvPr>
          <p:cNvSpPr>
            <a:spLocks noGrp="1"/>
          </p:cNvSpPr>
          <p:nvPr>
            <p:ph type="pic" sz="quarter" idx="94" hasCustomPrompt="1"/>
          </p:nvPr>
        </p:nvSpPr>
        <p:spPr>
          <a:xfrm>
            <a:off x="952500" y="2924175"/>
            <a:ext cx="3924300" cy="3048000"/>
          </a:xfrm>
          <a:prstGeom prst="roundRect">
            <a:avLst>
              <a:gd name="adj" fmla="val 9545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Рисунок 11">
            <a:extLst>
              <a:ext uri="{FF2B5EF4-FFF2-40B4-BE49-F238E27FC236}">
                <a16:creationId xmlns:a16="http://schemas.microsoft.com/office/drawing/2014/main" id="{C7E232AC-894B-76BC-EEC6-3EE81911E8E7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5101167" y="2924175"/>
            <a:ext cx="3924300" cy="3048000"/>
          </a:xfrm>
          <a:prstGeom prst="roundRect">
            <a:avLst>
              <a:gd name="adj" fmla="val 9545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Рисунок 11">
            <a:extLst>
              <a:ext uri="{FF2B5EF4-FFF2-40B4-BE49-F238E27FC236}">
                <a16:creationId xmlns:a16="http://schemas.microsoft.com/office/drawing/2014/main" id="{D47BBA13-8FB6-5C11-BE4C-631DE3CABB85}"/>
              </a:ext>
            </a:extLst>
          </p:cNvPr>
          <p:cNvSpPr>
            <a:spLocks noGrp="1"/>
          </p:cNvSpPr>
          <p:nvPr>
            <p:ph type="pic" sz="quarter" idx="96" hasCustomPrompt="1"/>
          </p:nvPr>
        </p:nvSpPr>
        <p:spPr>
          <a:xfrm>
            <a:off x="952500" y="6192308"/>
            <a:ext cx="3924300" cy="3048000"/>
          </a:xfrm>
          <a:prstGeom prst="roundRect">
            <a:avLst>
              <a:gd name="adj" fmla="val 9545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Рисунок 11">
            <a:extLst>
              <a:ext uri="{FF2B5EF4-FFF2-40B4-BE49-F238E27FC236}">
                <a16:creationId xmlns:a16="http://schemas.microsoft.com/office/drawing/2014/main" id="{E7E3888E-47AB-1986-B901-E66A26AE91F8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5101167" y="6192308"/>
            <a:ext cx="3924300" cy="3048000"/>
          </a:xfrm>
          <a:prstGeom prst="roundRect">
            <a:avLst>
              <a:gd name="adj" fmla="val 9545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" name="Рисунок 11">
            <a:extLst>
              <a:ext uri="{FF2B5EF4-FFF2-40B4-BE49-F238E27FC236}">
                <a16:creationId xmlns:a16="http://schemas.microsoft.com/office/drawing/2014/main" id="{838DFD1D-D576-3375-1310-226BEEBC58FE}"/>
              </a:ext>
            </a:extLst>
          </p:cNvPr>
          <p:cNvSpPr>
            <a:spLocks noGrp="1"/>
          </p:cNvSpPr>
          <p:nvPr>
            <p:ph type="pic" sz="quarter" idx="93" hasCustomPrompt="1"/>
          </p:nvPr>
        </p:nvSpPr>
        <p:spPr>
          <a:xfrm>
            <a:off x="9255214" y="2430784"/>
            <a:ext cx="8080284" cy="6815930"/>
          </a:xfrm>
          <a:prstGeom prst="roundRect">
            <a:avLst>
              <a:gd name="adj" fmla="val 5656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72" name="Диаграмма 22">
            <a:extLst>
              <a:ext uri="{FF2B5EF4-FFF2-40B4-BE49-F238E27FC236}">
                <a16:creationId xmlns:a16="http://schemas.microsoft.com/office/drawing/2014/main" id="{41DBB872-D507-7D27-7720-2B7267A2B287}"/>
              </a:ext>
            </a:extLst>
          </p:cNvPr>
          <p:cNvSpPr>
            <a:spLocks noGrp="1"/>
          </p:cNvSpPr>
          <p:nvPr>
            <p:ph type="chart" sz="quarter" idx="76" hasCustomPrompt="1"/>
          </p:nvPr>
        </p:nvSpPr>
        <p:spPr>
          <a:xfrm>
            <a:off x="9514702" y="2656703"/>
            <a:ext cx="7599405" cy="6240161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7F584D5A-7C9E-B7E3-AB0C-9187F1EF89C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678878" y="2819089"/>
            <a:ext cx="2134182" cy="1026280"/>
          </a:xfrm>
        </p:spPr>
        <p:txBody>
          <a:bodyPr anchor="t">
            <a:noAutofit/>
          </a:bodyPr>
          <a:lstStyle>
            <a:lvl1pPr algn="l"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максимум</a:t>
            </a:r>
            <a:br>
              <a:rPr lang="ru-RU" dirty="0"/>
            </a:br>
            <a:r>
              <a:rPr lang="ru-RU" dirty="0"/>
              <a:t>в 3 строки</a:t>
            </a:r>
          </a:p>
        </p:txBody>
      </p:sp>
      <p:sp>
        <p:nvSpPr>
          <p:cNvPr id="4" name="Текст 39">
            <a:extLst>
              <a:ext uri="{FF2B5EF4-FFF2-40B4-BE49-F238E27FC236}">
                <a16:creationId xmlns:a16="http://schemas.microsoft.com/office/drawing/2014/main" id="{BE774155-E7B6-4A81-4223-9193F1F79D8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93171" y="4448175"/>
            <a:ext cx="3242957" cy="117414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</a:t>
            </a:r>
          </a:p>
        </p:txBody>
      </p:sp>
      <p:sp>
        <p:nvSpPr>
          <p:cNvPr id="5" name="Текст 39">
            <a:extLst>
              <a:ext uri="{FF2B5EF4-FFF2-40B4-BE49-F238E27FC236}">
                <a16:creationId xmlns:a16="http://schemas.microsoft.com/office/drawing/2014/main" id="{4A78E65A-0385-A613-7B3C-4250DA494EE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1" y="2430783"/>
            <a:ext cx="8077200" cy="343925"/>
          </a:xfrm>
        </p:spPr>
        <p:txBody>
          <a:bodyPr anchor="ctr">
            <a:noAutofit/>
          </a:bodyPr>
          <a:lstStyle>
            <a:lvl1pPr>
              <a:defRPr sz="24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8" name="Текст 39">
            <a:extLst>
              <a:ext uri="{FF2B5EF4-FFF2-40B4-BE49-F238E27FC236}">
                <a16:creationId xmlns:a16="http://schemas.microsoft.com/office/drawing/2014/main" id="{BE5EF889-6BC6-3F23-1377-AA4BBC323BE5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1293171" y="3983471"/>
            <a:ext cx="3242957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0" name="Текст 39">
            <a:extLst>
              <a:ext uri="{FF2B5EF4-FFF2-40B4-BE49-F238E27FC236}">
                <a16:creationId xmlns:a16="http://schemas.microsoft.com/office/drawing/2014/main" id="{584CD762-E43F-5D94-93A9-078D1BDCD625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5445042" y="4448175"/>
            <a:ext cx="3242957" cy="117414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</a:t>
            </a:r>
          </a:p>
        </p:txBody>
      </p:sp>
      <p:sp>
        <p:nvSpPr>
          <p:cNvPr id="52" name="Текст 39">
            <a:extLst>
              <a:ext uri="{FF2B5EF4-FFF2-40B4-BE49-F238E27FC236}">
                <a16:creationId xmlns:a16="http://schemas.microsoft.com/office/drawing/2014/main" id="{1303B3F3-2FB1-987C-CEBF-FACC5AC8871E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5445042" y="3983471"/>
            <a:ext cx="3242957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4" name="Текст 39">
            <a:extLst>
              <a:ext uri="{FF2B5EF4-FFF2-40B4-BE49-F238E27FC236}">
                <a16:creationId xmlns:a16="http://schemas.microsoft.com/office/drawing/2014/main" id="{FC4F5B6A-EB96-6A25-7F81-D22679FDE668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293171" y="7722715"/>
            <a:ext cx="3242957" cy="117414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</a:t>
            </a:r>
          </a:p>
        </p:txBody>
      </p:sp>
      <p:sp>
        <p:nvSpPr>
          <p:cNvPr id="56" name="Текст 39">
            <a:extLst>
              <a:ext uri="{FF2B5EF4-FFF2-40B4-BE49-F238E27FC236}">
                <a16:creationId xmlns:a16="http://schemas.microsoft.com/office/drawing/2014/main" id="{605B58AD-7493-C27C-979B-E2EAD4ED9DC7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1293171" y="7258011"/>
            <a:ext cx="3242957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8" name="Текст 39">
            <a:extLst>
              <a:ext uri="{FF2B5EF4-FFF2-40B4-BE49-F238E27FC236}">
                <a16:creationId xmlns:a16="http://schemas.microsoft.com/office/drawing/2014/main" id="{46C2484D-BB1A-BAB0-BDE7-5F101233C471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5445042" y="7722715"/>
            <a:ext cx="3242957" cy="117414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</a:t>
            </a:r>
          </a:p>
        </p:txBody>
      </p:sp>
      <p:sp>
        <p:nvSpPr>
          <p:cNvPr id="60" name="Текст 39">
            <a:extLst>
              <a:ext uri="{FF2B5EF4-FFF2-40B4-BE49-F238E27FC236}">
                <a16:creationId xmlns:a16="http://schemas.microsoft.com/office/drawing/2014/main" id="{58BAC386-5B9D-8492-7C85-F665C303DEB4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5445042" y="7258011"/>
            <a:ext cx="3242957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" name="Рисунок 16">
            <a:extLst>
              <a:ext uri="{FF2B5EF4-FFF2-40B4-BE49-F238E27FC236}">
                <a16:creationId xmlns:a16="http://schemas.microsoft.com/office/drawing/2014/main" id="{B1CAD812-2F39-E13D-B7AD-0618FB21DD9C}"/>
              </a:ext>
            </a:extLst>
          </p:cNvPr>
          <p:cNvSpPr>
            <a:spLocks noGrp="1"/>
          </p:cNvSpPr>
          <p:nvPr>
            <p:ph type="pic" sz="quarter" idx="87" hasCustomPrompt="1"/>
          </p:nvPr>
        </p:nvSpPr>
        <p:spPr>
          <a:xfrm>
            <a:off x="1293171" y="3309883"/>
            <a:ext cx="533400" cy="5334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" name="Рисунок 16">
            <a:extLst>
              <a:ext uri="{FF2B5EF4-FFF2-40B4-BE49-F238E27FC236}">
                <a16:creationId xmlns:a16="http://schemas.microsoft.com/office/drawing/2014/main" id="{E4B26442-601D-F492-7DE8-B715F77B4F44}"/>
              </a:ext>
            </a:extLst>
          </p:cNvPr>
          <p:cNvSpPr>
            <a:spLocks noGrp="1"/>
          </p:cNvSpPr>
          <p:nvPr>
            <p:ph type="pic" sz="quarter" idx="98" hasCustomPrompt="1"/>
          </p:nvPr>
        </p:nvSpPr>
        <p:spPr>
          <a:xfrm>
            <a:off x="5438451" y="3309883"/>
            <a:ext cx="533400" cy="5334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2" name="Рисунок 16">
            <a:extLst>
              <a:ext uri="{FF2B5EF4-FFF2-40B4-BE49-F238E27FC236}">
                <a16:creationId xmlns:a16="http://schemas.microsoft.com/office/drawing/2014/main" id="{CD36D23D-0746-8A31-AE97-AE108A50AB80}"/>
              </a:ext>
            </a:extLst>
          </p:cNvPr>
          <p:cNvSpPr>
            <a:spLocks noGrp="1"/>
          </p:cNvSpPr>
          <p:nvPr>
            <p:ph type="pic" sz="quarter" idx="99" hasCustomPrompt="1"/>
          </p:nvPr>
        </p:nvSpPr>
        <p:spPr>
          <a:xfrm>
            <a:off x="1293171" y="6584306"/>
            <a:ext cx="533400" cy="5334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3" name="Рисунок 16">
            <a:extLst>
              <a:ext uri="{FF2B5EF4-FFF2-40B4-BE49-F238E27FC236}">
                <a16:creationId xmlns:a16="http://schemas.microsoft.com/office/drawing/2014/main" id="{8640EE6E-48D9-F1C2-40F9-B608F87923C6}"/>
              </a:ext>
            </a:extLst>
          </p:cNvPr>
          <p:cNvSpPr>
            <a:spLocks noGrp="1"/>
          </p:cNvSpPr>
          <p:nvPr>
            <p:ph type="pic" sz="quarter" idx="100" hasCustomPrompt="1"/>
          </p:nvPr>
        </p:nvSpPr>
        <p:spPr>
          <a:xfrm>
            <a:off x="5438451" y="6584306"/>
            <a:ext cx="533400" cy="5334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6" name="Рисунок 3">
            <a:extLst>
              <a:ext uri="{FF2B5EF4-FFF2-40B4-BE49-F238E27FC236}">
                <a16:creationId xmlns:a16="http://schemas.microsoft.com/office/drawing/2014/main" id="{D2C90F05-F8E0-A4C8-BCB8-0AD926E02C6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128A2394-98B7-682E-6327-21548CFA5BE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8" name="Текст 16">
            <a:extLst>
              <a:ext uri="{FF2B5EF4-FFF2-40B4-BE49-F238E27FC236}">
                <a16:creationId xmlns:a16="http://schemas.microsoft.com/office/drawing/2014/main" id="{8E9AAAA3-EA2D-713D-26B0-537233C3EC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827153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иаграмма и 2 маленьких диаграммы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11">
            <a:extLst>
              <a:ext uri="{FF2B5EF4-FFF2-40B4-BE49-F238E27FC236}">
                <a16:creationId xmlns:a16="http://schemas.microsoft.com/office/drawing/2014/main" id="{EDE4FD2C-EB0D-7542-ED1D-F1B51474D8B9}"/>
              </a:ext>
            </a:extLst>
          </p:cNvPr>
          <p:cNvSpPr>
            <a:spLocks noGrp="1"/>
          </p:cNvSpPr>
          <p:nvPr>
            <p:ph type="pic" sz="quarter" idx="94" hasCustomPrompt="1"/>
          </p:nvPr>
        </p:nvSpPr>
        <p:spPr>
          <a:xfrm>
            <a:off x="952500" y="2450754"/>
            <a:ext cx="3924300" cy="3258068"/>
          </a:xfrm>
          <a:prstGeom prst="roundRect">
            <a:avLst>
              <a:gd name="adj" fmla="val 9545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Рисунок 11">
            <a:extLst>
              <a:ext uri="{FF2B5EF4-FFF2-40B4-BE49-F238E27FC236}">
                <a16:creationId xmlns:a16="http://schemas.microsoft.com/office/drawing/2014/main" id="{95283A4C-C7CA-16F1-7D64-276FC6DD2069}"/>
              </a:ext>
            </a:extLst>
          </p:cNvPr>
          <p:cNvSpPr>
            <a:spLocks noGrp="1"/>
          </p:cNvSpPr>
          <p:nvPr>
            <p:ph type="pic" sz="quarter" idx="93" hasCustomPrompt="1"/>
          </p:nvPr>
        </p:nvSpPr>
        <p:spPr>
          <a:xfrm>
            <a:off x="5103858" y="2430784"/>
            <a:ext cx="8080284" cy="6815930"/>
          </a:xfrm>
          <a:prstGeom prst="roundRect">
            <a:avLst>
              <a:gd name="adj" fmla="val 5656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Рисунок 11">
            <a:extLst>
              <a:ext uri="{FF2B5EF4-FFF2-40B4-BE49-F238E27FC236}">
                <a16:creationId xmlns:a16="http://schemas.microsoft.com/office/drawing/2014/main" id="{055D0675-347D-0C3E-0478-DA42A5DFD309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952500" y="5955954"/>
            <a:ext cx="3924300" cy="3258068"/>
          </a:xfrm>
          <a:prstGeom prst="roundRect">
            <a:avLst>
              <a:gd name="adj" fmla="val 9545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" name="Рисунок 11">
            <a:extLst>
              <a:ext uri="{FF2B5EF4-FFF2-40B4-BE49-F238E27FC236}">
                <a16:creationId xmlns:a16="http://schemas.microsoft.com/office/drawing/2014/main" id="{45B05521-E4E5-75C5-4DD4-2EFCE50EA327}"/>
              </a:ext>
            </a:extLst>
          </p:cNvPr>
          <p:cNvSpPr>
            <a:spLocks noGrp="1"/>
          </p:cNvSpPr>
          <p:nvPr>
            <p:ph type="pic" sz="quarter" idx="96" hasCustomPrompt="1"/>
          </p:nvPr>
        </p:nvSpPr>
        <p:spPr>
          <a:xfrm>
            <a:off x="13485858" y="2430784"/>
            <a:ext cx="3845931" cy="4767545"/>
          </a:xfrm>
          <a:prstGeom prst="roundRect">
            <a:avLst>
              <a:gd name="adj" fmla="val 5656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4" name="Рисунок 11">
            <a:extLst>
              <a:ext uri="{FF2B5EF4-FFF2-40B4-BE49-F238E27FC236}">
                <a16:creationId xmlns:a16="http://schemas.microsoft.com/office/drawing/2014/main" id="{D29B5086-C400-8A90-53E1-2E3505F75829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13485858" y="7445549"/>
            <a:ext cx="3845931" cy="1767847"/>
          </a:xfrm>
          <a:prstGeom prst="roundRect">
            <a:avLst>
              <a:gd name="adj" fmla="val 5656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72" name="Диаграмма 22">
            <a:extLst>
              <a:ext uri="{FF2B5EF4-FFF2-40B4-BE49-F238E27FC236}">
                <a16:creationId xmlns:a16="http://schemas.microsoft.com/office/drawing/2014/main" id="{41DBB872-D507-7D27-7720-2B7267A2B287}"/>
              </a:ext>
            </a:extLst>
          </p:cNvPr>
          <p:cNvSpPr>
            <a:spLocks noGrp="1"/>
          </p:cNvSpPr>
          <p:nvPr>
            <p:ph type="chart" sz="quarter" idx="76" hasCustomPrompt="1"/>
          </p:nvPr>
        </p:nvSpPr>
        <p:spPr>
          <a:xfrm>
            <a:off x="5344297" y="2656703"/>
            <a:ext cx="7599405" cy="6240161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7F584D5A-7C9E-B7E3-AB0C-9187F1EF89C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508473" y="2819089"/>
            <a:ext cx="2134182" cy="1026280"/>
          </a:xfrm>
        </p:spPr>
        <p:txBody>
          <a:bodyPr anchor="t">
            <a:noAutofit/>
          </a:bodyPr>
          <a:lstStyle>
            <a:lvl1pPr algn="l"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максимум</a:t>
            </a:r>
            <a:br>
              <a:rPr lang="ru-RU" dirty="0"/>
            </a:br>
            <a:r>
              <a:rPr lang="ru-RU" dirty="0"/>
              <a:t>в 3 строки</a:t>
            </a:r>
          </a:p>
        </p:txBody>
      </p:sp>
      <p:sp>
        <p:nvSpPr>
          <p:cNvPr id="4" name="Текст 39">
            <a:extLst>
              <a:ext uri="{FF2B5EF4-FFF2-40B4-BE49-F238E27FC236}">
                <a16:creationId xmlns:a16="http://schemas.microsoft.com/office/drawing/2014/main" id="{BE774155-E7B6-4A81-4223-9193F1F79D8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93171" y="4757353"/>
            <a:ext cx="3242957" cy="741401"/>
          </a:xfrm>
        </p:spPr>
        <p:txBody>
          <a:bodyPr>
            <a:noAutofit/>
          </a:bodyPr>
          <a:lstStyle>
            <a:lvl1pPr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</a:t>
            </a:r>
          </a:p>
        </p:txBody>
      </p:sp>
      <p:sp>
        <p:nvSpPr>
          <p:cNvPr id="54" name="Текст 39">
            <a:extLst>
              <a:ext uri="{FF2B5EF4-FFF2-40B4-BE49-F238E27FC236}">
                <a16:creationId xmlns:a16="http://schemas.microsoft.com/office/drawing/2014/main" id="{FC4F5B6A-EB96-6A25-7F81-D22679FDE668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293171" y="8254319"/>
            <a:ext cx="3242957" cy="741401"/>
          </a:xfrm>
        </p:spPr>
        <p:txBody>
          <a:bodyPr>
            <a:noAutofit/>
          </a:bodyPr>
          <a:lstStyle>
            <a:lvl1pPr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</a:t>
            </a:r>
          </a:p>
        </p:txBody>
      </p:sp>
      <p:sp>
        <p:nvSpPr>
          <p:cNvPr id="6" name="Диаграмма 22">
            <a:extLst>
              <a:ext uri="{FF2B5EF4-FFF2-40B4-BE49-F238E27FC236}">
                <a16:creationId xmlns:a16="http://schemas.microsoft.com/office/drawing/2014/main" id="{B53C3BA4-F962-0AB7-521E-361352D8303D}"/>
              </a:ext>
            </a:extLst>
          </p:cNvPr>
          <p:cNvSpPr>
            <a:spLocks noGrp="1"/>
          </p:cNvSpPr>
          <p:nvPr>
            <p:ph type="chart" sz="quarter" idx="81" hasCustomPrompt="1"/>
          </p:nvPr>
        </p:nvSpPr>
        <p:spPr>
          <a:xfrm>
            <a:off x="1278925" y="2656703"/>
            <a:ext cx="3257204" cy="2100649"/>
          </a:xfrm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" name="Диаграмма 22">
            <a:extLst>
              <a:ext uri="{FF2B5EF4-FFF2-40B4-BE49-F238E27FC236}">
                <a16:creationId xmlns:a16="http://schemas.microsoft.com/office/drawing/2014/main" id="{C1727DBE-AE25-89FA-F39E-E0F77F24DC94}"/>
              </a:ext>
            </a:extLst>
          </p:cNvPr>
          <p:cNvSpPr>
            <a:spLocks noGrp="1"/>
          </p:cNvSpPr>
          <p:nvPr>
            <p:ph type="chart" sz="quarter" idx="82" hasCustomPrompt="1"/>
          </p:nvPr>
        </p:nvSpPr>
        <p:spPr>
          <a:xfrm>
            <a:off x="1278925" y="6153665"/>
            <a:ext cx="3257204" cy="2100649"/>
          </a:xfrm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C2AD7E35-0559-4579-F5F6-842810BA7FA1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3834311" y="4855572"/>
            <a:ext cx="3111090" cy="350136"/>
          </a:xfrm>
        </p:spPr>
        <p:txBody>
          <a:bodyPr anchor="ctr">
            <a:noAutofit/>
          </a:bodyPr>
          <a:lstStyle>
            <a:lvl1pPr algn="ctr"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990D3A22-2ABE-E52A-58D7-E3F1DA3BAE1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3834311" y="4193194"/>
            <a:ext cx="3111090" cy="643326"/>
          </a:xfrm>
        </p:spPr>
        <p:txBody>
          <a:bodyPr anchor="ctr">
            <a:noAutofit/>
          </a:bodyPr>
          <a:lstStyle>
            <a:lvl1pPr algn="ctr">
              <a:defRPr sz="4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19" name="Текст 39">
            <a:extLst>
              <a:ext uri="{FF2B5EF4-FFF2-40B4-BE49-F238E27FC236}">
                <a16:creationId xmlns:a16="http://schemas.microsoft.com/office/drawing/2014/main" id="{6B903A68-BC9F-2DD3-5AB4-C9F1982F1BFF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13834311" y="3445721"/>
            <a:ext cx="3111090" cy="350136"/>
          </a:xfrm>
        </p:spPr>
        <p:txBody>
          <a:bodyPr anchor="ctr">
            <a:noAutofit/>
          </a:bodyPr>
          <a:lstStyle>
            <a:lvl1pPr algn="ctr"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</a:p>
        </p:txBody>
      </p:sp>
      <p:sp>
        <p:nvSpPr>
          <p:cNvPr id="21" name="Текст 39">
            <a:extLst>
              <a:ext uri="{FF2B5EF4-FFF2-40B4-BE49-F238E27FC236}">
                <a16:creationId xmlns:a16="http://schemas.microsoft.com/office/drawing/2014/main" id="{BE03F46F-B49B-E07A-4492-77F491498C39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13834311" y="2783343"/>
            <a:ext cx="3111090" cy="643326"/>
          </a:xfrm>
        </p:spPr>
        <p:txBody>
          <a:bodyPr anchor="ctr">
            <a:noAutofit/>
          </a:bodyPr>
          <a:lstStyle>
            <a:lvl1pPr algn="ctr">
              <a:defRPr sz="4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22" name="Текст 39">
            <a:extLst>
              <a:ext uri="{FF2B5EF4-FFF2-40B4-BE49-F238E27FC236}">
                <a16:creationId xmlns:a16="http://schemas.microsoft.com/office/drawing/2014/main" id="{8711788C-BEE2-5074-90E7-9C9721F4884D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13834311" y="6385093"/>
            <a:ext cx="3111090" cy="350136"/>
          </a:xfrm>
        </p:spPr>
        <p:txBody>
          <a:bodyPr anchor="ctr">
            <a:noAutofit/>
          </a:bodyPr>
          <a:lstStyle>
            <a:lvl1pPr algn="ctr"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</a:p>
        </p:txBody>
      </p:sp>
      <p:sp>
        <p:nvSpPr>
          <p:cNvPr id="23" name="Текст 39">
            <a:extLst>
              <a:ext uri="{FF2B5EF4-FFF2-40B4-BE49-F238E27FC236}">
                <a16:creationId xmlns:a16="http://schemas.microsoft.com/office/drawing/2014/main" id="{9AA15519-FE2A-6902-4D52-E425CC37C333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13834311" y="5722715"/>
            <a:ext cx="3111090" cy="643326"/>
          </a:xfrm>
        </p:spPr>
        <p:txBody>
          <a:bodyPr anchor="ctr">
            <a:noAutofit/>
          </a:bodyPr>
          <a:lstStyle>
            <a:lvl1pPr algn="ctr">
              <a:defRPr sz="4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26" name="Текст 39">
            <a:extLst>
              <a:ext uri="{FF2B5EF4-FFF2-40B4-BE49-F238E27FC236}">
                <a16:creationId xmlns:a16="http://schemas.microsoft.com/office/drawing/2014/main" id="{BDAC90A8-E57F-6EFE-FA8A-0451B229E0BF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13834311" y="8497291"/>
            <a:ext cx="3111090" cy="350136"/>
          </a:xfrm>
        </p:spPr>
        <p:txBody>
          <a:bodyPr anchor="ctr">
            <a:noAutofit/>
          </a:bodyPr>
          <a:lstStyle>
            <a:lvl1pPr algn="ctr"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</a:p>
        </p:txBody>
      </p:sp>
      <p:sp>
        <p:nvSpPr>
          <p:cNvPr id="27" name="Текст 39">
            <a:extLst>
              <a:ext uri="{FF2B5EF4-FFF2-40B4-BE49-F238E27FC236}">
                <a16:creationId xmlns:a16="http://schemas.microsoft.com/office/drawing/2014/main" id="{5377FAA7-6686-AC92-7D0B-83DB6CCD0A07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3834311" y="7834913"/>
            <a:ext cx="3111090" cy="643326"/>
          </a:xfrm>
        </p:spPr>
        <p:txBody>
          <a:bodyPr anchor="ctr">
            <a:noAutofit/>
          </a:bodyPr>
          <a:lstStyle>
            <a:lvl1pPr algn="ctr">
              <a:defRPr sz="4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15" name="Рисунок 3">
            <a:extLst>
              <a:ext uri="{FF2B5EF4-FFF2-40B4-BE49-F238E27FC236}">
                <a16:creationId xmlns:a16="http://schemas.microsoft.com/office/drawing/2014/main" id="{C83B49DF-59E2-DD10-495B-1CD73E327B7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6" name="Текст 16">
            <a:extLst>
              <a:ext uri="{FF2B5EF4-FFF2-40B4-BE49-F238E27FC236}">
                <a16:creationId xmlns:a16="http://schemas.microsoft.com/office/drawing/2014/main" id="{C76C3230-DE9D-6BED-4E07-8650AE8E27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9E69A87E-BF91-E470-FB1A-0BFE9DFFABA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98102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ирокая диаграмм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с двумя скругленными соседними углами 15">
            <a:extLst>
              <a:ext uri="{FF2B5EF4-FFF2-40B4-BE49-F238E27FC236}">
                <a16:creationId xmlns:a16="http://schemas.microsoft.com/office/drawing/2014/main" id="{E6500356-6291-724E-4ED9-B7BB13C1FCFA}"/>
              </a:ext>
            </a:extLst>
          </p:cNvPr>
          <p:cNvSpPr/>
          <p:nvPr userDrawn="1"/>
        </p:nvSpPr>
        <p:spPr>
          <a:xfrm>
            <a:off x="0" y="5529263"/>
            <a:ext cx="18288000" cy="4757737"/>
          </a:xfrm>
          <a:prstGeom prst="round2SameRect">
            <a:avLst/>
          </a:prstGeom>
          <a:solidFill>
            <a:srgbClr val="FFE9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Рисунок 11">
            <a:extLst>
              <a:ext uri="{FF2B5EF4-FFF2-40B4-BE49-F238E27FC236}">
                <a16:creationId xmlns:a16="http://schemas.microsoft.com/office/drawing/2014/main" id="{51615472-83C7-05DE-D048-AF2305CB6E6E}"/>
              </a:ext>
            </a:extLst>
          </p:cNvPr>
          <p:cNvSpPr>
            <a:spLocks noGrp="1"/>
          </p:cNvSpPr>
          <p:nvPr>
            <p:ph type="pic" sz="quarter" idx="94" hasCustomPrompt="1"/>
          </p:nvPr>
        </p:nvSpPr>
        <p:spPr>
          <a:xfrm>
            <a:off x="952500" y="2450754"/>
            <a:ext cx="5289236" cy="2754660"/>
          </a:xfrm>
          <a:prstGeom prst="roundRect">
            <a:avLst>
              <a:gd name="adj" fmla="val 95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Рисунок 11">
            <a:extLst>
              <a:ext uri="{FF2B5EF4-FFF2-40B4-BE49-F238E27FC236}">
                <a16:creationId xmlns:a16="http://schemas.microsoft.com/office/drawing/2014/main" id="{9D294787-FA00-BA37-3CD5-E82DE7A903F9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6506633" y="2450754"/>
            <a:ext cx="5289236" cy="2754660"/>
          </a:xfrm>
          <a:prstGeom prst="roundRect">
            <a:avLst>
              <a:gd name="adj" fmla="val 95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Рисунок 11">
            <a:extLst>
              <a:ext uri="{FF2B5EF4-FFF2-40B4-BE49-F238E27FC236}">
                <a16:creationId xmlns:a16="http://schemas.microsoft.com/office/drawing/2014/main" id="{F7D8326C-AE8E-C344-DCFF-D4BDD72DE1E8}"/>
              </a:ext>
            </a:extLst>
          </p:cNvPr>
          <p:cNvSpPr>
            <a:spLocks noGrp="1"/>
          </p:cNvSpPr>
          <p:nvPr>
            <p:ph type="pic" sz="quarter" idx="96" hasCustomPrompt="1"/>
          </p:nvPr>
        </p:nvSpPr>
        <p:spPr>
          <a:xfrm>
            <a:off x="12060766" y="2450754"/>
            <a:ext cx="5289236" cy="2754660"/>
          </a:xfrm>
          <a:prstGeom prst="roundRect">
            <a:avLst>
              <a:gd name="adj" fmla="val 95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" name="Рисунок 11">
            <a:extLst>
              <a:ext uri="{FF2B5EF4-FFF2-40B4-BE49-F238E27FC236}">
                <a16:creationId xmlns:a16="http://schemas.microsoft.com/office/drawing/2014/main" id="{7AEBFA7B-7BA7-3E07-2217-CA5DA04FDDB7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952500" y="6226887"/>
            <a:ext cx="16397502" cy="3298112"/>
          </a:xfrm>
          <a:prstGeom prst="roundRect">
            <a:avLst>
              <a:gd name="adj" fmla="val 9545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8" name="Диаграмма 22">
            <a:extLst>
              <a:ext uri="{FF2B5EF4-FFF2-40B4-BE49-F238E27FC236}">
                <a16:creationId xmlns:a16="http://schemas.microsoft.com/office/drawing/2014/main" id="{99FB3197-63CE-5811-B992-37EE1592C0D6}"/>
              </a:ext>
            </a:extLst>
          </p:cNvPr>
          <p:cNvSpPr>
            <a:spLocks noGrp="1"/>
          </p:cNvSpPr>
          <p:nvPr>
            <p:ph type="chart" sz="quarter" idx="81" hasCustomPrompt="1"/>
          </p:nvPr>
        </p:nvSpPr>
        <p:spPr>
          <a:xfrm>
            <a:off x="1257358" y="6531360"/>
            <a:ext cx="15773284" cy="2669790"/>
          </a:xfrm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46" name="Текст 39">
            <a:extLst>
              <a:ext uri="{FF2B5EF4-FFF2-40B4-BE49-F238E27FC236}">
                <a16:creationId xmlns:a16="http://schemas.microsoft.com/office/drawing/2014/main" id="{5F3A10F4-C8E3-DEFF-E0B7-F35236A2B01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257358" y="2752142"/>
            <a:ext cx="2705101" cy="942842"/>
          </a:xfrm>
        </p:spPr>
        <p:txBody>
          <a:bodyPr anchor="b">
            <a:noAutofit/>
          </a:bodyPr>
          <a:lstStyle>
            <a:lvl1pPr>
              <a:defRPr sz="72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50" name="Текст 39">
            <a:extLst>
              <a:ext uri="{FF2B5EF4-FFF2-40B4-BE49-F238E27FC236}">
                <a16:creationId xmlns:a16="http://schemas.microsoft.com/office/drawing/2014/main" id="{26991E04-A291-8195-E377-666E93B02E5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794086" y="2752142"/>
            <a:ext cx="2705101" cy="942842"/>
          </a:xfrm>
        </p:spPr>
        <p:txBody>
          <a:bodyPr anchor="b">
            <a:noAutofit/>
          </a:bodyPr>
          <a:lstStyle>
            <a:lvl1pPr>
              <a:defRPr sz="72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54" name="Текст 39">
            <a:extLst>
              <a:ext uri="{FF2B5EF4-FFF2-40B4-BE49-F238E27FC236}">
                <a16:creationId xmlns:a16="http://schemas.microsoft.com/office/drawing/2014/main" id="{D10B3412-D21A-8E2A-B67E-7C65CF3722F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2329913" y="2752142"/>
            <a:ext cx="2705101" cy="942842"/>
          </a:xfrm>
        </p:spPr>
        <p:txBody>
          <a:bodyPr anchor="b">
            <a:noAutofit/>
          </a:bodyPr>
          <a:lstStyle>
            <a:lvl1pPr>
              <a:defRPr sz="72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" name="Текст 39">
            <a:extLst>
              <a:ext uri="{FF2B5EF4-FFF2-40B4-BE49-F238E27FC236}">
                <a16:creationId xmlns:a16="http://schemas.microsoft.com/office/drawing/2014/main" id="{50C8128F-6DC5-2AFC-73DE-B99DFEFAC3E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57359" y="3765253"/>
            <a:ext cx="4686242" cy="1133062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4" name="Текст 39">
            <a:extLst>
              <a:ext uri="{FF2B5EF4-FFF2-40B4-BE49-F238E27FC236}">
                <a16:creationId xmlns:a16="http://schemas.microsoft.com/office/drawing/2014/main" id="{712EE35B-1A64-41AE-B090-DF985A1355A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794085" y="3765253"/>
            <a:ext cx="4686242" cy="1133062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7" name="Текст 39">
            <a:extLst>
              <a:ext uri="{FF2B5EF4-FFF2-40B4-BE49-F238E27FC236}">
                <a16:creationId xmlns:a16="http://schemas.microsoft.com/office/drawing/2014/main" id="{B66AE09D-62B8-6993-56EE-2B8EF53B90A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2329912" y="3765253"/>
            <a:ext cx="4686242" cy="1133062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36" name="Текст 39">
            <a:extLst>
              <a:ext uri="{FF2B5EF4-FFF2-40B4-BE49-F238E27FC236}">
                <a16:creationId xmlns:a16="http://schemas.microsoft.com/office/drawing/2014/main" id="{7698BC26-2F44-2A13-80C5-8BC586BF91F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57358" y="6516641"/>
            <a:ext cx="7422878" cy="374483"/>
          </a:xfrm>
        </p:spPr>
        <p:txBody>
          <a:bodyPr anchor="ctr">
            <a:noAutofit/>
          </a:bodyPr>
          <a:lstStyle>
            <a:lvl1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в одну строку</a:t>
            </a: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F25F514E-D039-F4C8-1CF0-2822DA8083CF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5078437" y="2737272"/>
            <a:ext cx="865164" cy="370732"/>
          </a:xfrm>
          <a:prstGeom prst="roundRect">
            <a:avLst>
              <a:gd name="adj" fmla="val 50000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30%</a:t>
            </a:r>
          </a:p>
        </p:txBody>
      </p:sp>
      <p:sp>
        <p:nvSpPr>
          <p:cNvPr id="19" name="Текст 39">
            <a:extLst>
              <a:ext uri="{FF2B5EF4-FFF2-40B4-BE49-F238E27FC236}">
                <a16:creationId xmlns:a16="http://schemas.microsoft.com/office/drawing/2014/main" id="{2BAB7E50-A232-CD9E-0267-47EB2B9059F0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10635176" y="2737272"/>
            <a:ext cx="865164" cy="370732"/>
          </a:xfrm>
          <a:prstGeom prst="roundRect">
            <a:avLst>
              <a:gd name="adj" fmla="val 50000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30%</a:t>
            </a:r>
          </a:p>
        </p:txBody>
      </p:sp>
      <p:sp>
        <p:nvSpPr>
          <p:cNvPr id="20" name="Текст 39">
            <a:extLst>
              <a:ext uri="{FF2B5EF4-FFF2-40B4-BE49-F238E27FC236}">
                <a16:creationId xmlns:a16="http://schemas.microsoft.com/office/drawing/2014/main" id="{3B036E63-6150-EEEC-F1B5-8D3ADD0265DF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16149711" y="2737272"/>
            <a:ext cx="865164" cy="370732"/>
          </a:xfrm>
          <a:prstGeom prst="roundRect">
            <a:avLst>
              <a:gd name="adj" fmla="val 50000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30%</a:t>
            </a:r>
          </a:p>
        </p:txBody>
      </p:sp>
      <p:sp>
        <p:nvSpPr>
          <p:cNvPr id="12" name="Рисунок 3">
            <a:extLst>
              <a:ext uri="{FF2B5EF4-FFF2-40B4-BE49-F238E27FC236}">
                <a16:creationId xmlns:a16="http://schemas.microsoft.com/office/drawing/2014/main" id="{ED35CF9C-AF02-EF02-E004-4758C199853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3" name="Текст 16">
            <a:extLst>
              <a:ext uri="{FF2B5EF4-FFF2-40B4-BE49-F238E27FC236}">
                <a16:creationId xmlns:a16="http://schemas.microsoft.com/office/drawing/2014/main" id="{E0B5351E-8BAE-CD46-11CC-EDCE7A36F27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4" name="Текст 16">
            <a:extLst>
              <a:ext uri="{FF2B5EF4-FFF2-40B4-BE49-F238E27FC236}">
                <a16:creationId xmlns:a16="http://schemas.microsoft.com/office/drawing/2014/main" id="{5C6BDAC1-5E65-E4B0-21E8-7A0067477EA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315768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плашки и диаграмм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11">
            <a:extLst>
              <a:ext uri="{FF2B5EF4-FFF2-40B4-BE49-F238E27FC236}">
                <a16:creationId xmlns:a16="http://schemas.microsoft.com/office/drawing/2014/main" id="{492CFB1F-507E-8A35-BD4C-CEC156F16961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7915276" y="1730376"/>
            <a:ext cx="4571999" cy="2102174"/>
          </a:xfrm>
          <a:prstGeom prst="roundRect">
            <a:avLst>
              <a:gd name="adj" fmla="val 95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5" name="Рисунок 11">
            <a:extLst>
              <a:ext uri="{FF2B5EF4-FFF2-40B4-BE49-F238E27FC236}">
                <a16:creationId xmlns:a16="http://schemas.microsoft.com/office/drawing/2014/main" id="{D3D36CCE-114B-6898-B76A-803A69AA719E}"/>
              </a:ext>
            </a:extLst>
          </p:cNvPr>
          <p:cNvSpPr>
            <a:spLocks noGrp="1"/>
          </p:cNvSpPr>
          <p:nvPr>
            <p:ph type="pic" sz="quarter" idx="96" hasCustomPrompt="1"/>
          </p:nvPr>
        </p:nvSpPr>
        <p:spPr>
          <a:xfrm>
            <a:off x="12775142" y="1730376"/>
            <a:ext cx="4571999" cy="2102174"/>
          </a:xfrm>
          <a:prstGeom prst="roundRect">
            <a:avLst>
              <a:gd name="adj" fmla="val 95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6" name="Рисунок 11">
            <a:extLst>
              <a:ext uri="{FF2B5EF4-FFF2-40B4-BE49-F238E27FC236}">
                <a16:creationId xmlns:a16="http://schemas.microsoft.com/office/drawing/2014/main" id="{D0230DE3-53E9-5185-856C-BA9228F83D1A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7915276" y="4117976"/>
            <a:ext cx="4571999" cy="2102174"/>
          </a:xfrm>
          <a:prstGeom prst="roundRect">
            <a:avLst>
              <a:gd name="adj" fmla="val 95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7" name="Рисунок 11">
            <a:extLst>
              <a:ext uri="{FF2B5EF4-FFF2-40B4-BE49-F238E27FC236}">
                <a16:creationId xmlns:a16="http://schemas.microsoft.com/office/drawing/2014/main" id="{4852F8FD-98A0-4FAD-2E70-00FEA4B316AE}"/>
              </a:ext>
            </a:extLst>
          </p:cNvPr>
          <p:cNvSpPr>
            <a:spLocks noGrp="1"/>
          </p:cNvSpPr>
          <p:nvPr>
            <p:ph type="pic" sz="quarter" idx="98" hasCustomPrompt="1"/>
          </p:nvPr>
        </p:nvSpPr>
        <p:spPr>
          <a:xfrm>
            <a:off x="12775142" y="4117976"/>
            <a:ext cx="4571999" cy="2102174"/>
          </a:xfrm>
          <a:prstGeom prst="roundRect">
            <a:avLst>
              <a:gd name="adj" fmla="val 95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4" name="Прямоугольник с двумя скругленными соседними углами 13">
            <a:extLst>
              <a:ext uri="{FF2B5EF4-FFF2-40B4-BE49-F238E27FC236}">
                <a16:creationId xmlns:a16="http://schemas.microsoft.com/office/drawing/2014/main" id="{AF02ABEF-8C51-7E44-6826-3B907F1A905E}"/>
              </a:ext>
            </a:extLst>
          </p:cNvPr>
          <p:cNvSpPr/>
          <p:nvPr userDrawn="1"/>
        </p:nvSpPr>
        <p:spPr>
          <a:xfrm rot="5400000">
            <a:off x="-1452562" y="1452565"/>
            <a:ext cx="10286998" cy="7381873"/>
          </a:xfrm>
          <a:prstGeom prst="round2SameRect">
            <a:avLst>
              <a:gd name="adj1" fmla="val 9406"/>
              <a:gd name="adj2" fmla="val 0"/>
            </a:avLst>
          </a:prstGeom>
          <a:gradFill flip="none" rotWithShape="1">
            <a:gsLst>
              <a:gs pos="0">
                <a:srgbClr val="F60428"/>
              </a:gs>
              <a:gs pos="50000">
                <a:srgbClr val="FF254A"/>
              </a:gs>
              <a:gs pos="100000">
                <a:srgbClr val="E41060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Текст 39">
            <a:extLst>
              <a:ext uri="{FF2B5EF4-FFF2-40B4-BE49-F238E27FC236}">
                <a16:creationId xmlns:a16="http://schemas.microsoft.com/office/drawing/2014/main" id="{838462AE-EB10-8D06-4649-33EDBFDA55A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957090" y="6381750"/>
            <a:ext cx="5511370" cy="3248025"/>
          </a:xfrm>
        </p:spPr>
        <p:txBody>
          <a:bodyPr>
            <a:noAutofit/>
          </a:bodyPr>
          <a:lstStyle>
            <a:lvl1pPr algn="l">
              <a:defRPr sz="16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20" name="Заголовок 12">
            <a:extLst>
              <a:ext uri="{FF2B5EF4-FFF2-40B4-BE49-F238E27FC236}">
                <a16:creationId xmlns:a16="http://schemas.microsoft.com/office/drawing/2014/main" id="{365CB8E5-8859-3BE9-38DB-46FD9B730A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7259" y="762000"/>
            <a:ext cx="5531201" cy="1264330"/>
          </a:xfrm>
        </p:spPr>
        <p:txBody>
          <a:bodyPr anchor="t">
            <a:noAutofit/>
          </a:bodyPr>
          <a:lstStyle>
            <a:lvl1pPr algn="l">
              <a:defRPr sz="440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 dirty="0"/>
              <a:t>Заголовок слайда в несколько строк</a:t>
            </a:r>
            <a:br>
              <a:rPr lang="ru-RU" dirty="0"/>
            </a:br>
            <a:endParaRPr lang="ru-RU" dirty="0"/>
          </a:p>
        </p:txBody>
      </p:sp>
      <p:sp>
        <p:nvSpPr>
          <p:cNvPr id="4" name="Текст 39">
            <a:extLst>
              <a:ext uri="{FF2B5EF4-FFF2-40B4-BE49-F238E27FC236}">
                <a16:creationId xmlns:a16="http://schemas.microsoft.com/office/drawing/2014/main" id="{2E02FB4D-7CB4-CD59-433A-C9AE2A25AD26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8137831" y="2464703"/>
            <a:ext cx="3963682" cy="1066221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6" name="Текст 39">
            <a:extLst>
              <a:ext uri="{FF2B5EF4-FFF2-40B4-BE49-F238E27FC236}">
                <a16:creationId xmlns:a16="http://schemas.microsoft.com/office/drawing/2014/main" id="{C849E0A8-53AB-8B22-18B8-E83E1EB5FB24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8137830" y="2026330"/>
            <a:ext cx="3963683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Текст 39">
            <a:extLst>
              <a:ext uri="{FF2B5EF4-FFF2-40B4-BE49-F238E27FC236}">
                <a16:creationId xmlns:a16="http://schemas.microsoft.com/office/drawing/2014/main" id="{427BC4CF-84E0-BD3B-06E0-61F1D6DFEE1A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13059924" y="2464703"/>
            <a:ext cx="3913626" cy="1066221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9" name="Текст 39">
            <a:extLst>
              <a:ext uri="{FF2B5EF4-FFF2-40B4-BE49-F238E27FC236}">
                <a16:creationId xmlns:a16="http://schemas.microsoft.com/office/drawing/2014/main" id="{98882353-99F4-0CE0-E1EE-B8D20FCA60B0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3059924" y="2026330"/>
            <a:ext cx="3913626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1" name="Текст 39">
            <a:extLst>
              <a:ext uri="{FF2B5EF4-FFF2-40B4-BE49-F238E27FC236}">
                <a16:creationId xmlns:a16="http://schemas.microsoft.com/office/drawing/2014/main" id="{10C6C7DF-D272-1280-67D6-234C3184E922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137831" y="4850716"/>
            <a:ext cx="3963682" cy="1066221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96B49D4D-7842-DD88-65BA-881B4CC76B4B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8137830" y="4412343"/>
            <a:ext cx="3963683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Текст 39">
            <a:extLst>
              <a:ext uri="{FF2B5EF4-FFF2-40B4-BE49-F238E27FC236}">
                <a16:creationId xmlns:a16="http://schemas.microsoft.com/office/drawing/2014/main" id="{E1DF3BD0-4DFF-786B-7016-F219BCA7DC2E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13059924" y="4850716"/>
            <a:ext cx="3913626" cy="1066221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68B408ED-CE4D-C8F2-54D7-54304FEF8144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13059924" y="4412343"/>
            <a:ext cx="3913626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9" name="Диаграмма 22">
            <a:extLst>
              <a:ext uri="{FF2B5EF4-FFF2-40B4-BE49-F238E27FC236}">
                <a16:creationId xmlns:a16="http://schemas.microsoft.com/office/drawing/2014/main" id="{CDFAECBB-4B99-302E-AE23-D560D31FE042}"/>
              </a:ext>
            </a:extLst>
          </p:cNvPr>
          <p:cNvSpPr>
            <a:spLocks noGrp="1"/>
          </p:cNvSpPr>
          <p:nvPr>
            <p:ph type="chart" sz="quarter" idx="85" hasCustomPrompt="1"/>
          </p:nvPr>
        </p:nvSpPr>
        <p:spPr>
          <a:xfrm>
            <a:off x="7915276" y="6472237"/>
            <a:ext cx="9435464" cy="2886075"/>
          </a:xfrm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Рисунок 3">
            <a:extLst>
              <a:ext uri="{FF2B5EF4-FFF2-40B4-BE49-F238E27FC236}">
                <a16:creationId xmlns:a16="http://schemas.microsoft.com/office/drawing/2014/main" id="{B41D15D3-2046-9C28-C205-3037B0DF131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3" name="Текст 16">
            <a:extLst>
              <a:ext uri="{FF2B5EF4-FFF2-40B4-BE49-F238E27FC236}">
                <a16:creationId xmlns:a16="http://schemas.microsoft.com/office/drawing/2014/main" id="{14F8FB78-D91B-59BE-F6AE-43805415C4C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8" name="Текст 16">
            <a:extLst>
              <a:ext uri="{FF2B5EF4-FFF2-40B4-BE49-F238E27FC236}">
                <a16:creationId xmlns:a16="http://schemas.microsoft.com/office/drawing/2014/main" id="{1A3986A0-2C19-7105-8211-FFBF0245694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799270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9" name="Таблица 8">
            <a:extLst>
              <a:ext uri="{FF2B5EF4-FFF2-40B4-BE49-F238E27FC236}">
                <a16:creationId xmlns:a16="http://schemas.microsoft.com/office/drawing/2014/main" id="{31E21953-0FDD-E16A-6A25-EE3886677AE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52500" y="2371725"/>
            <a:ext cx="16383000" cy="6886575"/>
          </a:xfrm>
        </p:spPr>
        <p:txBody>
          <a:bodyPr anchor="t">
            <a:normAutofit/>
          </a:bodyPr>
          <a:lstStyle>
            <a:lvl1pPr algn="ctr">
              <a:defRPr sz="2000"/>
            </a:lvl1pPr>
          </a:lstStyle>
          <a:p>
            <a:endParaRPr lang="ru-RU" dirty="0"/>
          </a:p>
        </p:txBody>
      </p:sp>
      <p:sp>
        <p:nvSpPr>
          <p:cNvPr id="5" name="Рисунок 3">
            <a:extLst>
              <a:ext uri="{FF2B5EF4-FFF2-40B4-BE49-F238E27FC236}">
                <a16:creationId xmlns:a16="http://schemas.microsoft.com/office/drawing/2014/main" id="{591CEDDF-C0C7-DC9A-ECFE-97B1127D6D6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" name="Текст 16">
            <a:extLst>
              <a:ext uri="{FF2B5EF4-FFF2-40B4-BE49-F238E27FC236}">
                <a16:creationId xmlns:a16="http://schemas.microsoft.com/office/drawing/2014/main" id="{2A5228D5-C5E1-A993-F3CF-F63D2E8966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7" name="Текст 16">
            <a:extLst>
              <a:ext uri="{FF2B5EF4-FFF2-40B4-BE49-F238E27FC236}">
                <a16:creationId xmlns:a16="http://schemas.microsoft.com/office/drawing/2014/main" id="{6473B929-5F65-6941-635D-5D0D40762DE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47129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и текс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9" name="Таблица 8">
            <a:extLst>
              <a:ext uri="{FF2B5EF4-FFF2-40B4-BE49-F238E27FC236}">
                <a16:creationId xmlns:a16="http://schemas.microsoft.com/office/drawing/2014/main" id="{31E21953-0FDD-E16A-6A25-EE3886677AE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52500" y="2371725"/>
            <a:ext cx="11191875" cy="6886575"/>
          </a:xfrm>
        </p:spPr>
        <p:txBody>
          <a:bodyPr anchor="t">
            <a:normAutofit/>
          </a:bodyPr>
          <a:lstStyle>
            <a:lvl1pPr algn="ctr">
              <a:defRPr sz="2000"/>
            </a:lvl1pPr>
          </a:lstStyle>
          <a:p>
            <a:endParaRPr lang="ru-RU" dirty="0"/>
          </a:p>
        </p:txBody>
      </p:sp>
      <p:sp>
        <p:nvSpPr>
          <p:cNvPr id="6" name="Текст 39">
            <a:extLst>
              <a:ext uri="{FF2B5EF4-FFF2-40B4-BE49-F238E27FC236}">
                <a16:creationId xmlns:a16="http://schemas.microsoft.com/office/drawing/2014/main" id="{699461D0-8D95-D64A-AEEF-494F29536731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3271804" y="2810098"/>
            <a:ext cx="4063695" cy="6448202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7" name="Текст 39">
            <a:extLst>
              <a:ext uri="{FF2B5EF4-FFF2-40B4-BE49-F238E27FC236}">
                <a16:creationId xmlns:a16="http://schemas.microsoft.com/office/drawing/2014/main" id="{D2716094-9B98-C320-C6CE-8BAB530BB8B4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13271804" y="2371725"/>
            <a:ext cx="4063696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Рисунок 3">
            <a:extLst>
              <a:ext uri="{FF2B5EF4-FFF2-40B4-BE49-F238E27FC236}">
                <a16:creationId xmlns:a16="http://schemas.microsoft.com/office/drawing/2014/main" id="{E7A4F538-02EA-F26D-A1C3-E295ACFBD25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Текст 16">
            <a:extLst>
              <a:ext uri="{FF2B5EF4-FFF2-40B4-BE49-F238E27FC236}">
                <a16:creationId xmlns:a16="http://schemas.microsoft.com/office/drawing/2014/main" id="{76871614-B40B-D06C-366E-1B7EDC30A88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1" name="Текст 16">
            <a:extLst>
              <a:ext uri="{FF2B5EF4-FFF2-40B4-BE49-F238E27FC236}">
                <a16:creationId xmlns:a16="http://schemas.microsoft.com/office/drawing/2014/main" id="{40A9CF8B-AEB8-B5CB-B4C7-6AD3210D09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2" name="Рисунок 5">
            <a:extLst>
              <a:ext uri="{FF2B5EF4-FFF2-40B4-BE49-F238E27FC236}">
                <a16:creationId xmlns:a16="http://schemas.microsoft.com/office/drawing/2014/main" id="{2A995278-454F-AFCD-DD59-D4B1DD567555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12589040" y="5703466"/>
            <a:ext cx="299676" cy="661466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 t="11407" b="11407"/>
            </a:stretch>
          </a:blipFill>
        </p:spPr>
        <p:txBody>
          <a:bodyPr>
            <a:noAutofit/>
          </a:bodyPr>
          <a:lstStyle>
            <a:lvl1pPr>
              <a:defRPr sz="1800"/>
            </a:lvl1pPr>
          </a:lstStyle>
          <a:p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571852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булле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с двумя скругленными соседними углами 13">
            <a:extLst>
              <a:ext uri="{FF2B5EF4-FFF2-40B4-BE49-F238E27FC236}">
                <a16:creationId xmlns:a16="http://schemas.microsoft.com/office/drawing/2014/main" id="{AF02ABEF-8C51-7E44-6826-3B907F1A905E}"/>
              </a:ext>
            </a:extLst>
          </p:cNvPr>
          <p:cNvSpPr/>
          <p:nvPr userDrawn="1"/>
        </p:nvSpPr>
        <p:spPr>
          <a:xfrm rot="5400000">
            <a:off x="-1452562" y="1452565"/>
            <a:ext cx="10286998" cy="7381873"/>
          </a:xfrm>
          <a:prstGeom prst="round2SameRect">
            <a:avLst>
              <a:gd name="adj1" fmla="val 9406"/>
              <a:gd name="adj2" fmla="val 0"/>
            </a:avLst>
          </a:prstGeom>
          <a:gradFill flip="none" rotWithShape="1">
            <a:gsLst>
              <a:gs pos="0">
                <a:srgbClr val="F60428"/>
              </a:gs>
              <a:gs pos="50000">
                <a:srgbClr val="FF254A"/>
              </a:gs>
              <a:gs pos="100000">
                <a:srgbClr val="E41060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Заголовок 12">
            <a:extLst>
              <a:ext uri="{FF2B5EF4-FFF2-40B4-BE49-F238E27FC236}">
                <a16:creationId xmlns:a16="http://schemas.microsoft.com/office/drawing/2014/main" id="{365CB8E5-8859-3BE9-38DB-46FD9B730A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7260" y="4345781"/>
            <a:ext cx="5531200" cy="1595437"/>
          </a:xfrm>
        </p:spPr>
        <p:txBody>
          <a:bodyPr anchor="t">
            <a:noAutofit/>
          </a:bodyPr>
          <a:lstStyle>
            <a:lvl1pPr algn="l">
              <a:defRPr sz="440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 dirty="0"/>
              <a:t>Сформулируйте</a:t>
            </a:r>
            <a:br>
              <a:rPr lang="ru-RU" dirty="0"/>
            </a:br>
            <a:r>
              <a:rPr lang="ru-RU" dirty="0"/>
              <a:t>смысловой</a:t>
            </a:r>
            <a:br>
              <a:rPr lang="ru-RU" dirty="0"/>
            </a:br>
            <a:r>
              <a:rPr lang="ru-RU" dirty="0"/>
              <a:t>заголовок</a:t>
            </a:r>
            <a:br>
              <a:rPr lang="ru-RU" dirty="0"/>
            </a:br>
            <a:endParaRPr lang="ru-RU" dirty="0"/>
          </a:p>
        </p:txBody>
      </p:sp>
      <p:sp>
        <p:nvSpPr>
          <p:cNvPr id="21" name="Текст 39">
            <a:extLst>
              <a:ext uri="{FF2B5EF4-FFF2-40B4-BE49-F238E27FC236}">
                <a16:creationId xmlns:a16="http://schemas.microsoft.com/office/drawing/2014/main" id="{7A2510E2-07F8-43CE-090D-FB16D551819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338167" y="2200276"/>
            <a:ext cx="6067425" cy="126432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</a:t>
            </a:r>
          </a:p>
        </p:txBody>
      </p:sp>
      <p:sp>
        <p:nvSpPr>
          <p:cNvPr id="22" name="Текст 39">
            <a:extLst>
              <a:ext uri="{FF2B5EF4-FFF2-40B4-BE49-F238E27FC236}">
                <a16:creationId xmlns:a16="http://schemas.microsoft.com/office/drawing/2014/main" id="{430534CE-44F6-2C98-9C1B-12C56FD43BE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76255" y="2200275"/>
            <a:ext cx="2969966" cy="755891"/>
          </a:xfrm>
        </p:spPr>
        <p:txBody>
          <a:bodyPr anchor="ctr">
            <a:noAutofit/>
          </a:bodyPr>
          <a:lstStyle>
            <a:lvl1pPr>
              <a:defRPr sz="2400" b="1" i="0">
                <a:solidFill>
                  <a:srgbClr val="EA0B4C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несколько строк</a:t>
            </a:r>
          </a:p>
        </p:txBody>
      </p:sp>
      <p:sp>
        <p:nvSpPr>
          <p:cNvPr id="23" name="Текст 39">
            <a:extLst>
              <a:ext uri="{FF2B5EF4-FFF2-40B4-BE49-F238E27FC236}">
                <a16:creationId xmlns:a16="http://schemas.microsoft.com/office/drawing/2014/main" id="{ED82AC88-2D39-5FD9-6FCA-9BA1ADCB4277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1338167" y="3871421"/>
            <a:ext cx="6067425" cy="2329027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</a:t>
            </a:r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C729BF5A-F143-0E8A-12AA-DF9CF098700D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8176255" y="3871420"/>
            <a:ext cx="2969966" cy="755891"/>
          </a:xfrm>
        </p:spPr>
        <p:txBody>
          <a:bodyPr anchor="ctr">
            <a:noAutofit/>
          </a:bodyPr>
          <a:lstStyle>
            <a:lvl1pPr>
              <a:defRPr sz="2400" b="1" i="0">
                <a:solidFill>
                  <a:srgbClr val="EA0B4C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несколько строк</a:t>
            </a:r>
          </a:p>
        </p:txBody>
      </p:sp>
      <p:sp>
        <p:nvSpPr>
          <p:cNvPr id="25" name="Текст 39">
            <a:extLst>
              <a:ext uri="{FF2B5EF4-FFF2-40B4-BE49-F238E27FC236}">
                <a16:creationId xmlns:a16="http://schemas.microsoft.com/office/drawing/2014/main" id="{9E53A6FA-4296-2CD0-44D6-F0C81E1A9693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1338167" y="6535794"/>
            <a:ext cx="6067425" cy="2734330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</a:t>
            </a:r>
          </a:p>
        </p:txBody>
      </p:sp>
      <p:sp>
        <p:nvSpPr>
          <p:cNvPr id="26" name="Текст 39">
            <a:extLst>
              <a:ext uri="{FF2B5EF4-FFF2-40B4-BE49-F238E27FC236}">
                <a16:creationId xmlns:a16="http://schemas.microsoft.com/office/drawing/2014/main" id="{A9586E6A-CD0C-F440-84C6-9B1D1854AB4B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8176255" y="6535793"/>
            <a:ext cx="2969966" cy="755891"/>
          </a:xfrm>
        </p:spPr>
        <p:txBody>
          <a:bodyPr anchor="ctr">
            <a:noAutofit/>
          </a:bodyPr>
          <a:lstStyle>
            <a:lvl1pPr>
              <a:defRPr sz="2400" b="1" i="0">
                <a:solidFill>
                  <a:srgbClr val="EA0B4C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несколько строк</a:t>
            </a:r>
          </a:p>
        </p:txBody>
      </p:sp>
      <p:sp>
        <p:nvSpPr>
          <p:cNvPr id="5" name="Рисунок 3">
            <a:extLst>
              <a:ext uri="{FF2B5EF4-FFF2-40B4-BE49-F238E27FC236}">
                <a16:creationId xmlns:a16="http://schemas.microsoft.com/office/drawing/2014/main" id="{229512F2-3B5A-730E-A752-AEC246FA54F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" name="Текст 16">
            <a:extLst>
              <a:ext uri="{FF2B5EF4-FFF2-40B4-BE49-F238E27FC236}">
                <a16:creationId xmlns:a16="http://schemas.microsoft.com/office/drawing/2014/main" id="{18C0B43D-B230-2603-9F8C-DBA32719C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7" name="Текст 16">
            <a:extLst>
              <a:ext uri="{FF2B5EF4-FFF2-40B4-BE49-F238E27FC236}">
                <a16:creationId xmlns:a16="http://schemas.microsoft.com/office/drawing/2014/main" id="{6A27196D-1FB4-98B9-8647-4E181F0F7A7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920038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буллетов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с двумя скругленными соседними углами 13">
            <a:extLst>
              <a:ext uri="{FF2B5EF4-FFF2-40B4-BE49-F238E27FC236}">
                <a16:creationId xmlns:a16="http://schemas.microsoft.com/office/drawing/2014/main" id="{AF02ABEF-8C51-7E44-6826-3B907F1A905E}"/>
              </a:ext>
            </a:extLst>
          </p:cNvPr>
          <p:cNvSpPr/>
          <p:nvPr userDrawn="1"/>
        </p:nvSpPr>
        <p:spPr>
          <a:xfrm rot="5400000">
            <a:off x="-1452564" y="1452564"/>
            <a:ext cx="10287000" cy="7381873"/>
          </a:xfrm>
          <a:prstGeom prst="round2SameRect">
            <a:avLst>
              <a:gd name="adj1" fmla="val 9406"/>
              <a:gd name="adj2" fmla="val 0"/>
            </a:avLst>
          </a:prstGeom>
          <a:gradFill flip="none" rotWithShape="1">
            <a:gsLst>
              <a:gs pos="0">
                <a:srgbClr val="F60428"/>
              </a:gs>
              <a:gs pos="50000">
                <a:srgbClr val="FF254A"/>
              </a:gs>
              <a:gs pos="100000">
                <a:srgbClr val="E41060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6A63D3F6-1F3C-5B00-5B69-65A8E2A470A2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4067496" y="5900040"/>
            <a:ext cx="2400965" cy="300408"/>
          </a:xfrm>
        </p:spPr>
        <p:txBody>
          <a:bodyPr anchor="ctr">
            <a:noAutofit/>
          </a:bodyPr>
          <a:lstStyle>
            <a:lvl1pPr algn="l">
              <a:defRPr sz="24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19A81112-2427-A619-5C59-DA5D469AA228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4067495" y="6381750"/>
            <a:ext cx="2400965" cy="1724025"/>
          </a:xfrm>
        </p:spPr>
        <p:txBody>
          <a:bodyPr>
            <a:noAutofit/>
          </a:bodyPr>
          <a:lstStyle>
            <a:lvl1pPr algn="l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79D6796D-C2CC-B661-F557-5C771959DAE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957091" y="5900040"/>
            <a:ext cx="2400965" cy="300408"/>
          </a:xfrm>
        </p:spPr>
        <p:txBody>
          <a:bodyPr anchor="ctr">
            <a:noAutofit/>
          </a:bodyPr>
          <a:lstStyle>
            <a:lvl1pPr algn="l">
              <a:defRPr sz="24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Текст 39">
            <a:extLst>
              <a:ext uri="{FF2B5EF4-FFF2-40B4-BE49-F238E27FC236}">
                <a16:creationId xmlns:a16="http://schemas.microsoft.com/office/drawing/2014/main" id="{838462AE-EB10-8D06-4649-33EDBFDA55A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957090" y="6381750"/>
            <a:ext cx="2400965" cy="1724025"/>
          </a:xfrm>
        </p:spPr>
        <p:txBody>
          <a:bodyPr>
            <a:noAutofit/>
          </a:bodyPr>
          <a:lstStyle>
            <a:lvl1pPr algn="l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быть в несколько строк. Разместите свой текст в несколько строк здесь. Разместите свой текст в несколько строк здесь</a:t>
            </a:r>
          </a:p>
        </p:txBody>
      </p:sp>
      <p:sp>
        <p:nvSpPr>
          <p:cNvPr id="20" name="Заголовок 12">
            <a:extLst>
              <a:ext uri="{FF2B5EF4-FFF2-40B4-BE49-F238E27FC236}">
                <a16:creationId xmlns:a16="http://schemas.microsoft.com/office/drawing/2014/main" id="{365CB8E5-8859-3BE9-38DB-46FD9B730A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7260" y="2200275"/>
            <a:ext cx="5531200" cy="1595437"/>
          </a:xfrm>
        </p:spPr>
        <p:txBody>
          <a:bodyPr anchor="t">
            <a:noAutofit/>
          </a:bodyPr>
          <a:lstStyle>
            <a:lvl1pPr algn="l">
              <a:defRPr sz="440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 dirty="0"/>
              <a:t>Сформулируйте</a:t>
            </a:r>
            <a:br>
              <a:rPr lang="ru-RU" dirty="0"/>
            </a:br>
            <a:r>
              <a:rPr lang="ru-RU" dirty="0"/>
              <a:t>смысловой</a:t>
            </a:r>
            <a:br>
              <a:rPr lang="ru-RU" dirty="0"/>
            </a:br>
            <a:r>
              <a:rPr lang="ru-RU" dirty="0"/>
              <a:t>заголовок</a:t>
            </a:r>
            <a:br>
              <a:rPr lang="ru-RU" dirty="0"/>
            </a:br>
            <a:endParaRPr lang="ru-RU" dirty="0"/>
          </a:p>
        </p:txBody>
      </p:sp>
      <p:sp>
        <p:nvSpPr>
          <p:cNvPr id="21" name="Текст 39">
            <a:extLst>
              <a:ext uri="{FF2B5EF4-FFF2-40B4-BE49-F238E27FC236}">
                <a16:creationId xmlns:a16="http://schemas.microsoft.com/office/drawing/2014/main" id="{7A2510E2-07F8-43CE-090D-FB16D551819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338167" y="2200276"/>
            <a:ext cx="6067425" cy="126432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</a:t>
            </a:r>
          </a:p>
        </p:txBody>
      </p:sp>
      <p:sp>
        <p:nvSpPr>
          <p:cNvPr id="22" name="Текст 39">
            <a:extLst>
              <a:ext uri="{FF2B5EF4-FFF2-40B4-BE49-F238E27FC236}">
                <a16:creationId xmlns:a16="http://schemas.microsoft.com/office/drawing/2014/main" id="{430534CE-44F6-2C98-9C1B-12C56FD43BE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76255" y="2200275"/>
            <a:ext cx="2969966" cy="755891"/>
          </a:xfrm>
        </p:spPr>
        <p:txBody>
          <a:bodyPr anchor="ctr">
            <a:noAutofit/>
          </a:bodyPr>
          <a:lstStyle>
            <a:lvl1pPr>
              <a:defRPr sz="2400" b="1" i="0">
                <a:solidFill>
                  <a:srgbClr val="EA0B4C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несколько строк</a:t>
            </a:r>
          </a:p>
        </p:txBody>
      </p:sp>
      <p:sp>
        <p:nvSpPr>
          <p:cNvPr id="23" name="Текст 39">
            <a:extLst>
              <a:ext uri="{FF2B5EF4-FFF2-40B4-BE49-F238E27FC236}">
                <a16:creationId xmlns:a16="http://schemas.microsoft.com/office/drawing/2014/main" id="{ED82AC88-2D39-5FD9-6FCA-9BA1ADCB4277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1338167" y="3871421"/>
            <a:ext cx="6067425" cy="2329027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</a:t>
            </a:r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C729BF5A-F143-0E8A-12AA-DF9CF098700D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8176255" y="3871420"/>
            <a:ext cx="2969966" cy="755891"/>
          </a:xfrm>
        </p:spPr>
        <p:txBody>
          <a:bodyPr anchor="ctr">
            <a:noAutofit/>
          </a:bodyPr>
          <a:lstStyle>
            <a:lvl1pPr>
              <a:defRPr sz="2400" b="1" i="0">
                <a:solidFill>
                  <a:srgbClr val="EA0B4C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несколько строк</a:t>
            </a:r>
          </a:p>
        </p:txBody>
      </p:sp>
      <p:sp>
        <p:nvSpPr>
          <p:cNvPr id="25" name="Текст 39">
            <a:extLst>
              <a:ext uri="{FF2B5EF4-FFF2-40B4-BE49-F238E27FC236}">
                <a16:creationId xmlns:a16="http://schemas.microsoft.com/office/drawing/2014/main" id="{9E53A6FA-4296-2CD0-44D6-F0C81E1A9693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1338167" y="6535794"/>
            <a:ext cx="6067425" cy="2734330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</a:t>
            </a:r>
          </a:p>
        </p:txBody>
      </p:sp>
      <p:sp>
        <p:nvSpPr>
          <p:cNvPr id="26" name="Текст 39">
            <a:extLst>
              <a:ext uri="{FF2B5EF4-FFF2-40B4-BE49-F238E27FC236}">
                <a16:creationId xmlns:a16="http://schemas.microsoft.com/office/drawing/2014/main" id="{A9586E6A-CD0C-F440-84C6-9B1D1854AB4B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8176255" y="6535793"/>
            <a:ext cx="2969966" cy="755891"/>
          </a:xfrm>
        </p:spPr>
        <p:txBody>
          <a:bodyPr anchor="ctr">
            <a:noAutofit/>
          </a:bodyPr>
          <a:lstStyle>
            <a:lvl1pPr>
              <a:defRPr sz="2400" b="1" i="0">
                <a:solidFill>
                  <a:srgbClr val="EA0B4C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несколько строк</a:t>
            </a:r>
          </a:p>
        </p:txBody>
      </p:sp>
      <p:sp>
        <p:nvSpPr>
          <p:cNvPr id="4" name="Рисунок 16">
            <a:extLst>
              <a:ext uri="{FF2B5EF4-FFF2-40B4-BE49-F238E27FC236}">
                <a16:creationId xmlns:a16="http://schemas.microsoft.com/office/drawing/2014/main" id="{810C1981-78CC-CC37-FF12-E43CABE289A6}"/>
              </a:ext>
            </a:extLst>
          </p:cNvPr>
          <p:cNvSpPr>
            <a:spLocks noGrp="1"/>
          </p:cNvSpPr>
          <p:nvPr>
            <p:ph type="pic" sz="quarter" idx="82" hasCustomPrompt="1"/>
          </p:nvPr>
        </p:nvSpPr>
        <p:spPr>
          <a:xfrm>
            <a:off x="4067495" y="5231350"/>
            <a:ext cx="498686" cy="487388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" name="Рисунок 16">
            <a:extLst>
              <a:ext uri="{FF2B5EF4-FFF2-40B4-BE49-F238E27FC236}">
                <a16:creationId xmlns:a16="http://schemas.microsoft.com/office/drawing/2014/main" id="{CAAD15E5-DAD5-FCC2-15A7-6B616B7C81D4}"/>
              </a:ext>
            </a:extLst>
          </p:cNvPr>
          <p:cNvSpPr>
            <a:spLocks noGrp="1"/>
          </p:cNvSpPr>
          <p:nvPr>
            <p:ph type="pic" sz="quarter" idx="83" hasCustomPrompt="1"/>
          </p:nvPr>
        </p:nvSpPr>
        <p:spPr>
          <a:xfrm>
            <a:off x="939982" y="5231350"/>
            <a:ext cx="498686" cy="487388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" name="Рисунок 3">
            <a:extLst>
              <a:ext uri="{FF2B5EF4-FFF2-40B4-BE49-F238E27FC236}">
                <a16:creationId xmlns:a16="http://schemas.microsoft.com/office/drawing/2014/main" id="{C13221FB-2180-F387-A591-F125DB09181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Текст 16">
            <a:extLst>
              <a:ext uri="{FF2B5EF4-FFF2-40B4-BE49-F238E27FC236}">
                <a16:creationId xmlns:a16="http://schemas.microsoft.com/office/drawing/2014/main" id="{FD4E0806-AC15-8514-714C-0364B374A08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9" name="Текст 16">
            <a:extLst>
              <a:ext uri="{FF2B5EF4-FFF2-40B4-BE49-F238E27FC236}">
                <a16:creationId xmlns:a16="http://schemas.microsoft.com/office/drawing/2014/main" id="{D2E554B1-F541-D684-42D6-1F3431C82F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6907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й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Текст 39">
            <a:extLst>
              <a:ext uri="{FF2B5EF4-FFF2-40B4-BE49-F238E27FC236}">
                <a16:creationId xmlns:a16="http://schemas.microsoft.com/office/drawing/2014/main" id="{7A2510E2-07F8-43CE-090D-FB16D551819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14412" y="2200276"/>
            <a:ext cx="13236963" cy="1264329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</a:t>
            </a:r>
          </a:p>
        </p:txBody>
      </p:sp>
      <p:sp>
        <p:nvSpPr>
          <p:cNvPr id="22" name="Текст 39">
            <a:extLst>
              <a:ext uri="{FF2B5EF4-FFF2-40B4-BE49-F238E27FC236}">
                <a16:creationId xmlns:a16="http://schemas.microsoft.com/office/drawing/2014/main" id="{430534CE-44F6-2C98-9C1B-12C56FD43BE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52500" y="2200275"/>
            <a:ext cx="2969966" cy="755891"/>
          </a:xfrm>
        </p:spPr>
        <p:txBody>
          <a:bodyPr anchor="ctr">
            <a:noAutofit/>
          </a:bodyPr>
          <a:lstStyle>
            <a:lvl1pPr>
              <a:defRPr sz="2400" b="1" i="0">
                <a:solidFill>
                  <a:srgbClr val="EA0B4C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несколько строк</a:t>
            </a:r>
          </a:p>
        </p:txBody>
      </p:sp>
      <p:sp>
        <p:nvSpPr>
          <p:cNvPr id="23" name="Текст 39">
            <a:extLst>
              <a:ext uri="{FF2B5EF4-FFF2-40B4-BE49-F238E27FC236}">
                <a16:creationId xmlns:a16="http://schemas.microsoft.com/office/drawing/2014/main" id="{ED82AC88-2D39-5FD9-6FCA-9BA1ADCB4277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4114412" y="3871421"/>
            <a:ext cx="13236963" cy="2329027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</a:t>
            </a:r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C729BF5A-F143-0E8A-12AA-DF9CF098700D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952500" y="3871420"/>
            <a:ext cx="2969966" cy="755891"/>
          </a:xfrm>
        </p:spPr>
        <p:txBody>
          <a:bodyPr anchor="ctr">
            <a:noAutofit/>
          </a:bodyPr>
          <a:lstStyle>
            <a:lvl1pPr>
              <a:defRPr sz="2400" b="1" i="0">
                <a:solidFill>
                  <a:srgbClr val="EA0B4C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несколько строк</a:t>
            </a:r>
          </a:p>
        </p:txBody>
      </p:sp>
      <p:sp>
        <p:nvSpPr>
          <p:cNvPr id="25" name="Текст 39">
            <a:extLst>
              <a:ext uri="{FF2B5EF4-FFF2-40B4-BE49-F238E27FC236}">
                <a16:creationId xmlns:a16="http://schemas.microsoft.com/office/drawing/2014/main" id="{9E53A6FA-4296-2CD0-44D6-F0C81E1A9693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4114412" y="6535794"/>
            <a:ext cx="13236963" cy="2734330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</a:t>
            </a:r>
          </a:p>
        </p:txBody>
      </p:sp>
      <p:sp>
        <p:nvSpPr>
          <p:cNvPr id="26" name="Текст 39">
            <a:extLst>
              <a:ext uri="{FF2B5EF4-FFF2-40B4-BE49-F238E27FC236}">
                <a16:creationId xmlns:a16="http://schemas.microsoft.com/office/drawing/2014/main" id="{A9586E6A-CD0C-F440-84C6-9B1D1854AB4B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952500" y="6535793"/>
            <a:ext cx="2969966" cy="755891"/>
          </a:xfrm>
        </p:spPr>
        <p:txBody>
          <a:bodyPr anchor="ctr">
            <a:noAutofit/>
          </a:bodyPr>
          <a:lstStyle>
            <a:lvl1pPr>
              <a:defRPr sz="2400" b="1" i="0">
                <a:solidFill>
                  <a:srgbClr val="EA0B4C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несколько строк</a:t>
            </a:r>
          </a:p>
        </p:txBody>
      </p:sp>
      <p:sp>
        <p:nvSpPr>
          <p:cNvPr id="7" name="Рисунок 3">
            <a:extLst>
              <a:ext uri="{FF2B5EF4-FFF2-40B4-BE49-F238E27FC236}">
                <a16:creationId xmlns:a16="http://schemas.microsoft.com/office/drawing/2014/main" id="{C13221FB-2180-F387-A591-F125DB09181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Текст 16">
            <a:extLst>
              <a:ext uri="{FF2B5EF4-FFF2-40B4-BE49-F238E27FC236}">
                <a16:creationId xmlns:a16="http://schemas.microsoft.com/office/drawing/2014/main" id="{FD4E0806-AC15-8514-714C-0364B374A08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9" name="Текст 16">
            <a:extLst>
              <a:ext uri="{FF2B5EF4-FFF2-40B4-BE49-F238E27FC236}">
                <a16:creationId xmlns:a16="http://schemas.microsoft.com/office/drawing/2014/main" id="{D2E554B1-F541-D684-42D6-1F3431C82F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2" name="Заголовок 32">
            <a:extLst>
              <a:ext uri="{FF2B5EF4-FFF2-40B4-BE49-F238E27FC236}">
                <a16:creationId xmlns:a16="http://schemas.microsoft.com/office/drawing/2014/main" id="{DE30DC53-470D-E637-0C29-B7BB01FE87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</p:spTree>
    <p:extLst>
      <p:ext uri="{BB962C8B-B14F-4D97-AF65-F5344CB8AC3E}">
        <p14:creationId xmlns:p14="http://schemas.microsoft.com/office/powerpoint/2010/main" val="22931289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й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Текст 39">
            <a:extLst>
              <a:ext uri="{FF2B5EF4-FFF2-40B4-BE49-F238E27FC236}">
                <a16:creationId xmlns:a16="http://schemas.microsoft.com/office/drawing/2014/main" id="{7A2510E2-07F8-43CE-090D-FB16D551819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52500" y="2200276"/>
            <a:ext cx="16398875" cy="7324724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</a:t>
            </a:r>
            <a:br>
              <a:rPr lang="ru-RU" dirty="0"/>
            </a:br>
            <a:r>
              <a:rPr lang="ru-RU" dirty="0"/>
              <a:t>в несколько строк здесь.</a:t>
            </a:r>
          </a:p>
        </p:txBody>
      </p:sp>
      <p:sp>
        <p:nvSpPr>
          <p:cNvPr id="7" name="Рисунок 3">
            <a:extLst>
              <a:ext uri="{FF2B5EF4-FFF2-40B4-BE49-F238E27FC236}">
                <a16:creationId xmlns:a16="http://schemas.microsoft.com/office/drawing/2014/main" id="{C13221FB-2180-F387-A591-F125DB09181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Текст 16">
            <a:extLst>
              <a:ext uri="{FF2B5EF4-FFF2-40B4-BE49-F238E27FC236}">
                <a16:creationId xmlns:a16="http://schemas.microsoft.com/office/drawing/2014/main" id="{FD4E0806-AC15-8514-714C-0364B374A08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9" name="Текст 16">
            <a:extLst>
              <a:ext uri="{FF2B5EF4-FFF2-40B4-BE49-F238E27FC236}">
                <a16:creationId xmlns:a16="http://schemas.microsoft.com/office/drawing/2014/main" id="{D2E554B1-F541-D684-42D6-1F3431C82F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2" name="Заголовок 32">
            <a:extLst>
              <a:ext uri="{FF2B5EF4-FFF2-40B4-BE49-F238E27FC236}">
                <a16:creationId xmlns:a16="http://schemas.microsoft.com/office/drawing/2014/main" id="{DE30DC53-470D-E637-0C29-B7BB01FE87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</p:spTree>
    <p:extLst>
      <p:ext uri="{BB962C8B-B14F-4D97-AF65-F5344CB8AC3E}">
        <p14:creationId xmlns:p14="http://schemas.microsoft.com/office/powerpoint/2010/main" val="39792595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ольшая цифр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1B5A020-5664-A360-9586-F4AD29C8A1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0" y="0"/>
            <a:ext cx="9144000" cy="10287000"/>
          </a:xfrm>
          <a:prstGeom prst="rect">
            <a:avLst/>
          </a:prstGeom>
        </p:spPr>
      </p:pic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31E684B5-33D2-A3FB-A5D8-F7F0CCFF45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81848" y="3328231"/>
            <a:ext cx="8853652" cy="3630537"/>
          </a:xfrm>
        </p:spPr>
        <p:txBody>
          <a:bodyPr anchor="t">
            <a:noAutofit/>
          </a:bodyPr>
          <a:lstStyle>
            <a:lvl1pPr algn="l">
              <a:defRPr sz="7200"/>
            </a:lvl1pPr>
          </a:lstStyle>
          <a:p>
            <a:r>
              <a:rPr lang="ru-RU" dirty="0"/>
              <a:t>Краткое описание сути показателя</a:t>
            </a:r>
            <a:br>
              <a:rPr lang="ru-RU" dirty="0"/>
            </a:br>
            <a:r>
              <a:rPr lang="ru-RU" dirty="0"/>
              <a:t>с пояснением</a:t>
            </a:r>
            <a:br>
              <a:rPr lang="ru-RU" dirty="0"/>
            </a:br>
            <a:r>
              <a:rPr lang="ru-RU" dirty="0"/>
              <a:t>в 4 строки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3782E30-8FB2-8D9C-47D8-24BA853849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49400" y="1047750"/>
            <a:ext cx="5979948" cy="8135938"/>
          </a:xfrm>
        </p:spPr>
        <p:txBody>
          <a:bodyPr anchor="ctr">
            <a:noAutofit/>
          </a:bodyPr>
          <a:lstStyle>
            <a:lvl1pPr>
              <a:defRPr sz="80000" b="1" i="0">
                <a:solidFill>
                  <a:srgbClr val="FF0000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</a:lstStyle>
          <a:p>
            <a:pPr lvl="0"/>
            <a:r>
              <a:rPr lang="ru-RU" dirty="0"/>
              <a:t>5</a:t>
            </a:r>
          </a:p>
        </p:txBody>
      </p:sp>
      <p:sp>
        <p:nvSpPr>
          <p:cNvPr id="6" name="Рисунок 3">
            <a:extLst>
              <a:ext uri="{FF2B5EF4-FFF2-40B4-BE49-F238E27FC236}">
                <a16:creationId xmlns:a16="http://schemas.microsoft.com/office/drawing/2014/main" id="{4DA5AA1E-A3A1-68F9-05E5-3B3E076750F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" name="Текст 16">
            <a:extLst>
              <a:ext uri="{FF2B5EF4-FFF2-40B4-BE49-F238E27FC236}">
                <a16:creationId xmlns:a16="http://schemas.microsoft.com/office/drawing/2014/main" id="{8D0EFDB7-9784-AEBB-E45A-4F132CA146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8" name="Текст 16">
            <a:extLst>
              <a:ext uri="{FF2B5EF4-FFF2-40B4-BE49-F238E27FC236}">
                <a16:creationId xmlns:a16="http://schemas.microsoft.com/office/drawing/2014/main" id="{EB6BA0F8-714E-B64C-2509-F761B333E9E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55134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изыв к действию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EFD62D56-DB63-ACC9-8ECF-2BE60FAD3F01}"/>
              </a:ext>
            </a:extLst>
          </p:cNvPr>
          <p:cNvSpPr/>
          <p:nvPr userDrawn="1"/>
        </p:nvSpPr>
        <p:spPr>
          <a:xfrm>
            <a:off x="762000" y="762000"/>
            <a:ext cx="16764000" cy="8763000"/>
          </a:xfrm>
          <a:prstGeom prst="roundRect">
            <a:avLst>
              <a:gd name="adj" fmla="val 778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1B5A020-5664-A360-9586-F4AD29C8A1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0" y="0"/>
            <a:ext cx="9144000" cy="10287000"/>
          </a:xfrm>
          <a:prstGeom prst="rect">
            <a:avLst/>
          </a:prstGeom>
        </p:spPr>
      </p:pic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31E684B5-33D2-A3FB-A5D8-F7F0CCFF45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75175" y="5371573"/>
            <a:ext cx="8737650" cy="2715690"/>
          </a:xfrm>
        </p:spPr>
        <p:txBody>
          <a:bodyPr anchor="t">
            <a:noAutofit/>
          </a:bodyPr>
          <a:lstStyle>
            <a:lvl1pPr algn="ctr">
              <a:defRPr sz="7200"/>
            </a:lvl1pPr>
          </a:lstStyle>
          <a:p>
            <a:r>
              <a:rPr lang="ru-RU" dirty="0"/>
              <a:t>Напишите призыв к действию в 2-3 строки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F78FE1B5-C685-96FF-743D-30117E8A4AD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37527" y="8294673"/>
            <a:ext cx="4212946" cy="714375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Краткий текст-пояснение максимум в 2 строки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F33EF155-C3A9-FA23-5985-A1BBC8D3C5D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185025" y="1501775"/>
            <a:ext cx="3608388" cy="3608388"/>
          </a:xfrm>
          <a:blipFill>
            <a:blip r:embed="rId4"/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90985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ожный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11">
            <a:extLst>
              <a:ext uri="{FF2B5EF4-FFF2-40B4-BE49-F238E27FC236}">
                <a16:creationId xmlns:a16="http://schemas.microsoft.com/office/drawing/2014/main" id="{7619C8B5-B25F-85B2-D358-39D4DFE96488}"/>
              </a:ext>
            </a:extLst>
          </p:cNvPr>
          <p:cNvSpPr>
            <a:spLocks noGrp="1"/>
          </p:cNvSpPr>
          <p:nvPr>
            <p:ph type="pic" sz="quarter" idx="94" hasCustomPrompt="1"/>
          </p:nvPr>
        </p:nvSpPr>
        <p:spPr>
          <a:xfrm>
            <a:off x="5429248" y="2825405"/>
            <a:ext cx="4133849" cy="1165570"/>
          </a:xfrm>
          <a:prstGeom prst="roundRect">
            <a:avLst>
              <a:gd name="adj" fmla="val 13903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Рисунок 11">
            <a:extLst>
              <a:ext uri="{FF2B5EF4-FFF2-40B4-BE49-F238E27FC236}">
                <a16:creationId xmlns:a16="http://schemas.microsoft.com/office/drawing/2014/main" id="{F7271998-F366-8AAE-20C6-269157EA22EF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5429248" y="4542445"/>
            <a:ext cx="4133849" cy="1165570"/>
          </a:xfrm>
          <a:prstGeom prst="roundRect">
            <a:avLst>
              <a:gd name="adj" fmla="val 13903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" name="Рисунок 11">
            <a:extLst>
              <a:ext uri="{FF2B5EF4-FFF2-40B4-BE49-F238E27FC236}">
                <a16:creationId xmlns:a16="http://schemas.microsoft.com/office/drawing/2014/main" id="{5BAEF347-A30A-414B-28CA-5465D4D761A7}"/>
              </a:ext>
            </a:extLst>
          </p:cNvPr>
          <p:cNvSpPr>
            <a:spLocks noGrp="1"/>
          </p:cNvSpPr>
          <p:nvPr>
            <p:ph type="pic" sz="quarter" idx="96" hasCustomPrompt="1"/>
          </p:nvPr>
        </p:nvSpPr>
        <p:spPr>
          <a:xfrm>
            <a:off x="5429248" y="6320445"/>
            <a:ext cx="4133849" cy="1165570"/>
          </a:xfrm>
          <a:prstGeom prst="roundRect">
            <a:avLst>
              <a:gd name="adj" fmla="val 13903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Рисунок 11">
            <a:extLst>
              <a:ext uri="{FF2B5EF4-FFF2-40B4-BE49-F238E27FC236}">
                <a16:creationId xmlns:a16="http://schemas.microsoft.com/office/drawing/2014/main" id="{1AACB762-5735-8E78-6867-71D91D9E2E91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9909809" y="3629023"/>
            <a:ext cx="3595722" cy="3086101"/>
          </a:xfrm>
          <a:prstGeom prst="roundRect">
            <a:avLst>
              <a:gd name="adj" fmla="val 8306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Рисунок 11">
            <a:extLst>
              <a:ext uri="{FF2B5EF4-FFF2-40B4-BE49-F238E27FC236}">
                <a16:creationId xmlns:a16="http://schemas.microsoft.com/office/drawing/2014/main" id="{9867FD82-C0BB-7AF0-850C-584AC5AB3FAE}"/>
              </a:ext>
            </a:extLst>
          </p:cNvPr>
          <p:cNvSpPr>
            <a:spLocks noGrp="1"/>
          </p:cNvSpPr>
          <p:nvPr>
            <p:ph type="pic" sz="quarter" idx="98" hasCustomPrompt="1"/>
          </p:nvPr>
        </p:nvSpPr>
        <p:spPr>
          <a:xfrm>
            <a:off x="13740129" y="3629023"/>
            <a:ext cx="3595722" cy="3086101"/>
          </a:xfrm>
          <a:prstGeom prst="roundRect">
            <a:avLst>
              <a:gd name="adj" fmla="val 8306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Рисунок 11">
            <a:extLst>
              <a:ext uri="{FF2B5EF4-FFF2-40B4-BE49-F238E27FC236}">
                <a16:creationId xmlns:a16="http://schemas.microsoft.com/office/drawing/2014/main" id="{0C16B71B-32E8-6FFD-C529-91B65F18D24C}"/>
              </a:ext>
            </a:extLst>
          </p:cNvPr>
          <p:cNvSpPr>
            <a:spLocks noGrp="1"/>
          </p:cNvSpPr>
          <p:nvPr>
            <p:ph type="pic" sz="quarter" idx="99" hasCustomPrompt="1"/>
          </p:nvPr>
        </p:nvSpPr>
        <p:spPr>
          <a:xfrm>
            <a:off x="9909808" y="6955307"/>
            <a:ext cx="7439261" cy="2495550"/>
          </a:xfrm>
          <a:prstGeom prst="roundRect">
            <a:avLst>
              <a:gd name="adj" fmla="val 8306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" name="Рисунок 11">
            <a:extLst>
              <a:ext uri="{FF2B5EF4-FFF2-40B4-BE49-F238E27FC236}">
                <a16:creationId xmlns:a16="http://schemas.microsoft.com/office/drawing/2014/main" id="{D84516DB-CF1E-C8D3-9D0C-FF8AF50DCC20}"/>
              </a:ext>
            </a:extLst>
          </p:cNvPr>
          <p:cNvSpPr>
            <a:spLocks noGrp="1"/>
          </p:cNvSpPr>
          <p:nvPr>
            <p:ph type="pic" sz="quarter" idx="100" hasCustomPrompt="1"/>
          </p:nvPr>
        </p:nvSpPr>
        <p:spPr>
          <a:xfrm>
            <a:off x="5429248" y="7803804"/>
            <a:ext cx="4133849" cy="1635469"/>
          </a:xfrm>
          <a:prstGeom prst="roundRect">
            <a:avLst>
              <a:gd name="adj" fmla="val 8933"/>
            </a:avLst>
          </a:prstGeom>
          <a:solidFill>
            <a:srgbClr val="EA0B4C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9" name="Текст 39">
            <a:extLst>
              <a:ext uri="{FF2B5EF4-FFF2-40B4-BE49-F238E27FC236}">
                <a16:creationId xmlns:a16="http://schemas.microsoft.com/office/drawing/2014/main" id="{AB2EE4B4-C757-5B6E-43DC-6F32829D9553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10119645" y="7123672"/>
            <a:ext cx="2628100" cy="275197"/>
          </a:xfrm>
        </p:spPr>
        <p:txBody>
          <a:bodyPr anchor="ctr">
            <a:noAutofit/>
          </a:bodyPr>
          <a:lstStyle>
            <a:lvl1pPr>
              <a:defRPr sz="1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13" name="Текст 39">
            <a:extLst>
              <a:ext uri="{FF2B5EF4-FFF2-40B4-BE49-F238E27FC236}">
                <a16:creationId xmlns:a16="http://schemas.microsoft.com/office/drawing/2014/main" id="{51405C69-E770-3DCB-D70D-3CB6AD618A1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119644" y="3808972"/>
            <a:ext cx="3186853" cy="314295"/>
          </a:xfrm>
        </p:spPr>
        <p:txBody>
          <a:bodyPr anchor="ctr">
            <a:noAutofit/>
          </a:bodyPr>
          <a:lstStyle>
            <a:lvl1pPr>
              <a:defRPr sz="1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24" name="default_name">
            <a:extLst>
              <a:ext uri="{FF2B5EF4-FFF2-40B4-BE49-F238E27FC236}">
                <a16:creationId xmlns:a16="http://schemas.microsoft.com/office/drawing/2014/main" id="{E0B265EC-AFAD-CD34-DB8A-8A9C532D1687}"/>
              </a:ext>
            </a:extLst>
          </p:cNvPr>
          <p:cNvSpPr/>
          <p:nvPr userDrawn="1"/>
        </p:nvSpPr>
        <p:spPr>
          <a:xfrm>
            <a:off x="5429250" y="2371725"/>
            <a:ext cx="14382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3333"/>
              </a:lnSpc>
              <a:buNone/>
            </a:pPr>
            <a:r>
              <a:rPr lang="en-US" sz="2400" kern="0" spc="-150" dirty="0">
                <a:solidFill>
                  <a:srgbClr val="F50628"/>
                </a:solidFill>
                <a:latin typeface="Intro Bold Regular" pitchFamily="34" charset="0"/>
                <a:ea typeface="Intro Bold Regular" pitchFamily="34" charset="-122"/>
                <a:cs typeface="Intro Bold Regular" pitchFamily="34" charset="-120"/>
              </a:rPr>
              <a:t>Заголовок</a:t>
            </a:r>
            <a:endParaRPr lang="en-US" sz="2400" dirty="0"/>
          </a:p>
        </p:txBody>
      </p:sp>
      <p:sp>
        <p:nvSpPr>
          <p:cNvPr id="59" name="Текст 39">
            <a:extLst>
              <a:ext uri="{FF2B5EF4-FFF2-40B4-BE49-F238E27FC236}">
                <a16:creationId xmlns:a16="http://schemas.microsoft.com/office/drawing/2014/main" id="{5D2F3A1F-289E-853D-79BE-DB8B3F9CBC9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500" y="2375249"/>
            <a:ext cx="4133850" cy="7064025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71" name="Текст 39">
            <a:extLst>
              <a:ext uri="{FF2B5EF4-FFF2-40B4-BE49-F238E27FC236}">
                <a16:creationId xmlns:a16="http://schemas.microsoft.com/office/drawing/2014/main" id="{4FEBCFF0-7F2C-547D-02A3-E72F3E1BCEA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77233" y="2968008"/>
            <a:ext cx="3117592" cy="908253"/>
          </a:xfrm>
        </p:spPr>
        <p:txBody>
          <a:bodyPr anchor="ctr"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03" name="Текст 39">
            <a:extLst>
              <a:ext uri="{FF2B5EF4-FFF2-40B4-BE49-F238E27FC236}">
                <a16:creationId xmlns:a16="http://schemas.microsoft.com/office/drawing/2014/main" id="{2C34386A-F278-307D-0749-FC487D60B148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277233" y="4696795"/>
            <a:ext cx="3117592" cy="908253"/>
          </a:xfrm>
        </p:spPr>
        <p:txBody>
          <a:bodyPr anchor="ctr"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07" name="Текст 39">
            <a:extLst>
              <a:ext uri="{FF2B5EF4-FFF2-40B4-BE49-F238E27FC236}">
                <a16:creationId xmlns:a16="http://schemas.microsoft.com/office/drawing/2014/main" id="{655303DA-3F35-AE29-8C54-87A650DE67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277233" y="6468445"/>
            <a:ext cx="3117592" cy="908253"/>
          </a:xfrm>
        </p:spPr>
        <p:txBody>
          <a:bodyPr anchor="ctr"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08" name="Текст 39">
            <a:extLst>
              <a:ext uri="{FF2B5EF4-FFF2-40B4-BE49-F238E27FC236}">
                <a16:creationId xmlns:a16="http://schemas.microsoft.com/office/drawing/2014/main" id="{30E89CCC-58FB-4F65-579D-216FCE4A9635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925049" y="2375250"/>
            <a:ext cx="7424021" cy="1025176"/>
          </a:xfrm>
        </p:spPr>
        <p:txBody>
          <a:bodyPr>
            <a:noAutofit/>
          </a:bodyPr>
          <a:lstStyle>
            <a:lvl1pPr>
              <a:defRPr sz="18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</a:t>
            </a:r>
          </a:p>
        </p:txBody>
      </p:sp>
      <p:sp>
        <p:nvSpPr>
          <p:cNvPr id="109" name="Текст 39">
            <a:extLst>
              <a:ext uri="{FF2B5EF4-FFF2-40B4-BE49-F238E27FC236}">
                <a16:creationId xmlns:a16="http://schemas.microsoft.com/office/drawing/2014/main" id="{7F5B1636-A99B-7825-98A8-FA4C9B6E4D05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080521" y="8010523"/>
            <a:ext cx="3263430" cy="1200152"/>
          </a:xfrm>
        </p:spPr>
        <p:txBody>
          <a:bodyPr anchor="t">
            <a:noAutofit/>
          </a:bodyPr>
          <a:lstStyle>
            <a:lvl1pPr>
              <a:defRPr sz="16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14" name="Диаграмма 22">
            <a:extLst>
              <a:ext uri="{FF2B5EF4-FFF2-40B4-BE49-F238E27FC236}">
                <a16:creationId xmlns:a16="http://schemas.microsoft.com/office/drawing/2014/main" id="{729ECF49-B53C-9FF4-5BE9-6097506337ED}"/>
              </a:ext>
            </a:extLst>
          </p:cNvPr>
          <p:cNvSpPr>
            <a:spLocks noGrp="1"/>
          </p:cNvSpPr>
          <p:nvPr>
            <p:ph type="chart" sz="quarter" idx="81" hasCustomPrompt="1"/>
          </p:nvPr>
        </p:nvSpPr>
        <p:spPr>
          <a:xfrm>
            <a:off x="10119646" y="4197735"/>
            <a:ext cx="3186854" cy="2300373"/>
          </a:xfrm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6" name="Текст 39">
            <a:extLst>
              <a:ext uri="{FF2B5EF4-FFF2-40B4-BE49-F238E27FC236}">
                <a16:creationId xmlns:a16="http://schemas.microsoft.com/office/drawing/2014/main" id="{6EB34F55-976B-2B8E-D732-4D365CAA6509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14013527" y="3875436"/>
            <a:ext cx="2992739" cy="1777785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</a:t>
            </a:r>
          </a:p>
        </p:txBody>
      </p:sp>
      <p:sp>
        <p:nvSpPr>
          <p:cNvPr id="117" name="Текст 39">
            <a:extLst>
              <a:ext uri="{FF2B5EF4-FFF2-40B4-BE49-F238E27FC236}">
                <a16:creationId xmlns:a16="http://schemas.microsoft.com/office/drawing/2014/main" id="{4C7BA7F4-B9A4-E398-9FE9-B126C9CD4DF9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14013526" y="5745763"/>
            <a:ext cx="2992739" cy="643326"/>
          </a:xfrm>
        </p:spPr>
        <p:txBody>
          <a:bodyPr anchor="ctr">
            <a:noAutofit/>
          </a:bodyPr>
          <a:lstStyle>
            <a:lvl1pPr algn="l">
              <a:defRPr sz="60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120" name="Текст 39">
            <a:extLst>
              <a:ext uri="{FF2B5EF4-FFF2-40B4-BE49-F238E27FC236}">
                <a16:creationId xmlns:a16="http://schemas.microsoft.com/office/drawing/2014/main" id="{83E657B2-2EE5-DE60-81B3-A9B1B2CA4098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10358431" y="7872239"/>
            <a:ext cx="1797055" cy="1338436"/>
          </a:xfrm>
        </p:spPr>
        <p:txBody>
          <a:bodyPr anchor="t"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</a:t>
            </a:r>
          </a:p>
        </p:txBody>
      </p:sp>
      <p:sp>
        <p:nvSpPr>
          <p:cNvPr id="121" name="Текст 39">
            <a:extLst>
              <a:ext uri="{FF2B5EF4-FFF2-40B4-BE49-F238E27FC236}">
                <a16:creationId xmlns:a16="http://schemas.microsoft.com/office/drawing/2014/main" id="{D0B29F74-3208-4AF8-4A76-279FDBBB9DFE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12844456" y="7872239"/>
            <a:ext cx="1797055" cy="1338436"/>
          </a:xfrm>
        </p:spPr>
        <p:txBody>
          <a:bodyPr anchor="t"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</a:t>
            </a:r>
          </a:p>
        </p:txBody>
      </p:sp>
      <p:sp>
        <p:nvSpPr>
          <p:cNvPr id="124" name="Текст 39">
            <a:extLst>
              <a:ext uri="{FF2B5EF4-FFF2-40B4-BE49-F238E27FC236}">
                <a16:creationId xmlns:a16="http://schemas.microsoft.com/office/drawing/2014/main" id="{4B728A35-E5EF-AFA9-131B-BBB8138C52BF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5316192" y="7872239"/>
            <a:ext cx="1797055" cy="1338436"/>
          </a:xfrm>
        </p:spPr>
        <p:txBody>
          <a:bodyPr anchor="t"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</a:t>
            </a:r>
          </a:p>
        </p:txBody>
      </p:sp>
      <p:sp>
        <p:nvSpPr>
          <p:cNvPr id="13" name="Текст 41">
            <a:extLst>
              <a:ext uri="{FF2B5EF4-FFF2-40B4-BE49-F238E27FC236}">
                <a16:creationId xmlns:a16="http://schemas.microsoft.com/office/drawing/2014/main" id="{16482F5E-0AAA-67DB-47F6-C4F010923E8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644878" y="3125514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14" name="Текст 41">
            <a:extLst>
              <a:ext uri="{FF2B5EF4-FFF2-40B4-BE49-F238E27FC236}">
                <a16:creationId xmlns:a16="http://schemas.microsoft.com/office/drawing/2014/main" id="{BF039B1D-0DC3-0013-08A9-382950657D1C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5644878" y="4873034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17" name="Текст 41">
            <a:extLst>
              <a:ext uri="{FF2B5EF4-FFF2-40B4-BE49-F238E27FC236}">
                <a16:creationId xmlns:a16="http://schemas.microsoft.com/office/drawing/2014/main" id="{B6421B6F-4C55-B3DC-2320-E62559614CC8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5644878" y="6671354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21" name="Рисунок 16">
            <a:extLst>
              <a:ext uri="{FF2B5EF4-FFF2-40B4-BE49-F238E27FC236}">
                <a16:creationId xmlns:a16="http://schemas.microsoft.com/office/drawing/2014/main" id="{A6822047-4135-C52E-AF70-EEB8D20800B6}"/>
              </a:ext>
            </a:extLst>
          </p:cNvPr>
          <p:cNvSpPr>
            <a:spLocks noGrp="1"/>
          </p:cNvSpPr>
          <p:nvPr>
            <p:ph type="pic" sz="quarter" idx="103" hasCustomPrompt="1"/>
          </p:nvPr>
        </p:nvSpPr>
        <p:spPr>
          <a:xfrm>
            <a:off x="5717782" y="8010523"/>
            <a:ext cx="276225" cy="276227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5" name="Рисунок 16">
            <a:extLst>
              <a:ext uri="{FF2B5EF4-FFF2-40B4-BE49-F238E27FC236}">
                <a16:creationId xmlns:a16="http://schemas.microsoft.com/office/drawing/2014/main" id="{8A60B811-A8CC-624F-1C76-A6053A420CD8}"/>
              </a:ext>
            </a:extLst>
          </p:cNvPr>
          <p:cNvSpPr>
            <a:spLocks noGrp="1"/>
          </p:cNvSpPr>
          <p:nvPr>
            <p:ph type="pic" sz="quarter" idx="104" hasCustomPrompt="1"/>
          </p:nvPr>
        </p:nvSpPr>
        <p:spPr>
          <a:xfrm>
            <a:off x="10150251" y="7911750"/>
            <a:ext cx="175054" cy="196910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7" name="Рисунок 16">
            <a:extLst>
              <a:ext uri="{FF2B5EF4-FFF2-40B4-BE49-F238E27FC236}">
                <a16:creationId xmlns:a16="http://schemas.microsoft.com/office/drawing/2014/main" id="{4EAC942A-0BDC-198B-A40F-DD28B3D80195}"/>
              </a:ext>
            </a:extLst>
          </p:cNvPr>
          <p:cNvSpPr>
            <a:spLocks noGrp="1"/>
          </p:cNvSpPr>
          <p:nvPr>
            <p:ph type="pic" sz="quarter" idx="105" hasCustomPrompt="1"/>
          </p:nvPr>
        </p:nvSpPr>
        <p:spPr>
          <a:xfrm>
            <a:off x="12621902" y="7911750"/>
            <a:ext cx="175054" cy="196910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8" name="Рисунок 16">
            <a:extLst>
              <a:ext uri="{FF2B5EF4-FFF2-40B4-BE49-F238E27FC236}">
                <a16:creationId xmlns:a16="http://schemas.microsoft.com/office/drawing/2014/main" id="{738E154E-564F-AFE1-7AF8-E75A27308317}"/>
              </a:ext>
            </a:extLst>
          </p:cNvPr>
          <p:cNvSpPr>
            <a:spLocks noGrp="1"/>
          </p:cNvSpPr>
          <p:nvPr>
            <p:ph type="pic" sz="quarter" idx="106" hasCustomPrompt="1"/>
          </p:nvPr>
        </p:nvSpPr>
        <p:spPr>
          <a:xfrm>
            <a:off x="15088011" y="7911750"/>
            <a:ext cx="175054" cy="196910"/>
          </a:xfr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0" name="Рисунок 29">
            <a:extLst>
              <a:ext uri="{FF2B5EF4-FFF2-40B4-BE49-F238E27FC236}">
                <a16:creationId xmlns:a16="http://schemas.microsoft.com/office/drawing/2014/main" id="{0D28D4B2-8EB7-E225-FBC1-DD30629C74BA}"/>
              </a:ext>
            </a:extLst>
          </p:cNvPr>
          <p:cNvSpPr>
            <a:spLocks noGrp="1"/>
          </p:cNvSpPr>
          <p:nvPr>
            <p:ph type="pic" sz="quarter" idx="107" hasCustomPrompt="1"/>
          </p:nvPr>
        </p:nvSpPr>
        <p:spPr>
          <a:xfrm>
            <a:off x="7463983" y="5781675"/>
            <a:ext cx="64378" cy="495300"/>
          </a:xfrm>
          <a:prstGeom prst="downArrow">
            <a:avLst>
              <a:gd name="adj1" fmla="val 50000"/>
              <a:gd name="adj2" fmla="val 119283"/>
            </a:avLst>
          </a:prstGeom>
          <a:solidFill>
            <a:srgbClr val="EA0B4C"/>
          </a:solidFill>
        </p:spPr>
        <p:txBody>
          <a:bodyPr>
            <a:noAutofit/>
          </a:bodyPr>
          <a:lstStyle>
            <a:lvl1pPr>
              <a:defRPr sz="7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1" name="Рисунок 29">
            <a:extLst>
              <a:ext uri="{FF2B5EF4-FFF2-40B4-BE49-F238E27FC236}">
                <a16:creationId xmlns:a16="http://schemas.microsoft.com/office/drawing/2014/main" id="{B6E6AE1C-210B-376E-6997-EDE46753D3B0}"/>
              </a:ext>
            </a:extLst>
          </p:cNvPr>
          <p:cNvSpPr>
            <a:spLocks noGrp="1"/>
          </p:cNvSpPr>
          <p:nvPr>
            <p:ph type="pic" sz="quarter" idx="108" hasCustomPrompt="1"/>
          </p:nvPr>
        </p:nvSpPr>
        <p:spPr>
          <a:xfrm>
            <a:off x="7463983" y="4016136"/>
            <a:ext cx="64378" cy="495300"/>
          </a:xfrm>
          <a:prstGeom prst="downArrow">
            <a:avLst>
              <a:gd name="adj1" fmla="val 50000"/>
              <a:gd name="adj2" fmla="val 119283"/>
            </a:avLst>
          </a:prstGeom>
          <a:solidFill>
            <a:srgbClr val="EA0B4C"/>
          </a:solidFill>
        </p:spPr>
        <p:txBody>
          <a:bodyPr>
            <a:noAutofit/>
          </a:bodyPr>
          <a:lstStyle>
            <a:lvl1pPr>
              <a:defRPr sz="7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2" name="Рисунок 29">
            <a:extLst>
              <a:ext uri="{FF2B5EF4-FFF2-40B4-BE49-F238E27FC236}">
                <a16:creationId xmlns:a16="http://schemas.microsoft.com/office/drawing/2014/main" id="{9B9BB750-AD21-43BC-D1E6-D4135E4AB9E3}"/>
              </a:ext>
            </a:extLst>
          </p:cNvPr>
          <p:cNvSpPr>
            <a:spLocks noGrp="1"/>
          </p:cNvSpPr>
          <p:nvPr>
            <p:ph type="pic" sz="quarter" idx="109" hasCustomPrompt="1"/>
          </p:nvPr>
        </p:nvSpPr>
        <p:spPr>
          <a:xfrm>
            <a:off x="12202986" y="7992542"/>
            <a:ext cx="330444" cy="45719"/>
          </a:xfrm>
          <a:prstGeom prst="rightArrow">
            <a:avLst>
              <a:gd name="adj1" fmla="val 50000"/>
              <a:gd name="adj2" fmla="val 128696"/>
            </a:avLst>
          </a:prstGeom>
          <a:solidFill>
            <a:srgbClr val="EA0B4C"/>
          </a:solidFill>
        </p:spPr>
        <p:txBody>
          <a:bodyPr>
            <a:noAutofit/>
          </a:bodyPr>
          <a:lstStyle>
            <a:lvl1pPr>
              <a:defRPr sz="7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6" name="Рисунок 29">
            <a:extLst>
              <a:ext uri="{FF2B5EF4-FFF2-40B4-BE49-F238E27FC236}">
                <a16:creationId xmlns:a16="http://schemas.microsoft.com/office/drawing/2014/main" id="{28860193-68BC-13C3-8DF9-6E21B52A924F}"/>
              </a:ext>
            </a:extLst>
          </p:cNvPr>
          <p:cNvSpPr>
            <a:spLocks noGrp="1"/>
          </p:cNvSpPr>
          <p:nvPr>
            <p:ph type="pic" sz="quarter" idx="110" hasCustomPrompt="1"/>
          </p:nvPr>
        </p:nvSpPr>
        <p:spPr>
          <a:xfrm>
            <a:off x="14700686" y="7992542"/>
            <a:ext cx="330444" cy="45719"/>
          </a:xfrm>
          <a:prstGeom prst="rightArrow">
            <a:avLst>
              <a:gd name="adj1" fmla="val 50000"/>
              <a:gd name="adj2" fmla="val 128696"/>
            </a:avLst>
          </a:prstGeom>
          <a:solidFill>
            <a:srgbClr val="EA0B4C"/>
          </a:solidFill>
        </p:spPr>
        <p:txBody>
          <a:bodyPr>
            <a:noAutofit/>
          </a:bodyPr>
          <a:lstStyle>
            <a:lvl1pPr>
              <a:defRPr sz="7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2" name="Рисунок 3">
            <a:extLst>
              <a:ext uri="{FF2B5EF4-FFF2-40B4-BE49-F238E27FC236}">
                <a16:creationId xmlns:a16="http://schemas.microsoft.com/office/drawing/2014/main" id="{40C7D1EC-5A36-0C2A-05F6-63DB67AFD6E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5" name="Текст 16">
            <a:extLst>
              <a:ext uri="{FF2B5EF4-FFF2-40B4-BE49-F238E27FC236}">
                <a16:creationId xmlns:a16="http://schemas.microsoft.com/office/drawing/2014/main" id="{39C85EC5-16E7-9854-FFC8-100BDD7A1D2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6" name="Текст 16">
            <a:extLst>
              <a:ext uri="{FF2B5EF4-FFF2-40B4-BE49-F238E27FC236}">
                <a16:creationId xmlns:a16="http://schemas.microsoft.com/office/drawing/2014/main" id="{17B3FF55-FD7E-588B-08DB-C479761BB1D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36246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ожный 2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Прямоугольник с двумя скругленными соседними углами 42">
            <a:extLst>
              <a:ext uri="{FF2B5EF4-FFF2-40B4-BE49-F238E27FC236}">
                <a16:creationId xmlns:a16="http://schemas.microsoft.com/office/drawing/2014/main" id="{44DCE7D4-A071-E11A-54ED-18177A9FA12A}"/>
              </a:ext>
            </a:extLst>
          </p:cNvPr>
          <p:cNvSpPr/>
          <p:nvPr userDrawn="1"/>
        </p:nvSpPr>
        <p:spPr>
          <a:xfrm rot="5400000">
            <a:off x="9590665" y="1589665"/>
            <a:ext cx="10286998" cy="7107675"/>
          </a:xfrm>
          <a:prstGeom prst="round2SameRect">
            <a:avLst>
              <a:gd name="adj1" fmla="val 0"/>
              <a:gd name="adj2" fmla="val 0"/>
            </a:avLst>
          </a:prstGeom>
          <a:gradFill flip="none" rotWithShape="1">
            <a:gsLst>
              <a:gs pos="0">
                <a:srgbClr val="F60428"/>
              </a:gs>
              <a:gs pos="50000">
                <a:srgbClr val="FF254A"/>
              </a:gs>
              <a:gs pos="100000">
                <a:srgbClr val="E41060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Рисунок 11">
            <a:extLst>
              <a:ext uri="{FF2B5EF4-FFF2-40B4-BE49-F238E27FC236}">
                <a16:creationId xmlns:a16="http://schemas.microsoft.com/office/drawing/2014/main" id="{FBAA7D17-DAF8-1243-13BB-B6E6B9C97F9F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952499" y="2476500"/>
            <a:ext cx="6080294" cy="6591300"/>
          </a:xfrm>
          <a:prstGeom prst="roundRect">
            <a:avLst>
              <a:gd name="adj" fmla="val 6702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" name="Рисунок 11">
            <a:extLst>
              <a:ext uri="{FF2B5EF4-FFF2-40B4-BE49-F238E27FC236}">
                <a16:creationId xmlns:a16="http://schemas.microsoft.com/office/drawing/2014/main" id="{8964454E-56D4-CB56-7570-2A8CFA87F5E6}"/>
              </a:ext>
            </a:extLst>
          </p:cNvPr>
          <p:cNvSpPr>
            <a:spLocks noGrp="1"/>
          </p:cNvSpPr>
          <p:nvPr>
            <p:ph type="pic" sz="quarter" idx="98" hasCustomPrompt="1"/>
          </p:nvPr>
        </p:nvSpPr>
        <p:spPr>
          <a:xfrm>
            <a:off x="7297029" y="2476500"/>
            <a:ext cx="6080294" cy="6591300"/>
          </a:xfrm>
          <a:prstGeom prst="roundRect">
            <a:avLst>
              <a:gd name="adj" fmla="val 6702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9" name="Текст 39">
            <a:extLst>
              <a:ext uri="{FF2B5EF4-FFF2-40B4-BE49-F238E27FC236}">
                <a16:creationId xmlns:a16="http://schemas.microsoft.com/office/drawing/2014/main" id="{8DBA7568-3541-CCC0-525F-26256808359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86787" y="4666737"/>
            <a:ext cx="5137062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" name="Текст 39">
            <a:extLst>
              <a:ext uri="{FF2B5EF4-FFF2-40B4-BE49-F238E27FC236}">
                <a16:creationId xmlns:a16="http://schemas.microsoft.com/office/drawing/2014/main" id="{EB21AF9B-258E-9817-9856-C7D6002E87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86787" y="2871923"/>
            <a:ext cx="5137062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1" name="Текст 39">
            <a:extLst>
              <a:ext uri="{FF2B5EF4-FFF2-40B4-BE49-F238E27FC236}">
                <a16:creationId xmlns:a16="http://schemas.microsoft.com/office/drawing/2014/main" id="{CBDF8391-86AB-98CC-C730-28F0952C071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696734" y="3368509"/>
            <a:ext cx="2019301" cy="986476"/>
          </a:xfrm>
        </p:spPr>
        <p:txBody>
          <a:bodyPr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DB113720-47B9-D86F-33D2-AC71A43523C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1015" y="3368509"/>
            <a:ext cx="2019301" cy="986476"/>
          </a:xfrm>
        </p:spPr>
        <p:txBody>
          <a:bodyPr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1" name="Текст 39">
            <a:extLst>
              <a:ext uri="{FF2B5EF4-FFF2-40B4-BE49-F238E27FC236}">
                <a16:creationId xmlns:a16="http://schemas.microsoft.com/office/drawing/2014/main" id="{3B310630-6644-8DEB-8552-593EEC914ECB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386787" y="5815146"/>
            <a:ext cx="2520778" cy="978145"/>
          </a:xfrm>
        </p:spPr>
        <p:txBody>
          <a:bodyPr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5" name="Текст 39">
            <a:extLst>
              <a:ext uri="{FF2B5EF4-FFF2-40B4-BE49-F238E27FC236}">
                <a16:creationId xmlns:a16="http://schemas.microsoft.com/office/drawing/2014/main" id="{8A64E0F3-D240-6267-7812-C9610205FCE0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129987" y="5815146"/>
            <a:ext cx="2520778" cy="978145"/>
          </a:xfrm>
        </p:spPr>
        <p:txBody>
          <a:bodyPr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D14B5405-B461-C063-B9A9-6F8578415DF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386787" y="7545092"/>
            <a:ext cx="2520778" cy="978145"/>
          </a:xfrm>
        </p:spPr>
        <p:txBody>
          <a:bodyPr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5F1542CB-5DA9-4A76-F3E3-B5B6A314ED8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129987" y="7545092"/>
            <a:ext cx="2520778" cy="978145"/>
          </a:xfrm>
        </p:spPr>
        <p:txBody>
          <a:bodyPr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34" name="Текст 39">
            <a:extLst>
              <a:ext uri="{FF2B5EF4-FFF2-40B4-BE49-F238E27FC236}">
                <a16:creationId xmlns:a16="http://schemas.microsoft.com/office/drawing/2014/main" id="{5E6C321C-EDD4-5EB0-D55B-0E877B572E7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731317" y="2871923"/>
            <a:ext cx="5137062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5" name="Диаграмма 22">
            <a:extLst>
              <a:ext uri="{FF2B5EF4-FFF2-40B4-BE49-F238E27FC236}">
                <a16:creationId xmlns:a16="http://schemas.microsoft.com/office/drawing/2014/main" id="{4D87C03D-C19A-512B-6B54-2AFC29C9CD50}"/>
              </a:ext>
            </a:extLst>
          </p:cNvPr>
          <p:cNvSpPr>
            <a:spLocks noGrp="1"/>
          </p:cNvSpPr>
          <p:nvPr>
            <p:ph type="chart" sz="quarter" idx="76" hasCustomPrompt="1"/>
          </p:nvPr>
        </p:nvSpPr>
        <p:spPr>
          <a:xfrm>
            <a:off x="7731318" y="4354985"/>
            <a:ext cx="5137062" cy="4338849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6" name="Текст 39">
            <a:extLst>
              <a:ext uri="{FF2B5EF4-FFF2-40B4-BE49-F238E27FC236}">
                <a16:creationId xmlns:a16="http://schemas.microsoft.com/office/drawing/2014/main" id="{4F4966F9-FA01-0AAC-8516-C7441C1CC301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7895493" y="4517371"/>
            <a:ext cx="2134182" cy="348827"/>
          </a:xfrm>
        </p:spPr>
        <p:txBody>
          <a:bodyPr anchor="ctr">
            <a:noAutofit/>
          </a:bodyPr>
          <a:lstStyle>
            <a:lvl1pPr algn="l">
              <a:defRPr sz="1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7" name="Текст 39">
            <a:extLst>
              <a:ext uri="{FF2B5EF4-FFF2-40B4-BE49-F238E27FC236}">
                <a16:creationId xmlns:a16="http://schemas.microsoft.com/office/drawing/2014/main" id="{D4011C78-5849-CAE1-9677-F0297CE48A18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7731318" y="3833219"/>
            <a:ext cx="1679970" cy="350136"/>
          </a:xfrm>
        </p:spPr>
        <p:txBody>
          <a:bodyPr anchor="ctr">
            <a:noAutofit/>
          </a:bodyPr>
          <a:lstStyle>
            <a:lvl1pPr algn="l"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</a:p>
        </p:txBody>
      </p:sp>
      <p:sp>
        <p:nvSpPr>
          <p:cNvPr id="38" name="Текст 39">
            <a:extLst>
              <a:ext uri="{FF2B5EF4-FFF2-40B4-BE49-F238E27FC236}">
                <a16:creationId xmlns:a16="http://schemas.microsoft.com/office/drawing/2014/main" id="{DFE29E88-4D05-4483-D22D-58CEFEF94F12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7731318" y="3363870"/>
            <a:ext cx="1679970" cy="433417"/>
          </a:xfrm>
        </p:spPr>
        <p:txBody>
          <a:bodyPr anchor="ctr">
            <a:noAutofit/>
          </a:bodyPr>
          <a:lstStyle>
            <a:lvl1pPr algn="l">
              <a:defRPr sz="36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39" name="Текст 39">
            <a:extLst>
              <a:ext uri="{FF2B5EF4-FFF2-40B4-BE49-F238E27FC236}">
                <a16:creationId xmlns:a16="http://schemas.microsoft.com/office/drawing/2014/main" id="{6163958E-06C5-FE86-D982-D082B1956778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9450004" y="3833219"/>
            <a:ext cx="1679970" cy="350136"/>
          </a:xfrm>
        </p:spPr>
        <p:txBody>
          <a:bodyPr anchor="ctr">
            <a:noAutofit/>
          </a:bodyPr>
          <a:lstStyle>
            <a:lvl1pPr algn="l"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EAA47316-A92B-3825-B18D-1A513083FD0A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9450004" y="3363870"/>
            <a:ext cx="1679970" cy="433417"/>
          </a:xfrm>
        </p:spPr>
        <p:txBody>
          <a:bodyPr anchor="ctr">
            <a:noAutofit/>
          </a:bodyPr>
          <a:lstStyle>
            <a:lvl1pPr algn="l">
              <a:defRPr sz="36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A1B0FC93-8502-F8F4-DCCC-666A6531229F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11180327" y="3833219"/>
            <a:ext cx="1679970" cy="350136"/>
          </a:xfrm>
        </p:spPr>
        <p:txBody>
          <a:bodyPr anchor="ctr">
            <a:noAutofit/>
          </a:bodyPr>
          <a:lstStyle>
            <a:lvl1pPr algn="l"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</a:p>
        </p:txBody>
      </p:sp>
      <p:sp>
        <p:nvSpPr>
          <p:cNvPr id="42" name="Текст 39">
            <a:extLst>
              <a:ext uri="{FF2B5EF4-FFF2-40B4-BE49-F238E27FC236}">
                <a16:creationId xmlns:a16="http://schemas.microsoft.com/office/drawing/2014/main" id="{DE14B500-481C-A5B7-401F-D2B13C79F396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1180327" y="3363870"/>
            <a:ext cx="1679970" cy="433417"/>
          </a:xfrm>
        </p:spPr>
        <p:txBody>
          <a:bodyPr anchor="ctr">
            <a:noAutofit/>
          </a:bodyPr>
          <a:lstStyle>
            <a:lvl1pPr algn="l">
              <a:defRPr sz="36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44" name="Текст 39">
            <a:extLst>
              <a:ext uri="{FF2B5EF4-FFF2-40B4-BE49-F238E27FC236}">
                <a16:creationId xmlns:a16="http://schemas.microsoft.com/office/drawing/2014/main" id="{DB46249B-4667-C1D2-7719-5AB3CAF262D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3834311" y="5074694"/>
            <a:ext cx="3111090" cy="350136"/>
          </a:xfrm>
        </p:spPr>
        <p:txBody>
          <a:bodyPr anchor="ctr">
            <a:noAutofit/>
          </a:bodyPr>
          <a:lstStyle>
            <a:lvl1pPr algn="ctr">
              <a:defRPr sz="16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</a:p>
        </p:txBody>
      </p:sp>
      <p:sp>
        <p:nvSpPr>
          <p:cNvPr id="45" name="Текст 39">
            <a:extLst>
              <a:ext uri="{FF2B5EF4-FFF2-40B4-BE49-F238E27FC236}">
                <a16:creationId xmlns:a16="http://schemas.microsoft.com/office/drawing/2014/main" id="{70AF9409-B324-C54D-6A93-A81CDC5EB02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3834311" y="4412316"/>
            <a:ext cx="3111090" cy="643326"/>
          </a:xfrm>
        </p:spPr>
        <p:txBody>
          <a:bodyPr anchor="ctr">
            <a:noAutofit/>
          </a:bodyPr>
          <a:lstStyle>
            <a:lvl1pPr algn="ctr">
              <a:defRPr sz="48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46" name="Текст 39">
            <a:extLst>
              <a:ext uri="{FF2B5EF4-FFF2-40B4-BE49-F238E27FC236}">
                <a16:creationId xmlns:a16="http://schemas.microsoft.com/office/drawing/2014/main" id="{810D08ED-02F5-72AE-6BDB-74358FD190A8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13834311" y="3534301"/>
            <a:ext cx="3111090" cy="350136"/>
          </a:xfrm>
        </p:spPr>
        <p:txBody>
          <a:bodyPr anchor="ctr">
            <a:noAutofit/>
          </a:bodyPr>
          <a:lstStyle>
            <a:lvl1pPr algn="ctr">
              <a:defRPr sz="16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</a:p>
        </p:txBody>
      </p:sp>
      <p:sp>
        <p:nvSpPr>
          <p:cNvPr id="47" name="Текст 39">
            <a:extLst>
              <a:ext uri="{FF2B5EF4-FFF2-40B4-BE49-F238E27FC236}">
                <a16:creationId xmlns:a16="http://schemas.microsoft.com/office/drawing/2014/main" id="{9D57EEA4-14C7-7FA9-88ED-84F6AF63DCDA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13834311" y="2871923"/>
            <a:ext cx="3111090" cy="643326"/>
          </a:xfrm>
        </p:spPr>
        <p:txBody>
          <a:bodyPr anchor="ctr">
            <a:noAutofit/>
          </a:bodyPr>
          <a:lstStyle>
            <a:lvl1pPr algn="ctr">
              <a:defRPr sz="48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48" name="Текст 39">
            <a:extLst>
              <a:ext uri="{FF2B5EF4-FFF2-40B4-BE49-F238E27FC236}">
                <a16:creationId xmlns:a16="http://schemas.microsoft.com/office/drawing/2014/main" id="{B96B2502-6C35-CF29-FE60-5A3C199E41A8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13834311" y="6604215"/>
            <a:ext cx="3111090" cy="350136"/>
          </a:xfrm>
        </p:spPr>
        <p:txBody>
          <a:bodyPr anchor="ctr">
            <a:noAutofit/>
          </a:bodyPr>
          <a:lstStyle>
            <a:lvl1pPr algn="ctr">
              <a:defRPr sz="16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</a:p>
        </p:txBody>
      </p:sp>
      <p:sp>
        <p:nvSpPr>
          <p:cNvPr id="49" name="Текст 39">
            <a:extLst>
              <a:ext uri="{FF2B5EF4-FFF2-40B4-BE49-F238E27FC236}">
                <a16:creationId xmlns:a16="http://schemas.microsoft.com/office/drawing/2014/main" id="{59EC6150-2C8E-B663-6D3F-31990E087C28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13834311" y="5941837"/>
            <a:ext cx="3111090" cy="643326"/>
          </a:xfrm>
        </p:spPr>
        <p:txBody>
          <a:bodyPr anchor="ctr">
            <a:noAutofit/>
          </a:bodyPr>
          <a:lstStyle>
            <a:lvl1pPr algn="ctr">
              <a:defRPr sz="48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50" name="Текст 39">
            <a:extLst>
              <a:ext uri="{FF2B5EF4-FFF2-40B4-BE49-F238E27FC236}">
                <a16:creationId xmlns:a16="http://schemas.microsoft.com/office/drawing/2014/main" id="{D92AAB84-FB8B-0CC5-8728-470B760BDF3C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13834311" y="8135886"/>
            <a:ext cx="3111090" cy="350136"/>
          </a:xfrm>
        </p:spPr>
        <p:txBody>
          <a:bodyPr anchor="ctr">
            <a:noAutofit/>
          </a:bodyPr>
          <a:lstStyle>
            <a:lvl1pPr algn="ctr">
              <a:defRPr sz="16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</a:p>
        </p:txBody>
      </p:sp>
      <p:sp>
        <p:nvSpPr>
          <p:cNvPr id="51" name="Текст 39">
            <a:extLst>
              <a:ext uri="{FF2B5EF4-FFF2-40B4-BE49-F238E27FC236}">
                <a16:creationId xmlns:a16="http://schemas.microsoft.com/office/drawing/2014/main" id="{E975B24E-33E0-9B8D-4205-76A8059D1D28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13834311" y="7473508"/>
            <a:ext cx="3111090" cy="643326"/>
          </a:xfrm>
        </p:spPr>
        <p:txBody>
          <a:bodyPr anchor="ctr">
            <a:noAutofit/>
          </a:bodyPr>
          <a:lstStyle>
            <a:lvl1pPr algn="ctr">
              <a:defRPr sz="48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4" name="Текст 41">
            <a:extLst>
              <a:ext uri="{FF2B5EF4-FFF2-40B4-BE49-F238E27FC236}">
                <a16:creationId xmlns:a16="http://schemas.microsoft.com/office/drawing/2014/main" id="{5404CB53-F43D-CECA-52D3-4B4D9D84946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386787" y="5249762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" name="Текст 41">
            <a:extLst>
              <a:ext uri="{FF2B5EF4-FFF2-40B4-BE49-F238E27FC236}">
                <a16:creationId xmlns:a16="http://schemas.microsoft.com/office/drawing/2014/main" id="{45C96CCA-B5D8-8A43-10D6-49E23C56DC45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4129987" y="5249762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12" name="Текст 41">
            <a:extLst>
              <a:ext uri="{FF2B5EF4-FFF2-40B4-BE49-F238E27FC236}">
                <a16:creationId xmlns:a16="http://schemas.microsoft.com/office/drawing/2014/main" id="{5ADBBE72-7CBE-CF3A-B6F3-3F740323B276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1386787" y="6981026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15" name="Текст 41">
            <a:extLst>
              <a:ext uri="{FF2B5EF4-FFF2-40B4-BE49-F238E27FC236}">
                <a16:creationId xmlns:a16="http://schemas.microsoft.com/office/drawing/2014/main" id="{99F53B6A-AA9C-47EC-11EA-8E2BC10F44AD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4129987" y="6981026"/>
            <a:ext cx="503509" cy="503509"/>
          </a:xfrm>
          <a:prstGeom prst="roundRect">
            <a:avLst>
              <a:gd name="adj" fmla="val 16667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600" b="1" i="0" spc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2pPr>
            <a:lvl3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3pPr>
            <a:lvl4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4pPr>
            <a:lvl5pPr>
              <a:defRPr sz="2000"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5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5" name="Рисунок 16">
            <a:extLst>
              <a:ext uri="{FF2B5EF4-FFF2-40B4-BE49-F238E27FC236}">
                <a16:creationId xmlns:a16="http://schemas.microsoft.com/office/drawing/2014/main" id="{154F903E-4CA3-2C95-E478-EB8DA45AC9E5}"/>
              </a:ext>
            </a:extLst>
          </p:cNvPr>
          <p:cNvSpPr>
            <a:spLocks noGrp="1"/>
          </p:cNvSpPr>
          <p:nvPr>
            <p:ph type="pic" sz="quarter" idx="82" hasCustomPrompt="1"/>
          </p:nvPr>
        </p:nvSpPr>
        <p:spPr>
          <a:xfrm>
            <a:off x="3862765" y="3367617"/>
            <a:ext cx="217898" cy="212961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4" name="Рисунок 16">
            <a:extLst>
              <a:ext uri="{FF2B5EF4-FFF2-40B4-BE49-F238E27FC236}">
                <a16:creationId xmlns:a16="http://schemas.microsoft.com/office/drawing/2014/main" id="{CA5730D2-D2F3-2516-61E1-43126411C057}"/>
              </a:ext>
            </a:extLst>
          </p:cNvPr>
          <p:cNvSpPr>
            <a:spLocks noGrp="1"/>
          </p:cNvSpPr>
          <p:nvPr>
            <p:ph type="pic" sz="quarter" idx="102" hasCustomPrompt="1"/>
          </p:nvPr>
        </p:nvSpPr>
        <p:spPr>
          <a:xfrm>
            <a:off x="1440513" y="3367617"/>
            <a:ext cx="217898" cy="212961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9" name="Рисунок 3">
            <a:extLst>
              <a:ext uri="{FF2B5EF4-FFF2-40B4-BE49-F238E27FC236}">
                <a16:creationId xmlns:a16="http://schemas.microsoft.com/office/drawing/2014/main" id="{E82B7561-37F1-F47D-456C-D5CB3AD8122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0" name="Текст 16">
            <a:extLst>
              <a:ext uri="{FF2B5EF4-FFF2-40B4-BE49-F238E27FC236}">
                <a16:creationId xmlns:a16="http://schemas.microsoft.com/office/drawing/2014/main" id="{69DEB14B-B5AB-1E00-A2B8-7FE59705632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22" name="Текст 16">
            <a:extLst>
              <a:ext uri="{FF2B5EF4-FFF2-40B4-BE49-F238E27FC236}">
                <a16:creationId xmlns:a16="http://schemas.microsoft.com/office/drawing/2014/main" id="{9126BF7B-B876-A3BC-6F4B-E49DFB8C5B3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712908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ожный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3">
            <a:extLst>
              <a:ext uri="{FF2B5EF4-FFF2-40B4-BE49-F238E27FC236}">
                <a16:creationId xmlns:a16="http://schemas.microsoft.com/office/drawing/2014/main" id="{087BBE4D-287E-DEC6-2DB2-0F5C15A45D5E}"/>
              </a:ext>
            </a:extLst>
          </p:cNvPr>
          <p:cNvSpPr>
            <a:spLocks noGrp="1"/>
          </p:cNvSpPr>
          <p:nvPr>
            <p:ph type="pic" sz="quarter" idx="117" hasCustomPrompt="1"/>
          </p:nvPr>
        </p:nvSpPr>
        <p:spPr>
          <a:xfrm>
            <a:off x="952500" y="2452688"/>
            <a:ext cx="7934325" cy="3086100"/>
          </a:xfrm>
          <a:prstGeom prst="roundRect">
            <a:avLst/>
          </a:prstGeom>
          <a:blipFill>
            <a:blip r:embed="rId2"/>
            <a:srcRect/>
            <a:stretch>
              <a:fillRect t="-154" b="-154"/>
            </a:stretch>
          </a:blipFill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" name="Рисунок 11">
            <a:extLst>
              <a:ext uri="{FF2B5EF4-FFF2-40B4-BE49-F238E27FC236}">
                <a16:creationId xmlns:a16="http://schemas.microsoft.com/office/drawing/2014/main" id="{F5E39872-E762-4DBA-42A6-649EC5F6D874}"/>
              </a:ext>
            </a:extLst>
          </p:cNvPr>
          <p:cNvSpPr>
            <a:spLocks noGrp="1"/>
          </p:cNvSpPr>
          <p:nvPr>
            <p:ph type="pic" sz="quarter" idx="107" hasCustomPrompt="1"/>
          </p:nvPr>
        </p:nvSpPr>
        <p:spPr>
          <a:xfrm>
            <a:off x="9430927" y="2452687"/>
            <a:ext cx="7934325" cy="6591300"/>
          </a:xfrm>
          <a:prstGeom prst="roundRect">
            <a:avLst>
              <a:gd name="adj" fmla="val 670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10" name="Текст 39">
            <a:extLst>
              <a:ext uri="{FF2B5EF4-FFF2-40B4-BE49-F238E27FC236}">
                <a16:creationId xmlns:a16="http://schemas.microsoft.com/office/drawing/2014/main" id="{EB21AF9B-258E-9817-9856-C7D6002E87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740656" y="2800673"/>
            <a:ext cx="5137062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1" name="Текст 39">
            <a:extLst>
              <a:ext uri="{FF2B5EF4-FFF2-40B4-BE49-F238E27FC236}">
                <a16:creationId xmlns:a16="http://schemas.microsoft.com/office/drawing/2014/main" id="{CBDF8391-86AB-98CC-C730-28F0952C071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050603" y="3380387"/>
            <a:ext cx="3226013" cy="986476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DB113720-47B9-D86F-33D2-AC71A43523C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775729" y="3380387"/>
            <a:ext cx="3226013" cy="986476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0B58727E-B6EE-DE3E-59B5-4F19B919FBEF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10050603" y="4627296"/>
            <a:ext cx="3226013" cy="986476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607A4159-CE20-C839-5F08-6AEBBEEDF0C5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13775729" y="4627296"/>
            <a:ext cx="3226013" cy="986476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9" name="Текст 39">
            <a:extLst>
              <a:ext uri="{FF2B5EF4-FFF2-40B4-BE49-F238E27FC236}">
                <a16:creationId xmlns:a16="http://schemas.microsoft.com/office/drawing/2014/main" id="{D0341284-A83C-2219-62B9-036B7744F7AA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10050603" y="5850454"/>
            <a:ext cx="3226013" cy="986476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0" name="Текст 39">
            <a:extLst>
              <a:ext uri="{FF2B5EF4-FFF2-40B4-BE49-F238E27FC236}">
                <a16:creationId xmlns:a16="http://schemas.microsoft.com/office/drawing/2014/main" id="{34CC1F3B-6628-337F-EF42-A3922C8BD226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13775729" y="5850454"/>
            <a:ext cx="3226013" cy="986476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7E019696-84D1-579A-1AF6-65AD57CEBCDC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9740656" y="7147042"/>
            <a:ext cx="5137062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8" name="Текст 39">
            <a:extLst>
              <a:ext uri="{FF2B5EF4-FFF2-40B4-BE49-F238E27FC236}">
                <a16:creationId xmlns:a16="http://schemas.microsoft.com/office/drawing/2014/main" id="{13E9FD61-A900-6CFD-FBA5-B909C1E283DA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9740656" y="8505788"/>
            <a:ext cx="1386523" cy="256358"/>
          </a:xfrm>
        </p:spPr>
        <p:txBody>
          <a:bodyPr anchor="ctr">
            <a:noAutofit/>
          </a:bodyPr>
          <a:lstStyle>
            <a:lvl1pPr algn="l">
              <a:defRPr sz="12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9" name="Текст 39">
            <a:extLst>
              <a:ext uri="{FF2B5EF4-FFF2-40B4-BE49-F238E27FC236}">
                <a16:creationId xmlns:a16="http://schemas.microsoft.com/office/drawing/2014/main" id="{2E4F89F2-0EAB-A409-E98A-51FC145AC24F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9740656" y="8127994"/>
            <a:ext cx="1386523" cy="343925"/>
          </a:xfrm>
        </p:spPr>
        <p:txBody>
          <a:bodyPr anchor="ctr">
            <a:noAutofit/>
          </a:bodyPr>
          <a:lstStyle>
            <a:lvl1pPr algn="l">
              <a:defRPr sz="2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60" name="Текст 39">
            <a:extLst>
              <a:ext uri="{FF2B5EF4-FFF2-40B4-BE49-F238E27FC236}">
                <a16:creationId xmlns:a16="http://schemas.microsoft.com/office/drawing/2014/main" id="{07F16B85-A756-18A3-B030-C4D85F45B53B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11507153" y="8505788"/>
            <a:ext cx="1386523" cy="256358"/>
          </a:xfrm>
        </p:spPr>
        <p:txBody>
          <a:bodyPr anchor="ctr">
            <a:noAutofit/>
          </a:bodyPr>
          <a:lstStyle>
            <a:lvl1pPr algn="l">
              <a:defRPr sz="12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61" name="Текст 39">
            <a:extLst>
              <a:ext uri="{FF2B5EF4-FFF2-40B4-BE49-F238E27FC236}">
                <a16:creationId xmlns:a16="http://schemas.microsoft.com/office/drawing/2014/main" id="{D29E608E-4B66-2365-7B89-3D0B20A68D5E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11507153" y="8127994"/>
            <a:ext cx="1386523" cy="343925"/>
          </a:xfrm>
        </p:spPr>
        <p:txBody>
          <a:bodyPr anchor="ctr">
            <a:noAutofit/>
          </a:bodyPr>
          <a:lstStyle>
            <a:lvl1pPr algn="l">
              <a:defRPr sz="2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62" name="Текст 39">
            <a:extLst>
              <a:ext uri="{FF2B5EF4-FFF2-40B4-BE49-F238E27FC236}">
                <a16:creationId xmlns:a16="http://schemas.microsoft.com/office/drawing/2014/main" id="{7A690E6F-F5A0-4004-51D5-F9D6966EB8B7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13265788" y="8505788"/>
            <a:ext cx="1386523" cy="256358"/>
          </a:xfrm>
        </p:spPr>
        <p:txBody>
          <a:bodyPr anchor="ctr">
            <a:noAutofit/>
          </a:bodyPr>
          <a:lstStyle>
            <a:lvl1pPr algn="l">
              <a:defRPr sz="12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63" name="Текст 39">
            <a:extLst>
              <a:ext uri="{FF2B5EF4-FFF2-40B4-BE49-F238E27FC236}">
                <a16:creationId xmlns:a16="http://schemas.microsoft.com/office/drawing/2014/main" id="{2044E7CF-A493-ABF9-B4C0-1F406665167B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13265788" y="8127994"/>
            <a:ext cx="1386523" cy="343925"/>
          </a:xfrm>
        </p:spPr>
        <p:txBody>
          <a:bodyPr anchor="ctr">
            <a:noAutofit/>
          </a:bodyPr>
          <a:lstStyle>
            <a:lvl1pPr algn="l">
              <a:defRPr sz="2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64" name="Текст 39">
            <a:extLst>
              <a:ext uri="{FF2B5EF4-FFF2-40B4-BE49-F238E27FC236}">
                <a16:creationId xmlns:a16="http://schemas.microsoft.com/office/drawing/2014/main" id="{32247611-6F66-92B6-92E5-5DE09D281684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15075932" y="8505788"/>
            <a:ext cx="1386523" cy="256358"/>
          </a:xfrm>
        </p:spPr>
        <p:txBody>
          <a:bodyPr anchor="ctr">
            <a:noAutofit/>
          </a:bodyPr>
          <a:lstStyle>
            <a:lvl1pPr algn="l">
              <a:defRPr sz="12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65" name="Текст 39">
            <a:extLst>
              <a:ext uri="{FF2B5EF4-FFF2-40B4-BE49-F238E27FC236}">
                <a16:creationId xmlns:a16="http://schemas.microsoft.com/office/drawing/2014/main" id="{721E401F-64BD-F2F6-AB45-53183A4C2846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15075932" y="8127994"/>
            <a:ext cx="1386523" cy="343925"/>
          </a:xfrm>
        </p:spPr>
        <p:txBody>
          <a:bodyPr anchor="ctr">
            <a:noAutofit/>
          </a:bodyPr>
          <a:lstStyle>
            <a:lvl1pPr algn="l">
              <a:defRPr sz="2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37" name="Текст 39">
            <a:extLst>
              <a:ext uri="{FF2B5EF4-FFF2-40B4-BE49-F238E27FC236}">
                <a16:creationId xmlns:a16="http://schemas.microsoft.com/office/drawing/2014/main" id="{D4011C78-5849-CAE1-9677-F0297CE48A18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1360236" y="3380993"/>
            <a:ext cx="1679970" cy="350136"/>
          </a:xfrm>
        </p:spPr>
        <p:txBody>
          <a:bodyPr anchor="ctr">
            <a:noAutofit/>
          </a:bodyPr>
          <a:lstStyle>
            <a:lvl1pPr algn="ctr">
              <a:defRPr sz="16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</a:p>
        </p:txBody>
      </p:sp>
      <p:sp>
        <p:nvSpPr>
          <p:cNvPr id="38" name="Текст 39">
            <a:extLst>
              <a:ext uri="{FF2B5EF4-FFF2-40B4-BE49-F238E27FC236}">
                <a16:creationId xmlns:a16="http://schemas.microsoft.com/office/drawing/2014/main" id="{DFE29E88-4D05-4483-D22D-58CEFEF94F12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1360236" y="2911644"/>
            <a:ext cx="1679970" cy="433417"/>
          </a:xfrm>
        </p:spPr>
        <p:txBody>
          <a:bodyPr anchor="ctr">
            <a:noAutofit/>
          </a:bodyPr>
          <a:lstStyle>
            <a:lvl1pPr algn="ctr">
              <a:defRPr sz="36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39" name="Текст 39">
            <a:extLst>
              <a:ext uri="{FF2B5EF4-FFF2-40B4-BE49-F238E27FC236}">
                <a16:creationId xmlns:a16="http://schemas.microsoft.com/office/drawing/2014/main" id="{6163958E-06C5-FE86-D982-D082B1956778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4151490" y="3380993"/>
            <a:ext cx="1679970" cy="350136"/>
          </a:xfrm>
        </p:spPr>
        <p:txBody>
          <a:bodyPr anchor="ctr">
            <a:noAutofit/>
          </a:bodyPr>
          <a:lstStyle>
            <a:lvl1pPr algn="ctr"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EAA47316-A92B-3825-B18D-1A513083FD0A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4151490" y="2911644"/>
            <a:ext cx="1679970" cy="433417"/>
          </a:xfrm>
        </p:spPr>
        <p:txBody>
          <a:bodyPr anchor="ctr">
            <a:noAutofit/>
          </a:bodyPr>
          <a:lstStyle>
            <a:lvl1pPr algn="ctr">
              <a:defRPr sz="36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A1B0FC93-8502-F8F4-DCCC-666A6531229F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6567315" y="3380993"/>
            <a:ext cx="1679970" cy="350136"/>
          </a:xfrm>
        </p:spPr>
        <p:txBody>
          <a:bodyPr anchor="ctr">
            <a:noAutofit/>
          </a:bodyPr>
          <a:lstStyle>
            <a:lvl1pPr algn="ctr"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</a:p>
        </p:txBody>
      </p:sp>
      <p:sp>
        <p:nvSpPr>
          <p:cNvPr id="42" name="Текст 39">
            <a:extLst>
              <a:ext uri="{FF2B5EF4-FFF2-40B4-BE49-F238E27FC236}">
                <a16:creationId xmlns:a16="http://schemas.microsoft.com/office/drawing/2014/main" id="{DE14B500-481C-A5B7-401F-D2B13C79F396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6567315" y="2911644"/>
            <a:ext cx="1679970" cy="433417"/>
          </a:xfrm>
        </p:spPr>
        <p:txBody>
          <a:bodyPr anchor="ctr">
            <a:noAutofit/>
          </a:bodyPr>
          <a:lstStyle>
            <a:lvl1pPr algn="ctr">
              <a:defRPr sz="36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66" name="Текст 39">
            <a:extLst>
              <a:ext uri="{FF2B5EF4-FFF2-40B4-BE49-F238E27FC236}">
                <a16:creationId xmlns:a16="http://schemas.microsoft.com/office/drawing/2014/main" id="{AAF5F0E5-C364-C944-014F-6EEAA0F7C3F5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1360236" y="4659435"/>
            <a:ext cx="1679970" cy="350136"/>
          </a:xfrm>
        </p:spPr>
        <p:txBody>
          <a:bodyPr anchor="ctr">
            <a:noAutofit/>
          </a:bodyPr>
          <a:lstStyle>
            <a:lvl1pPr algn="ctr">
              <a:defRPr sz="16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</a:p>
        </p:txBody>
      </p:sp>
      <p:sp>
        <p:nvSpPr>
          <p:cNvPr id="67" name="Текст 39">
            <a:extLst>
              <a:ext uri="{FF2B5EF4-FFF2-40B4-BE49-F238E27FC236}">
                <a16:creationId xmlns:a16="http://schemas.microsoft.com/office/drawing/2014/main" id="{785636ED-561E-F658-45FF-16ED5BB9F1C0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1360236" y="4190086"/>
            <a:ext cx="1679970" cy="433417"/>
          </a:xfrm>
        </p:spPr>
        <p:txBody>
          <a:bodyPr anchor="ctr">
            <a:noAutofit/>
          </a:bodyPr>
          <a:lstStyle>
            <a:lvl1pPr algn="ctr">
              <a:defRPr sz="36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68" name="Текст 39">
            <a:extLst>
              <a:ext uri="{FF2B5EF4-FFF2-40B4-BE49-F238E27FC236}">
                <a16:creationId xmlns:a16="http://schemas.microsoft.com/office/drawing/2014/main" id="{C96215DC-A321-32B6-995B-11DEC139F744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4151490" y="4659435"/>
            <a:ext cx="1679970" cy="350136"/>
          </a:xfrm>
        </p:spPr>
        <p:txBody>
          <a:bodyPr anchor="ctr">
            <a:noAutofit/>
          </a:bodyPr>
          <a:lstStyle>
            <a:lvl1pPr algn="ctr"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</a:p>
        </p:txBody>
      </p:sp>
      <p:sp>
        <p:nvSpPr>
          <p:cNvPr id="69" name="Текст 39">
            <a:extLst>
              <a:ext uri="{FF2B5EF4-FFF2-40B4-BE49-F238E27FC236}">
                <a16:creationId xmlns:a16="http://schemas.microsoft.com/office/drawing/2014/main" id="{7843D008-A042-309C-4C30-6760C60BD4E4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4151490" y="4190086"/>
            <a:ext cx="1679970" cy="433417"/>
          </a:xfrm>
        </p:spPr>
        <p:txBody>
          <a:bodyPr anchor="ctr">
            <a:noAutofit/>
          </a:bodyPr>
          <a:lstStyle>
            <a:lvl1pPr algn="ctr">
              <a:defRPr sz="36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70" name="Текст 39">
            <a:extLst>
              <a:ext uri="{FF2B5EF4-FFF2-40B4-BE49-F238E27FC236}">
                <a16:creationId xmlns:a16="http://schemas.microsoft.com/office/drawing/2014/main" id="{4B0AA96D-0788-CF1F-B600-BF4638ABE9CD}"/>
              </a:ext>
            </a:extLst>
          </p:cNvPr>
          <p:cNvSpPr>
            <a:spLocks noGrp="1"/>
          </p:cNvSpPr>
          <p:nvPr>
            <p:ph type="body" sz="quarter" idx="106" hasCustomPrompt="1"/>
          </p:nvPr>
        </p:nvSpPr>
        <p:spPr>
          <a:xfrm>
            <a:off x="952500" y="5845815"/>
            <a:ext cx="5137062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1" name="Диаграмма 22">
            <a:extLst>
              <a:ext uri="{FF2B5EF4-FFF2-40B4-BE49-F238E27FC236}">
                <a16:creationId xmlns:a16="http://schemas.microsoft.com/office/drawing/2014/main" id="{75B36201-B36F-BFC5-2BDA-1C8F81D66D81}"/>
              </a:ext>
            </a:extLst>
          </p:cNvPr>
          <p:cNvSpPr>
            <a:spLocks noGrp="1"/>
          </p:cNvSpPr>
          <p:nvPr>
            <p:ph type="chart" sz="quarter" idx="81" hasCustomPrompt="1"/>
          </p:nvPr>
        </p:nvSpPr>
        <p:spPr>
          <a:xfrm>
            <a:off x="952499" y="6343692"/>
            <a:ext cx="7934325" cy="2724108"/>
          </a:xfrm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Рисунок 16">
            <a:extLst>
              <a:ext uri="{FF2B5EF4-FFF2-40B4-BE49-F238E27FC236}">
                <a16:creationId xmlns:a16="http://schemas.microsoft.com/office/drawing/2014/main" id="{820CB8A8-30E4-758F-57E5-0F487FDBFD2F}"/>
              </a:ext>
            </a:extLst>
          </p:cNvPr>
          <p:cNvSpPr>
            <a:spLocks noGrp="1"/>
          </p:cNvSpPr>
          <p:nvPr>
            <p:ph type="pic" sz="quarter" idx="82" hasCustomPrompt="1"/>
          </p:nvPr>
        </p:nvSpPr>
        <p:spPr>
          <a:xfrm>
            <a:off x="9740656" y="3372808"/>
            <a:ext cx="245105" cy="239552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Рисунок 16">
            <a:extLst>
              <a:ext uri="{FF2B5EF4-FFF2-40B4-BE49-F238E27FC236}">
                <a16:creationId xmlns:a16="http://schemas.microsoft.com/office/drawing/2014/main" id="{AC7C5177-0A21-3CF8-D10F-9D8D136F05B1}"/>
              </a:ext>
            </a:extLst>
          </p:cNvPr>
          <p:cNvSpPr>
            <a:spLocks noGrp="1"/>
          </p:cNvSpPr>
          <p:nvPr>
            <p:ph type="pic" sz="quarter" idx="108" hasCustomPrompt="1"/>
          </p:nvPr>
        </p:nvSpPr>
        <p:spPr>
          <a:xfrm>
            <a:off x="13465712" y="3372808"/>
            <a:ext cx="245105" cy="239552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4" name="Рисунок 16">
            <a:extLst>
              <a:ext uri="{FF2B5EF4-FFF2-40B4-BE49-F238E27FC236}">
                <a16:creationId xmlns:a16="http://schemas.microsoft.com/office/drawing/2014/main" id="{95BD1D74-DCFC-C0A0-DD7D-EA4081EC70FC}"/>
              </a:ext>
            </a:extLst>
          </p:cNvPr>
          <p:cNvSpPr>
            <a:spLocks noGrp="1"/>
          </p:cNvSpPr>
          <p:nvPr>
            <p:ph type="pic" sz="quarter" idx="109" hasCustomPrompt="1"/>
          </p:nvPr>
        </p:nvSpPr>
        <p:spPr>
          <a:xfrm>
            <a:off x="9740656" y="4609497"/>
            <a:ext cx="245105" cy="239552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EDBBD37F-0DDF-46AC-3E25-4F8E32EEF656}"/>
              </a:ext>
            </a:extLst>
          </p:cNvPr>
          <p:cNvSpPr>
            <a:spLocks noGrp="1"/>
          </p:cNvSpPr>
          <p:nvPr>
            <p:ph type="pic" sz="quarter" idx="110" hasCustomPrompt="1"/>
          </p:nvPr>
        </p:nvSpPr>
        <p:spPr>
          <a:xfrm>
            <a:off x="13465712" y="4609497"/>
            <a:ext cx="245105" cy="239552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8" name="Рисунок 16">
            <a:extLst>
              <a:ext uri="{FF2B5EF4-FFF2-40B4-BE49-F238E27FC236}">
                <a16:creationId xmlns:a16="http://schemas.microsoft.com/office/drawing/2014/main" id="{796D1C93-C76D-C29A-FB81-2820F43D45B4}"/>
              </a:ext>
            </a:extLst>
          </p:cNvPr>
          <p:cNvSpPr>
            <a:spLocks noGrp="1"/>
          </p:cNvSpPr>
          <p:nvPr>
            <p:ph type="pic" sz="quarter" idx="111" hasCustomPrompt="1"/>
          </p:nvPr>
        </p:nvSpPr>
        <p:spPr>
          <a:xfrm>
            <a:off x="9740656" y="5838690"/>
            <a:ext cx="245105" cy="239552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29" name="Рисунок 16">
            <a:extLst>
              <a:ext uri="{FF2B5EF4-FFF2-40B4-BE49-F238E27FC236}">
                <a16:creationId xmlns:a16="http://schemas.microsoft.com/office/drawing/2014/main" id="{96AEA63D-8F75-7CE0-A490-12EAF935706C}"/>
              </a:ext>
            </a:extLst>
          </p:cNvPr>
          <p:cNvSpPr>
            <a:spLocks noGrp="1"/>
          </p:cNvSpPr>
          <p:nvPr>
            <p:ph type="pic" sz="quarter" idx="112" hasCustomPrompt="1"/>
          </p:nvPr>
        </p:nvSpPr>
        <p:spPr>
          <a:xfrm>
            <a:off x="13465712" y="5838690"/>
            <a:ext cx="245105" cy="239552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0" name="Рисунок 16">
            <a:extLst>
              <a:ext uri="{FF2B5EF4-FFF2-40B4-BE49-F238E27FC236}">
                <a16:creationId xmlns:a16="http://schemas.microsoft.com/office/drawing/2014/main" id="{47151385-4C59-518E-0821-67999BC6BE8E}"/>
              </a:ext>
            </a:extLst>
          </p:cNvPr>
          <p:cNvSpPr>
            <a:spLocks noGrp="1"/>
          </p:cNvSpPr>
          <p:nvPr>
            <p:ph type="pic" sz="quarter" idx="113" hasCustomPrompt="1"/>
          </p:nvPr>
        </p:nvSpPr>
        <p:spPr>
          <a:xfrm>
            <a:off x="9740656" y="7629229"/>
            <a:ext cx="285751" cy="390446"/>
          </a:xfr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1" name="Рисунок 16">
            <a:extLst>
              <a:ext uri="{FF2B5EF4-FFF2-40B4-BE49-F238E27FC236}">
                <a16:creationId xmlns:a16="http://schemas.microsoft.com/office/drawing/2014/main" id="{D2E5C55A-DEEA-77E8-D2E2-F62526E3BA4C}"/>
              </a:ext>
            </a:extLst>
          </p:cNvPr>
          <p:cNvSpPr>
            <a:spLocks noGrp="1"/>
          </p:cNvSpPr>
          <p:nvPr>
            <p:ph type="pic" sz="quarter" idx="114" hasCustomPrompt="1"/>
          </p:nvPr>
        </p:nvSpPr>
        <p:spPr>
          <a:xfrm>
            <a:off x="11507153" y="7629229"/>
            <a:ext cx="342900" cy="390446"/>
          </a:xfr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2" name="Рисунок 16">
            <a:extLst>
              <a:ext uri="{FF2B5EF4-FFF2-40B4-BE49-F238E27FC236}">
                <a16:creationId xmlns:a16="http://schemas.microsoft.com/office/drawing/2014/main" id="{CD9ECA6F-7B6A-E928-5649-FC0FE286586E}"/>
              </a:ext>
            </a:extLst>
          </p:cNvPr>
          <p:cNvSpPr>
            <a:spLocks noGrp="1"/>
          </p:cNvSpPr>
          <p:nvPr>
            <p:ph type="pic" sz="quarter" idx="115" hasCustomPrompt="1"/>
          </p:nvPr>
        </p:nvSpPr>
        <p:spPr>
          <a:xfrm>
            <a:off x="13246940" y="7629229"/>
            <a:ext cx="342900" cy="390446"/>
          </a:xfr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4" name="Рисунок 16">
            <a:extLst>
              <a:ext uri="{FF2B5EF4-FFF2-40B4-BE49-F238E27FC236}">
                <a16:creationId xmlns:a16="http://schemas.microsoft.com/office/drawing/2014/main" id="{9E4C2CA1-F7AF-7A9D-F5C0-8AEB398C9B43}"/>
              </a:ext>
            </a:extLst>
          </p:cNvPr>
          <p:cNvSpPr>
            <a:spLocks noGrp="1"/>
          </p:cNvSpPr>
          <p:nvPr>
            <p:ph type="pic" sz="quarter" idx="116" hasCustomPrompt="1"/>
          </p:nvPr>
        </p:nvSpPr>
        <p:spPr>
          <a:xfrm>
            <a:off x="15075740" y="7629229"/>
            <a:ext cx="342900" cy="390446"/>
          </a:xfr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" name="Рисунок 3">
            <a:extLst>
              <a:ext uri="{FF2B5EF4-FFF2-40B4-BE49-F238E27FC236}">
                <a16:creationId xmlns:a16="http://schemas.microsoft.com/office/drawing/2014/main" id="{19962ACF-5B48-3F7E-B8CE-E9939EE550E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Текст 16">
            <a:extLst>
              <a:ext uri="{FF2B5EF4-FFF2-40B4-BE49-F238E27FC236}">
                <a16:creationId xmlns:a16="http://schemas.microsoft.com/office/drawing/2014/main" id="{CC1647E0-5A26-4B1B-8E2D-7EBBED65C1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6" name="Текст 16">
            <a:extLst>
              <a:ext uri="{FF2B5EF4-FFF2-40B4-BE49-F238E27FC236}">
                <a16:creationId xmlns:a16="http://schemas.microsoft.com/office/drawing/2014/main" id="{D7EF0F9D-FE2A-75F7-0232-E123526C60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126688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ожный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11">
            <a:extLst>
              <a:ext uri="{FF2B5EF4-FFF2-40B4-BE49-F238E27FC236}">
                <a16:creationId xmlns:a16="http://schemas.microsoft.com/office/drawing/2014/main" id="{D54CE453-3148-7BB6-D15B-2CAE339D42C7}"/>
              </a:ext>
            </a:extLst>
          </p:cNvPr>
          <p:cNvSpPr>
            <a:spLocks noGrp="1"/>
          </p:cNvSpPr>
          <p:nvPr>
            <p:ph type="pic" sz="quarter" idx="107" hasCustomPrompt="1"/>
          </p:nvPr>
        </p:nvSpPr>
        <p:spPr>
          <a:xfrm>
            <a:off x="5061363" y="2452687"/>
            <a:ext cx="8155873" cy="6741782"/>
          </a:xfrm>
          <a:prstGeom prst="roundRect">
            <a:avLst>
              <a:gd name="adj" fmla="val 290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" name="Рисунок 11">
            <a:extLst>
              <a:ext uri="{FF2B5EF4-FFF2-40B4-BE49-F238E27FC236}">
                <a16:creationId xmlns:a16="http://schemas.microsoft.com/office/drawing/2014/main" id="{008292CA-46D7-EBEC-B128-701F131A296A}"/>
              </a:ext>
            </a:extLst>
          </p:cNvPr>
          <p:cNvSpPr>
            <a:spLocks noGrp="1"/>
          </p:cNvSpPr>
          <p:nvPr>
            <p:ph type="pic" sz="quarter" idx="108" hasCustomPrompt="1"/>
          </p:nvPr>
        </p:nvSpPr>
        <p:spPr>
          <a:xfrm>
            <a:off x="949351" y="2452687"/>
            <a:ext cx="3927450" cy="3262311"/>
          </a:xfrm>
          <a:prstGeom prst="roundRect">
            <a:avLst>
              <a:gd name="adj" fmla="val 543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Рисунок 11">
            <a:extLst>
              <a:ext uri="{FF2B5EF4-FFF2-40B4-BE49-F238E27FC236}">
                <a16:creationId xmlns:a16="http://schemas.microsoft.com/office/drawing/2014/main" id="{1340E3AD-11AE-C821-2F48-B5AA0EF784F3}"/>
              </a:ext>
            </a:extLst>
          </p:cNvPr>
          <p:cNvSpPr>
            <a:spLocks noGrp="1"/>
          </p:cNvSpPr>
          <p:nvPr>
            <p:ph type="pic" sz="quarter" idx="109" hasCustomPrompt="1"/>
          </p:nvPr>
        </p:nvSpPr>
        <p:spPr>
          <a:xfrm>
            <a:off x="947057" y="5955970"/>
            <a:ext cx="3927450" cy="3238499"/>
          </a:xfrm>
          <a:prstGeom prst="roundRect">
            <a:avLst>
              <a:gd name="adj" fmla="val 543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Рисунок 11">
            <a:extLst>
              <a:ext uri="{FF2B5EF4-FFF2-40B4-BE49-F238E27FC236}">
                <a16:creationId xmlns:a16="http://schemas.microsoft.com/office/drawing/2014/main" id="{8E8A419E-21ED-92D2-8962-D8618CF3287E}"/>
              </a:ext>
            </a:extLst>
          </p:cNvPr>
          <p:cNvSpPr>
            <a:spLocks noGrp="1"/>
          </p:cNvSpPr>
          <p:nvPr>
            <p:ph type="pic" sz="quarter" idx="110" hasCustomPrompt="1"/>
          </p:nvPr>
        </p:nvSpPr>
        <p:spPr>
          <a:xfrm>
            <a:off x="13411200" y="2452687"/>
            <a:ext cx="3927450" cy="4093241"/>
          </a:xfrm>
          <a:prstGeom prst="roundRect">
            <a:avLst>
              <a:gd name="adj" fmla="val 543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5" name="Текст 39">
            <a:extLst>
              <a:ext uri="{FF2B5EF4-FFF2-40B4-BE49-F238E27FC236}">
                <a16:creationId xmlns:a16="http://schemas.microsoft.com/office/drawing/2014/main" id="{E32BD016-B4FF-7228-8033-A8961950D771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167064" y="2656447"/>
            <a:ext cx="3452437" cy="31429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Текст 39">
            <a:extLst>
              <a:ext uri="{FF2B5EF4-FFF2-40B4-BE49-F238E27FC236}">
                <a16:creationId xmlns:a16="http://schemas.microsoft.com/office/drawing/2014/main" id="{0CE46687-3F4C-DF07-007C-0941EF1C5839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1167064" y="3066457"/>
            <a:ext cx="3452437" cy="2443694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</a:t>
            </a:r>
          </a:p>
        </p:txBody>
      </p:sp>
      <p:sp>
        <p:nvSpPr>
          <p:cNvPr id="23" name="Текст 39">
            <a:extLst>
              <a:ext uri="{FF2B5EF4-FFF2-40B4-BE49-F238E27FC236}">
                <a16:creationId xmlns:a16="http://schemas.microsoft.com/office/drawing/2014/main" id="{57020EA1-46F0-64AB-66CA-8D3228C094BD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1167064" y="6135918"/>
            <a:ext cx="3452437" cy="31429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Текст 39">
            <a:extLst>
              <a:ext uri="{FF2B5EF4-FFF2-40B4-BE49-F238E27FC236}">
                <a16:creationId xmlns:a16="http://schemas.microsoft.com/office/drawing/2014/main" id="{A6180E16-E3DC-3D3D-1F6E-1C5F3F91EE8D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1167064" y="6545928"/>
            <a:ext cx="3452437" cy="2443694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</a:t>
            </a:r>
          </a:p>
        </p:txBody>
      </p:sp>
      <p:sp>
        <p:nvSpPr>
          <p:cNvPr id="27" name="Текст 39">
            <a:extLst>
              <a:ext uri="{FF2B5EF4-FFF2-40B4-BE49-F238E27FC236}">
                <a16:creationId xmlns:a16="http://schemas.microsoft.com/office/drawing/2014/main" id="{FED3C186-FDEA-9771-EA9D-CAFD6C58F70C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13625764" y="2656447"/>
            <a:ext cx="3452437" cy="31429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78D8F6FF-9A57-C947-9DCE-6B128C8A54AC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13625764" y="3066457"/>
            <a:ext cx="3452437" cy="3206010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</a:t>
            </a:r>
          </a:p>
        </p:txBody>
      </p:sp>
      <p:sp>
        <p:nvSpPr>
          <p:cNvPr id="30" name="Текст 39">
            <a:extLst>
              <a:ext uri="{FF2B5EF4-FFF2-40B4-BE49-F238E27FC236}">
                <a16:creationId xmlns:a16="http://schemas.microsoft.com/office/drawing/2014/main" id="{9D7162A8-51C3-85BD-8635-DB0EB0C86DB8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5252176" y="2656447"/>
            <a:ext cx="7727554" cy="31429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2798AC21-6E7C-AA1F-1D0D-6266E29CE720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5252176" y="3066458"/>
            <a:ext cx="7727554" cy="1264412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</a:t>
            </a:r>
          </a:p>
        </p:txBody>
      </p:sp>
      <p:sp>
        <p:nvSpPr>
          <p:cNvPr id="36" name="Текст 39">
            <a:extLst>
              <a:ext uri="{FF2B5EF4-FFF2-40B4-BE49-F238E27FC236}">
                <a16:creationId xmlns:a16="http://schemas.microsoft.com/office/drawing/2014/main" id="{FB245C78-C02E-E5EC-C738-E6294AC1FFCA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5252176" y="4598044"/>
            <a:ext cx="7727554" cy="31429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7" name="Текст 39">
            <a:extLst>
              <a:ext uri="{FF2B5EF4-FFF2-40B4-BE49-F238E27FC236}">
                <a16:creationId xmlns:a16="http://schemas.microsoft.com/office/drawing/2014/main" id="{C7E8B388-3569-38A0-D6D6-278858A28320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5252176" y="5008055"/>
            <a:ext cx="7727554" cy="1264412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</a:t>
            </a:r>
          </a:p>
        </p:txBody>
      </p:sp>
      <p:sp>
        <p:nvSpPr>
          <p:cNvPr id="38" name="Текст 39">
            <a:extLst>
              <a:ext uri="{FF2B5EF4-FFF2-40B4-BE49-F238E27FC236}">
                <a16:creationId xmlns:a16="http://schemas.microsoft.com/office/drawing/2014/main" id="{6086FFC7-5702-EBCE-C557-F63305303476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5542475" y="6382471"/>
            <a:ext cx="2133601" cy="932730"/>
          </a:xfrm>
        </p:spPr>
        <p:txBody>
          <a:bodyPr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</a:t>
            </a:r>
          </a:p>
        </p:txBody>
      </p:sp>
      <p:sp>
        <p:nvSpPr>
          <p:cNvPr id="39" name="Текст 39">
            <a:extLst>
              <a:ext uri="{FF2B5EF4-FFF2-40B4-BE49-F238E27FC236}">
                <a16:creationId xmlns:a16="http://schemas.microsoft.com/office/drawing/2014/main" id="{1BADD152-DF90-F8C8-DCA7-A8993DF49466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8214199" y="6382471"/>
            <a:ext cx="2133601" cy="932730"/>
          </a:xfrm>
        </p:spPr>
        <p:txBody>
          <a:bodyPr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DA1E08B1-AA92-074D-8FE5-4896F2EDFC47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10854660" y="6382471"/>
            <a:ext cx="2133601" cy="932730"/>
          </a:xfrm>
        </p:spPr>
        <p:txBody>
          <a:bodyPr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</a:t>
            </a: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07496405-30A4-225A-120B-CDB6EB64CD94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5252176" y="7578751"/>
            <a:ext cx="7727554" cy="31429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2" name="Текст 39">
            <a:extLst>
              <a:ext uri="{FF2B5EF4-FFF2-40B4-BE49-F238E27FC236}">
                <a16:creationId xmlns:a16="http://schemas.microsoft.com/office/drawing/2014/main" id="{2EB53B7E-1B45-EB94-BF29-828F73A3A0F9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5252176" y="8432512"/>
            <a:ext cx="1386523" cy="256358"/>
          </a:xfrm>
        </p:spPr>
        <p:txBody>
          <a:bodyPr anchor="ctr">
            <a:noAutofit/>
          </a:bodyPr>
          <a:lstStyle>
            <a:lvl1pPr algn="l">
              <a:defRPr sz="12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43" name="Текст 39">
            <a:extLst>
              <a:ext uri="{FF2B5EF4-FFF2-40B4-BE49-F238E27FC236}">
                <a16:creationId xmlns:a16="http://schemas.microsoft.com/office/drawing/2014/main" id="{E823B4A9-6030-CE8F-BE41-65B43E0826C2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5252176" y="8054718"/>
            <a:ext cx="1386523" cy="343925"/>
          </a:xfrm>
        </p:spPr>
        <p:txBody>
          <a:bodyPr anchor="ctr">
            <a:noAutofit/>
          </a:bodyPr>
          <a:lstStyle>
            <a:lvl1pPr algn="l">
              <a:defRPr sz="2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44" name="Текст 39">
            <a:extLst>
              <a:ext uri="{FF2B5EF4-FFF2-40B4-BE49-F238E27FC236}">
                <a16:creationId xmlns:a16="http://schemas.microsoft.com/office/drawing/2014/main" id="{0F4E039A-2EEB-6B09-E213-A3C40C9E31FC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6856413" y="8432512"/>
            <a:ext cx="1386523" cy="256358"/>
          </a:xfrm>
        </p:spPr>
        <p:txBody>
          <a:bodyPr anchor="ctr">
            <a:noAutofit/>
          </a:bodyPr>
          <a:lstStyle>
            <a:lvl1pPr algn="l">
              <a:defRPr sz="12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45" name="Текст 39">
            <a:extLst>
              <a:ext uri="{FF2B5EF4-FFF2-40B4-BE49-F238E27FC236}">
                <a16:creationId xmlns:a16="http://schemas.microsoft.com/office/drawing/2014/main" id="{23FF72BA-6EBD-71F7-6661-78AC50059D12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6856413" y="8054718"/>
            <a:ext cx="1386523" cy="343925"/>
          </a:xfrm>
        </p:spPr>
        <p:txBody>
          <a:bodyPr anchor="ctr">
            <a:noAutofit/>
          </a:bodyPr>
          <a:lstStyle>
            <a:lvl1pPr algn="l">
              <a:defRPr sz="2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46" name="Текст 39">
            <a:extLst>
              <a:ext uri="{FF2B5EF4-FFF2-40B4-BE49-F238E27FC236}">
                <a16:creationId xmlns:a16="http://schemas.microsoft.com/office/drawing/2014/main" id="{3BE736F3-66B9-6AFC-123A-CC27A2E94F27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8436900" y="8432512"/>
            <a:ext cx="1386523" cy="256358"/>
          </a:xfrm>
        </p:spPr>
        <p:txBody>
          <a:bodyPr anchor="ctr">
            <a:noAutofit/>
          </a:bodyPr>
          <a:lstStyle>
            <a:lvl1pPr algn="l">
              <a:defRPr sz="12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47" name="Текст 39">
            <a:extLst>
              <a:ext uri="{FF2B5EF4-FFF2-40B4-BE49-F238E27FC236}">
                <a16:creationId xmlns:a16="http://schemas.microsoft.com/office/drawing/2014/main" id="{BE1B981E-5D64-BC88-BCF9-A1FE221FE26A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8436900" y="8054718"/>
            <a:ext cx="1386523" cy="343925"/>
          </a:xfrm>
        </p:spPr>
        <p:txBody>
          <a:bodyPr anchor="ctr">
            <a:noAutofit/>
          </a:bodyPr>
          <a:lstStyle>
            <a:lvl1pPr algn="l">
              <a:defRPr sz="2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48" name="Текст 39">
            <a:extLst>
              <a:ext uri="{FF2B5EF4-FFF2-40B4-BE49-F238E27FC236}">
                <a16:creationId xmlns:a16="http://schemas.microsoft.com/office/drawing/2014/main" id="{30093CB6-7A88-E168-8D02-9FE4CF68A006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10005512" y="8432512"/>
            <a:ext cx="1386523" cy="256358"/>
          </a:xfrm>
        </p:spPr>
        <p:txBody>
          <a:bodyPr anchor="ctr">
            <a:noAutofit/>
          </a:bodyPr>
          <a:lstStyle>
            <a:lvl1pPr algn="l">
              <a:defRPr sz="12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49" name="Текст 39">
            <a:extLst>
              <a:ext uri="{FF2B5EF4-FFF2-40B4-BE49-F238E27FC236}">
                <a16:creationId xmlns:a16="http://schemas.microsoft.com/office/drawing/2014/main" id="{9B2D868F-222B-0308-8A9A-7CE07D2CA3E2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10005512" y="8054718"/>
            <a:ext cx="1386523" cy="343925"/>
          </a:xfrm>
        </p:spPr>
        <p:txBody>
          <a:bodyPr anchor="ctr">
            <a:noAutofit/>
          </a:bodyPr>
          <a:lstStyle>
            <a:lvl1pPr algn="l">
              <a:defRPr sz="2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50" name="Текст 39">
            <a:extLst>
              <a:ext uri="{FF2B5EF4-FFF2-40B4-BE49-F238E27FC236}">
                <a16:creationId xmlns:a16="http://schemas.microsoft.com/office/drawing/2014/main" id="{3E9B1A6B-E83F-8368-AE7F-42041C5AE1B5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11584931" y="8432512"/>
            <a:ext cx="1386523" cy="256358"/>
          </a:xfrm>
        </p:spPr>
        <p:txBody>
          <a:bodyPr anchor="ctr">
            <a:noAutofit/>
          </a:bodyPr>
          <a:lstStyle>
            <a:lvl1pPr algn="l">
              <a:defRPr sz="12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1" name="Текст 39">
            <a:extLst>
              <a:ext uri="{FF2B5EF4-FFF2-40B4-BE49-F238E27FC236}">
                <a16:creationId xmlns:a16="http://schemas.microsoft.com/office/drawing/2014/main" id="{6B520CD4-FB83-2D41-E3F4-A558473848C1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11584931" y="8054718"/>
            <a:ext cx="1386523" cy="343925"/>
          </a:xfrm>
        </p:spPr>
        <p:txBody>
          <a:bodyPr anchor="ctr">
            <a:noAutofit/>
          </a:bodyPr>
          <a:lstStyle>
            <a:lvl1pPr algn="l">
              <a:defRPr sz="2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&gt;XX</a:t>
            </a:r>
            <a:endParaRPr lang="ru-RU" dirty="0"/>
          </a:p>
        </p:txBody>
      </p:sp>
      <p:sp>
        <p:nvSpPr>
          <p:cNvPr id="52" name="Диаграмма 22">
            <a:extLst>
              <a:ext uri="{FF2B5EF4-FFF2-40B4-BE49-F238E27FC236}">
                <a16:creationId xmlns:a16="http://schemas.microsoft.com/office/drawing/2014/main" id="{4C9AAAA1-598B-34F9-40E3-C595D0E48309}"/>
              </a:ext>
            </a:extLst>
          </p:cNvPr>
          <p:cNvSpPr>
            <a:spLocks noGrp="1"/>
          </p:cNvSpPr>
          <p:nvPr>
            <p:ph type="chart" sz="quarter" idx="81" hasCustomPrompt="1"/>
          </p:nvPr>
        </p:nvSpPr>
        <p:spPr>
          <a:xfrm>
            <a:off x="13408050" y="6690934"/>
            <a:ext cx="3927450" cy="2503535"/>
          </a:xfrm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" name="Рисунок 16">
            <a:extLst>
              <a:ext uri="{FF2B5EF4-FFF2-40B4-BE49-F238E27FC236}">
                <a16:creationId xmlns:a16="http://schemas.microsoft.com/office/drawing/2014/main" id="{E2A70BEE-4356-FC37-7232-059D5365F3EC}"/>
              </a:ext>
            </a:extLst>
          </p:cNvPr>
          <p:cNvSpPr>
            <a:spLocks noGrp="1"/>
          </p:cNvSpPr>
          <p:nvPr>
            <p:ph type="pic" sz="quarter" idx="111" hasCustomPrompt="1"/>
          </p:nvPr>
        </p:nvSpPr>
        <p:spPr>
          <a:xfrm>
            <a:off x="5249955" y="6362873"/>
            <a:ext cx="245105" cy="239552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" name="Рисунок 16">
            <a:extLst>
              <a:ext uri="{FF2B5EF4-FFF2-40B4-BE49-F238E27FC236}">
                <a16:creationId xmlns:a16="http://schemas.microsoft.com/office/drawing/2014/main" id="{8A8B8C1C-A5E5-184F-5399-B136CF66865D}"/>
              </a:ext>
            </a:extLst>
          </p:cNvPr>
          <p:cNvSpPr>
            <a:spLocks noGrp="1"/>
          </p:cNvSpPr>
          <p:nvPr>
            <p:ph type="pic" sz="quarter" idx="112" hasCustomPrompt="1"/>
          </p:nvPr>
        </p:nvSpPr>
        <p:spPr>
          <a:xfrm>
            <a:off x="7915521" y="6362873"/>
            <a:ext cx="245105" cy="239552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" name="Рисунок 16">
            <a:extLst>
              <a:ext uri="{FF2B5EF4-FFF2-40B4-BE49-F238E27FC236}">
                <a16:creationId xmlns:a16="http://schemas.microsoft.com/office/drawing/2014/main" id="{393D1965-2D0C-0A25-25BA-F9B9B978624B}"/>
              </a:ext>
            </a:extLst>
          </p:cNvPr>
          <p:cNvSpPr>
            <a:spLocks noGrp="1"/>
          </p:cNvSpPr>
          <p:nvPr>
            <p:ph type="pic" sz="quarter" idx="113" hasCustomPrompt="1"/>
          </p:nvPr>
        </p:nvSpPr>
        <p:spPr>
          <a:xfrm>
            <a:off x="10563828" y="6362873"/>
            <a:ext cx="245105" cy="239552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4" name="Рисунок 3">
            <a:extLst>
              <a:ext uri="{FF2B5EF4-FFF2-40B4-BE49-F238E27FC236}">
                <a16:creationId xmlns:a16="http://schemas.microsoft.com/office/drawing/2014/main" id="{6C15C75F-A45E-2C82-B524-2E951EA2D06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5" name="Текст 16">
            <a:extLst>
              <a:ext uri="{FF2B5EF4-FFF2-40B4-BE49-F238E27FC236}">
                <a16:creationId xmlns:a16="http://schemas.microsoft.com/office/drawing/2014/main" id="{92D4B453-056D-4D9F-954A-E8B97EE47E1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6" name="Текст 16">
            <a:extLst>
              <a:ext uri="{FF2B5EF4-FFF2-40B4-BE49-F238E27FC236}">
                <a16:creationId xmlns:a16="http://schemas.microsoft.com/office/drawing/2014/main" id="{9E620F1F-17E3-56E5-E6E1-53A844CA21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64460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ожный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5">
            <a:extLst>
              <a:ext uri="{FF2B5EF4-FFF2-40B4-BE49-F238E27FC236}">
                <a16:creationId xmlns:a16="http://schemas.microsoft.com/office/drawing/2014/main" id="{A2E4DE68-0E14-C158-11A5-F011D0698B9F}"/>
              </a:ext>
            </a:extLst>
          </p:cNvPr>
          <p:cNvSpPr>
            <a:spLocks noGrp="1"/>
          </p:cNvSpPr>
          <p:nvPr>
            <p:ph type="pic" sz="quarter" idx="129" hasCustomPrompt="1"/>
          </p:nvPr>
        </p:nvSpPr>
        <p:spPr>
          <a:xfrm>
            <a:off x="952500" y="2476500"/>
            <a:ext cx="16383000" cy="6705600"/>
          </a:xfrm>
          <a:prstGeom prst="roundRect">
            <a:avLst>
              <a:gd name="adj" fmla="val 7273"/>
            </a:avLst>
          </a:prstGeom>
          <a:solidFill>
            <a:schemeClr val="accent3"/>
          </a:solidFill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82" name="Рисунок 11">
            <a:extLst>
              <a:ext uri="{FF2B5EF4-FFF2-40B4-BE49-F238E27FC236}">
                <a16:creationId xmlns:a16="http://schemas.microsoft.com/office/drawing/2014/main" id="{CE052F22-A2FC-5A18-C123-AE38D9E28CA5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5162550" y="2781300"/>
            <a:ext cx="3889375" cy="3009900"/>
          </a:xfrm>
          <a:prstGeom prst="roundRect">
            <a:avLst>
              <a:gd name="adj" fmla="val 11570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3" name="Текст 39">
            <a:extLst>
              <a:ext uri="{FF2B5EF4-FFF2-40B4-BE49-F238E27FC236}">
                <a16:creationId xmlns:a16="http://schemas.microsoft.com/office/drawing/2014/main" id="{FFA7EAA8-66AD-DE4C-E5AA-D694A1B428EA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5385105" y="3456559"/>
            <a:ext cx="3377895" cy="1066221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84" name="Текст 39">
            <a:extLst>
              <a:ext uri="{FF2B5EF4-FFF2-40B4-BE49-F238E27FC236}">
                <a16:creationId xmlns:a16="http://schemas.microsoft.com/office/drawing/2014/main" id="{C19AC39C-E0BC-CB27-8DE1-E3446779A9D8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5385105" y="3018186"/>
            <a:ext cx="2533345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5" name="Текст 39">
            <a:extLst>
              <a:ext uri="{FF2B5EF4-FFF2-40B4-BE49-F238E27FC236}">
                <a16:creationId xmlns:a16="http://schemas.microsoft.com/office/drawing/2014/main" id="{59791189-2E1A-D13A-1F88-5401E352A0BE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8010525" y="2993120"/>
            <a:ext cx="865164" cy="370732"/>
          </a:xfrm>
          <a:prstGeom prst="roundRect">
            <a:avLst>
              <a:gd name="adj" fmla="val 50000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30%</a:t>
            </a:r>
          </a:p>
        </p:txBody>
      </p:sp>
      <p:sp>
        <p:nvSpPr>
          <p:cNvPr id="86" name="Рисунок 11">
            <a:extLst>
              <a:ext uri="{FF2B5EF4-FFF2-40B4-BE49-F238E27FC236}">
                <a16:creationId xmlns:a16="http://schemas.microsoft.com/office/drawing/2014/main" id="{A98387EE-0C0D-0080-F4CA-76A8A1C7E5EB}"/>
              </a:ext>
            </a:extLst>
          </p:cNvPr>
          <p:cNvSpPr>
            <a:spLocks noGrp="1"/>
          </p:cNvSpPr>
          <p:nvPr>
            <p:ph type="pic" sz="quarter" idx="99" hasCustomPrompt="1"/>
          </p:nvPr>
        </p:nvSpPr>
        <p:spPr>
          <a:xfrm>
            <a:off x="9164534" y="2781300"/>
            <a:ext cx="3889375" cy="3009900"/>
          </a:xfrm>
          <a:prstGeom prst="roundRect">
            <a:avLst>
              <a:gd name="adj" fmla="val 11570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7" name="Текст 39">
            <a:extLst>
              <a:ext uri="{FF2B5EF4-FFF2-40B4-BE49-F238E27FC236}">
                <a16:creationId xmlns:a16="http://schemas.microsoft.com/office/drawing/2014/main" id="{6AD3A08F-32FD-83B1-1CF9-50D00E32BFDD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9387089" y="3456559"/>
            <a:ext cx="3377895" cy="1066221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88" name="Текст 39">
            <a:extLst>
              <a:ext uri="{FF2B5EF4-FFF2-40B4-BE49-F238E27FC236}">
                <a16:creationId xmlns:a16="http://schemas.microsoft.com/office/drawing/2014/main" id="{23DE4E42-7428-FB21-6362-392D3E49C1CB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9387089" y="3018186"/>
            <a:ext cx="2533345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9" name="Текст 39">
            <a:extLst>
              <a:ext uri="{FF2B5EF4-FFF2-40B4-BE49-F238E27FC236}">
                <a16:creationId xmlns:a16="http://schemas.microsoft.com/office/drawing/2014/main" id="{0A3DB117-D737-4389-0F6D-9DEAEBB18E28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12012509" y="2993120"/>
            <a:ext cx="865164" cy="370732"/>
          </a:xfrm>
          <a:prstGeom prst="roundRect">
            <a:avLst>
              <a:gd name="adj" fmla="val 50000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30%</a:t>
            </a:r>
          </a:p>
        </p:txBody>
      </p:sp>
      <p:sp>
        <p:nvSpPr>
          <p:cNvPr id="90" name="Рисунок 11">
            <a:extLst>
              <a:ext uri="{FF2B5EF4-FFF2-40B4-BE49-F238E27FC236}">
                <a16:creationId xmlns:a16="http://schemas.microsoft.com/office/drawing/2014/main" id="{166C5CEF-3A17-A05A-8BE3-5F8131F612D2}"/>
              </a:ext>
            </a:extLst>
          </p:cNvPr>
          <p:cNvSpPr>
            <a:spLocks noGrp="1"/>
          </p:cNvSpPr>
          <p:nvPr>
            <p:ph type="pic" sz="quarter" idx="103" hasCustomPrompt="1"/>
          </p:nvPr>
        </p:nvSpPr>
        <p:spPr>
          <a:xfrm>
            <a:off x="13142767" y="2781300"/>
            <a:ext cx="3889375" cy="3009900"/>
          </a:xfrm>
          <a:prstGeom prst="roundRect">
            <a:avLst>
              <a:gd name="adj" fmla="val 11570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1" name="Текст 39">
            <a:extLst>
              <a:ext uri="{FF2B5EF4-FFF2-40B4-BE49-F238E27FC236}">
                <a16:creationId xmlns:a16="http://schemas.microsoft.com/office/drawing/2014/main" id="{C53FF5CE-4770-77F0-4C19-AC001B1E758A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13365322" y="3456559"/>
            <a:ext cx="3377895" cy="1066221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92" name="Текст 39">
            <a:extLst>
              <a:ext uri="{FF2B5EF4-FFF2-40B4-BE49-F238E27FC236}">
                <a16:creationId xmlns:a16="http://schemas.microsoft.com/office/drawing/2014/main" id="{603C2A90-F89E-4F53-A973-81D2A77A1F65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13365322" y="3018186"/>
            <a:ext cx="2533345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93" name="Текст 39">
            <a:extLst>
              <a:ext uri="{FF2B5EF4-FFF2-40B4-BE49-F238E27FC236}">
                <a16:creationId xmlns:a16="http://schemas.microsoft.com/office/drawing/2014/main" id="{78FE1E0F-A4A5-2AF7-2ADA-A9B97F4F618E}"/>
              </a:ext>
            </a:extLst>
          </p:cNvPr>
          <p:cNvSpPr>
            <a:spLocks noGrp="1"/>
          </p:cNvSpPr>
          <p:nvPr>
            <p:ph type="body" sz="quarter" idx="106" hasCustomPrompt="1"/>
          </p:nvPr>
        </p:nvSpPr>
        <p:spPr>
          <a:xfrm>
            <a:off x="15990742" y="2993120"/>
            <a:ext cx="865164" cy="370732"/>
          </a:xfrm>
          <a:prstGeom prst="roundRect">
            <a:avLst>
              <a:gd name="adj" fmla="val 50000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30%</a:t>
            </a:r>
          </a:p>
        </p:txBody>
      </p:sp>
      <p:sp>
        <p:nvSpPr>
          <p:cNvPr id="94" name="Текст 39">
            <a:extLst>
              <a:ext uri="{FF2B5EF4-FFF2-40B4-BE49-F238E27FC236}">
                <a16:creationId xmlns:a16="http://schemas.microsoft.com/office/drawing/2014/main" id="{FDE59901-7187-592A-D0DF-796DA977999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679212" y="4615957"/>
            <a:ext cx="2989538" cy="491918"/>
          </a:xfrm>
        </p:spPr>
        <p:txBody>
          <a:bodyPr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</a:t>
            </a:r>
          </a:p>
        </p:txBody>
      </p:sp>
      <p:sp>
        <p:nvSpPr>
          <p:cNvPr id="95" name="Рисунок 16">
            <a:extLst>
              <a:ext uri="{FF2B5EF4-FFF2-40B4-BE49-F238E27FC236}">
                <a16:creationId xmlns:a16="http://schemas.microsoft.com/office/drawing/2014/main" id="{C203C7C4-FE89-5347-1151-54282969304E}"/>
              </a:ext>
            </a:extLst>
          </p:cNvPr>
          <p:cNvSpPr>
            <a:spLocks noGrp="1"/>
          </p:cNvSpPr>
          <p:nvPr>
            <p:ph type="pic" sz="quarter" idx="82" hasCustomPrompt="1"/>
          </p:nvPr>
        </p:nvSpPr>
        <p:spPr>
          <a:xfrm>
            <a:off x="13369265" y="4651582"/>
            <a:ext cx="245105" cy="239552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6" name="Текст 39">
            <a:extLst>
              <a:ext uri="{FF2B5EF4-FFF2-40B4-BE49-F238E27FC236}">
                <a16:creationId xmlns:a16="http://schemas.microsoft.com/office/drawing/2014/main" id="{52DF3BB7-C13C-3505-853F-9D6E552666E0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13679212" y="5197848"/>
            <a:ext cx="2989538" cy="491918"/>
          </a:xfrm>
        </p:spPr>
        <p:txBody>
          <a:bodyPr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</a:t>
            </a:r>
          </a:p>
        </p:txBody>
      </p:sp>
      <p:sp>
        <p:nvSpPr>
          <p:cNvPr id="97" name="Рисунок 16">
            <a:extLst>
              <a:ext uri="{FF2B5EF4-FFF2-40B4-BE49-F238E27FC236}">
                <a16:creationId xmlns:a16="http://schemas.microsoft.com/office/drawing/2014/main" id="{DDEFE241-51FF-BA6C-C259-6DDE475C2A22}"/>
              </a:ext>
            </a:extLst>
          </p:cNvPr>
          <p:cNvSpPr>
            <a:spLocks noGrp="1"/>
          </p:cNvSpPr>
          <p:nvPr>
            <p:ph type="pic" sz="quarter" idx="108" hasCustomPrompt="1"/>
          </p:nvPr>
        </p:nvSpPr>
        <p:spPr>
          <a:xfrm>
            <a:off x="13369265" y="5233473"/>
            <a:ext cx="245105" cy="239552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8" name="Рисунок 11">
            <a:extLst>
              <a:ext uri="{FF2B5EF4-FFF2-40B4-BE49-F238E27FC236}">
                <a16:creationId xmlns:a16="http://schemas.microsoft.com/office/drawing/2014/main" id="{463EAFEF-9846-AB80-F270-1588F23D4824}"/>
              </a:ext>
            </a:extLst>
          </p:cNvPr>
          <p:cNvSpPr>
            <a:spLocks noGrp="1"/>
          </p:cNvSpPr>
          <p:nvPr>
            <p:ph type="pic" sz="quarter" idx="109" hasCustomPrompt="1"/>
          </p:nvPr>
        </p:nvSpPr>
        <p:spPr>
          <a:xfrm>
            <a:off x="5162550" y="5880760"/>
            <a:ext cx="3889375" cy="3009900"/>
          </a:xfrm>
          <a:prstGeom prst="roundRect">
            <a:avLst>
              <a:gd name="adj" fmla="val 11570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9" name="Текст 39">
            <a:extLst>
              <a:ext uri="{FF2B5EF4-FFF2-40B4-BE49-F238E27FC236}">
                <a16:creationId xmlns:a16="http://schemas.microsoft.com/office/drawing/2014/main" id="{B90F29FE-BB5E-3B82-69D5-A22F89D9C9E9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5385105" y="6556019"/>
            <a:ext cx="3377895" cy="1066221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00" name="Текст 39">
            <a:extLst>
              <a:ext uri="{FF2B5EF4-FFF2-40B4-BE49-F238E27FC236}">
                <a16:creationId xmlns:a16="http://schemas.microsoft.com/office/drawing/2014/main" id="{A08A208F-B65E-4E88-7FC1-EF617BF1B1E2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5385105" y="6117646"/>
            <a:ext cx="2533345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1" name="Текст 39">
            <a:extLst>
              <a:ext uri="{FF2B5EF4-FFF2-40B4-BE49-F238E27FC236}">
                <a16:creationId xmlns:a16="http://schemas.microsoft.com/office/drawing/2014/main" id="{DF85D43D-522D-9494-E3D3-BE635E4B1281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8010525" y="6092580"/>
            <a:ext cx="865164" cy="370732"/>
          </a:xfrm>
          <a:prstGeom prst="roundRect">
            <a:avLst>
              <a:gd name="adj" fmla="val 50000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30%</a:t>
            </a:r>
          </a:p>
        </p:txBody>
      </p:sp>
      <p:sp>
        <p:nvSpPr>
          <p:cNvPr id="102" name="Рисунок 11">
            <a:extLst>
              <a:ext uri="{FF2B5EF4-FFF2-40B4-BE49-F238E27FC236}">
                <a16:creationId xmlns:a16="http://schemas.microsoft.com/office/drawing/2014/main" id="{6403819D-D3F9-633E-AD3F-42EE9760731F}"/>
              </a:ext>
            </a:extLst>
          </p:cNvPr>
          <p:cNvSpPr>
            <a:spLocks noGrp="1"/>
          </p:cNvSpPr>
          <p:nvPr>
            <p:ph type="pic" sz="quarter" idx="113" hasCustomPrompt="1"/>
          </p:nvPr>
        </p:nvSpPr>
        <p:spPr>
          <a:xfrm>
            <a:off x="9164534" y="5880760"/>
            <a:ext cx="3889375" cy="3009900"/>
          </a:xfrm>
          <a:prstGeom prst="roundRect">
            <a:avLst>
              <a:gd name="adj" fmla="val 11570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3" name="Текст 39">
            <a:extLst>
              <a:ext uri="{FF2B5EF4-FFF2-40B4-BE49-F238E27FC236}">
                <a16:creationId xmlns:a16="http://schemas.microsoft.com/office/drawing/2014/main" id="{BD064077-518E-52AC-2AD8-E748A0246E09}"/>
              </a:ext>
            </a:extLst>
          </p:cNvPr>
          <p:cNvSpPr>
            <a:spLocks noGrp="1"/>
          </p:cNvSpPr>
          <p:nvPr>
            <p:ph type="body" sz="quarter" idx="114" hasCustomPrompt="1"/>
          </p:nvPr>
        </p:nvSpPr>
        <p:spPr>
          <a:xfrm>
            <a:off x="9387089" y="6556019"/>
            <a:ext cx="3377895" cy="1066221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04" name="Текст 39">
            <a:extLst>
              <a:ext uri="{FF2B5EF4-FFF2-40B4-BE49-F238E27FC236}">
                <a16:creationId xmlns:a16="http://schemas.microsoft.com/office/drawing/2014/main" id="{93FEB7F1-77F0-AB8B-05CD-75458C110A98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9387089" y="6117646"/>
            <a:ext cx="2533345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5" name="Текст 39">
            <a:extLst>
              <a:ext uri="{FF2B5EF4-FFF2-40B4-BE49-F238E27FC236}">
                <a16:creationId xmlns:a16="http://schemas.microsoft.com/office/drawing/2014/main" id="{6621BC00-1EC8-CF81-9AF0-14D78C1B721C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12012509" y="6092580"/>
            <a:ext cx="865164" cy="370732"/>
          </a:xfrm>
          <a:prstGeom prst="roundRect">
            <a:avLst>
              <a:gd name="adj" fmla="val 50000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30%</a:t>
            </a:r>
          </a:p>
        </p:txBody>
      </p:sp>
      <p:sp>
        <p:nvSpPr>
          <p:cNvPr id="106" name="Рисунок 11">
            <a:extLst>
              <a:ext uri="{FF2B5EF4-FFF2-40B4-BE49-F238E27FC236}">
                <a16:creationId xmlns:a16="http://schemas.microsoft.com/office/drawing/2014/main" id="{1898586A-4753-0ADE-7E38-DBB36B844585}"/>
              </a:ext>
            </a:extLst>
          </p:cNvPr>
          <p:cNvSpPr>
            <a:spLocks noGrp="1"/>
          </p:cNvSpPr>
          <p:nvPr>
            <p:ph type="pic" sz="quarter" idx="117" hasCustomPrompt="1"/>
          </p:nvPr>
        </p:nvSpPr>
        <p:spPr>
          <a:xfrm>
            <a:off x="13142767" y="5880760"/>
            <a:ext cx="3889375" cy="3009900"/>
          </a:xfrm>
          <a:prstGeom prst="roundRect">
            <a:avLst>
              <a:gd name="adj" fmla="val 11570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7" name="Текст 39">
            <a:extLst>
              <a:ext uri="{FF2B5EF4-FFF2-40B4-BE49-F238E27FC236}">
                <a16:creationId xmlns:a16="http://schemas.microsoft.com/office/drawing/2014/main" id="{1D0F67EC-BFAB-61EE-55CB-961A31CC0345}"/>
              </a:ext>
            </a:extLst>
          </p:cNvPr>
          <p:cNvSpPr>
            <a:spLocks noGrp="1"/>
          </p:cNvSpPr>
          <p:nvPr>
            <p:ph type="body" sz="quarter" idx="118" hasCustomPrompt="1"/>
          </p:nvPr>
        </p:nvSpPr>
        <p:spPr>
          <a:xfrm>
            <a:off x="13365322" y="6556019"/>
            <a:ext cx="3377895" cy="1066221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08" name="Текст 39">
            <a:extLst>
              <a:ext uri="{FF2B5EF4-FFF2-40B4-BE49-F238E27FC236}">
                <a16:creationId xmlns:a16="http://schemas.microsoft.com/office/drawing/2014/main" id="{E9E970FE-C016-3B9E-6356-D2442EE84299}"/>
              </a:ext>
            </a:extLst>
          </p:cNvPr>
          <p:cNvSpPr>
            <a:spLocks noGrp="1"/>
          </p:cNvSpPr>
          <p:nvPr>
            <p:ph type="body" sz="quarter" idx="119" hasCustomPrompt="1"/>
          </p:nvPr>
        </p:nvSpPr>
        <p:spPr>
          <a:xfrm>
            <a:off x="13365322" y="6117646"/>
            <a:ext cx="2533345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9" name="Текст 39">
            <a:extLst>
              <a:ext uri="{FF2B5EF4-FFF2-40B4-BE49-F238E27FC236}">
                <a16:creationId xmlns:a16="http://schemas.microsoft.com/office/drawing/2014/main" id="{D9C12674-A9A7-099C-CA30-5A429B27195A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15990742" y="6092580"/>
            <a:ext cx="865164" cy="370732"/>
          </a:xfrm>
          <a:prstGeom prst="roundRect">
            <a:avLst>
              <a:gd name="adj" fmla="val 50000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30%</a:t>
            </a:r>
          </a:p>
        </p:txBody>
      </p:sp>
      <p:sp>
        <p:nvSpPr>
          <p:cNvPr id="110" name="Текст 39">
            <a:extLst>
              <a:ext uri="{FF2B5EF4-FFF2-40B4-BE49-F238E27FC236}">
                <a16:creationId xmlns:a16="http://schemas.microsoft.com/office/drawing/2014/main" id="{D3BCF36D-C90C-EFAF-A2DE-167EEE13A2E5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13679212" y="7715417"/>
            <a:ext cx="2989538" cy="491918"/>
          </a:xfrm>
        </p:spPr>
        <p:txBody>
          <a:bodyPr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</a:t>
            </a:r>
          </a:p>
        </p:txBody>
      </p:sp>
      <p:sp>
        <p:nvSpPr>
          <p:cNvPr id="111" name="Рисунок 16">
            <a:extLst>
              <a:ext uri="{FF2B5EF4-FFF2-40B4-BE49-F238E27FC236}">
                <a16:creationId xmlns:a16="http://schemas.microsoft.com/office/drawing/2014/main" id="{AF9C2782-E13B-72DD-E73B-2314A09E03CE}"/>
              </a:ext>
            </a:extLst>
          </p:cNvPr>
          <p:cNvSpPr>
            <a:spLocks noGrp="1"/>
          </p:cNvSpPr>
          <p:nvPr>
            <p:ph type="pic" sz="quarter" idx="122" hasCustomPrompt="1"/>
          </p:nvPr>
        </p:nvSpPr>
        <p:spPr>
          <a:xfrm>
            <a:off x="13369265" y="7751042"/>
            <a:ext cx="245105" cy="239552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2" name="Текст 39">
            <a:extLst>
              <a:ext uri="{FF2B5EF4-FFF2-40B4-BE49-F238E27FC236}">
                <a16:creationId xmlns:a16="http://schemas.microsoft.com/office/drawing/2014/main" id="{A489990D-87A1-92C8-3E16-9CA855831261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13679212" y="8297308"/>
            <a:ext cx="2989538" cy="491918"/>
          </a:xfrm>
        </p:spPr>
        <p:txBody>
          <a:bodyPr>
            <a:noAutofit/>
          </a:bodyPr>
          <a:lstStyle>
            <a:lvl1pPr>
              <a:defRPr sz="12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</a:t>
            </a:r>
          </a:p>
        </p:txBody>
      </p:sp>
      <p:sp>
        <p:nvSpPr>
          <p:cNvPr id="113" name="Рисунок 16">
            <a:extLst>
              <a:ext uri="{FF2B5EF4-FFF2-40B4-BE49-F238E27FC236}">
                <a16:creationId xmlns:a16="http://schemas.microsoft.com/office/drawing/2014/main" id="{8E582B28-4F96-9C35-0321-3142FF35E88E}"/>
              </a:ext>
            </a:extLst>
          </p:cNvPr>
          <p:cNvSpPr>
            <a:spLocks noGrp="1"/>
          </p:cNvSpPr>
          <p:nvPr>
            <p:ph type="pic" sz="quarter" idx="124" hasCustomPrompt="1"/>
          </p:nvPr>
        </p:nvSpPr>
        <p:spPr>
          <a:xfrm>
            <a:off x="13369265" y="8332933"/>
            <a:ext cx="245105" cy="239552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4" name="Рисунок 11">
            <a:extLst>
              <a:ext uri="{FF2B5EF4-FFF2-40B4-BE49-F238E27FC236}">
                <a16:creationId xmlns:a16="http://schemas.microsoft.com/office/drawing/2014/main" id="{FC885DD5-AE9B-D03F-88C6-BDFDC9A3BD69}"/>
              </a:ext>
            </a:extLst>
          </p:cNvPr>
          <p:cNvSpPr>
            <a:spLocks noGrp="1"/>
          </p:cNvSpPr>
          <p:nvPr>
            <p:ph type="pic" sz="quarter" idx="125" hasCustomPrompt="1"/>
          </p:nvPr>
        </p:nvSpPr>
        <p:spPr>
          <a:xfrm>
            <a:off x="1160565" y="2781300"/>
            <a:ext cx="3889375" cy="6109360"/>
          </a:xfrm>
          <a:prstGeom prst="roundRect">
            <a:avLst>
              <a:gd name="adj" fmla="val 9433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15" name="Текст 39">
            <a:extLst>
              <a:ext uri="{FF2B5EF4-FFF2-40B4-BE49-F238E27FC236}">
                <a16:creationId xmlns:a16="http://schemas.microsoft.com/office/drawing/2014/main" id="{EA8A3784-D9D3-171C-23A8-0739B9218A77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1383120" y="3456558"/>
            <a:ext cx="3377895" cy="5236179"/>
          </a:xfrm>
        </p:spPr>
        <p:txBody>
          <a:bodyPr>
            <a:noAutofit/>
          </a:bodyPr>
          <a:lstStyle>
            <a:lvl1pPr>
              <a:defRPr sz="15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Разместите свой текст здесь. Текст может быть в несколько строк. Разместите свой текст в несколько строк здесь. </a:t>
            </a:r>
          </a:p>
        </p:txBody>
      </p:sp>
      <p:sp>
        <p:nvSpPr>
          <p:cNvPr id="116" name="Текст 39">
            <a:extLst>
              <a:ext uri="{FF2B5EF4-FFF2-40B4-BE49-F238E27FC236}">
                <a16:creationId xmlns:a16="http://schemas.microsoft.com/office/drawing/2014/main" id="{0BC30510-DC6F-2059-B750-E72FC9680741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1383120" y="3018186"/>
            <a:ext cx="2533345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17" name="Текст 39">
            <a:extLst>
              <a:ext uri="{FF2B5EF4-FFF2-40B4-BE49-F238E27FC236}">
                <a16:creationId xmlns:a16="http://schemas.microsoft.com/office/drawing/2014/main" id="{DA8014DC-46AC-CE50-44C6-2AE7D5D652F6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4008540" y="2993120"/>
            <a:ext cx="865164" cy="370732"/>
          </a:xfrm>
          <a:prstGeom prst="roundRect">
            <a:avLst>
              <a:gd name="adj" fmla="val 50000"/>
            </a:avLst>
          </a:prstGeom>
          <a:solidFill>
            <a:srgbClr val="EA0B4C"/>
          </a:solidFill>
        </p:spPr>
        <p:txBody>
          <a:bodyPr anchor="ctr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30%</a:t>
            </a:r>
          </a:p>
        </p:txBody>
      </p:sp>
      <p:sp>
        <p:nvSpPr>
          <p:cNvPr id="3" name="Рисунок 3">
            <a:extLst>
              <a:ext uri="{FF2B5EF4-FFF2-40B4-BE49-F238E27FC236}">
                <a16:creationId xmlns:a16="http://schemas.microsoft.com/office/drawing/2014/main" id="{DCC49C81-57D5-93F7-EB7E-4EF33F9E43E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Текст 16">
            <a:extLst>
              <a:ext uri="{FF2B5EF4-FFF2-40B4-BE49-F238E27FC236}">
                <a16:creationId xmlns:a16="http://schemas.microsoft.com/office/drawing/2014/main" id="{36960722-A6E0-93BD-A08C-25F32015EB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5" name="Текст 16">
            <a:extLst>
              <a:ext uri="{FF2B5EF4-FFF2-40B4-BE49-F238E27FC236}">
                <a16:creationId xmlns:a16="http://schemas.microsoft.com/office/drawing/2014/main" id="{55641435-FCD6-3BCB-41C0-170F9738C5F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25082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ожный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oup 2087327115" descr="preencoded.png">
            <a:extLst>
              <a:ext uri="{FF2B5EF4-FFF2-40B4-BE49-F238E27FC236}">
                <a16:creationId xmlns:a16="http://schemas.microsoft.com/office/drawing/2014/main" id="{967DCF2C-1ADC-CB16-9DCA-2C69407E67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</p:spPr>
      </p:pic>
      <p:sp>
        <p:nvSpPr>
          <p:cNvPr id="19" name="Овал 18">
            <a:extLst>
              <a:ext uri="{FF2B5EF4-FFF2-40B4-BE49-F238E27FC236}">
                <a16:creationId xmlns:a16="http://schemas.microsoft.com/office/drawing/2014/main" id="{E31A16D5-5811-1E47-7443-A2023B393DA0}"/>
              </a:ext>
            </a:extLst>
          </p:cNvPr>
          <p:cNvSpPr/>
          <p:nvPr userDrawn="1"/>
        </p:nvSpPr>
        <p:spPr>
          <a:xfrm>
            <a:off x="5545976" y="2283663"/>
            <a:ext cx="7253198" cy="725319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Диаграмма 20">
            <a:extLst>
              <a:ext uri="{FF2B5EF4-FFF2-40B4-BE49-F238E27FC236}">
                <a16:creationId xmlns:a16="http://schemas.microsoft.com/office/drawing/2014/main" id="{EEDB77E7-9ECB-1A25-7607-D71E747449C3}"/>
              </a:ext>
            </a:extLst>
          </p:cNvPr>
          <p:cNvSpPr>
            <a:spLocks noGrp="1"/>
          </p:cNvSpPr>
          <p:nvPr>
            <p:ph type="chart" sz="quarter" idx="10" hasCustomPrompt="1"/>
          </p:nvPr>
        </p:nvSpPr>
        <p:spPr>
          <a:xfrm>
            <a:off x="5657850" y="2285251"/>
            <a:ext cx="7124327" cy="7126150"/>
          </a:xfrm>
        </p:spPr>
        <p:txBody>
          <a:bodyPr anchor="ctr"/>
          <a:lstStyle>
            <a:lvl1pPr algn="ctr">
              <a:defRPr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диаграммы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7794685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22" name="Текст 39">
            <a:extLst>
              <a:ext uri="{FF2B5EF4-FFF2-40B4-BE49-F238E27FC236}">
                <a16:creationId xmlns:a16="http://schemas.microsoft.com/office/drawing/2014/main" id="{EF54CD28-DDE7-49F9-57CF-95244FC7A18C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4781550" y="2695799"/>
            <a:ext cx="3377895" cy="390302"/>
          </a:xfrm>
        </p:spPr>
        <p:txBody>
          <a:bodyPr>
            <a:noAutofit/>
          </a:bodyPr>
          <a:lstStyle>
            <a:lvl1pPr>
              <a:defRPr sz="18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 части</a:t>
            </a:r>
          </a:p>
        </p:txBody>
      </p:sp>
      <p:sp>
        <p:nvSpPr>
          <p:cNvPr id="23" name="Текст 39">
            <a:extLst>
              <a:ext uri="{FF2B5EF4-FFF2-40B4-BE49-F238E27FC236}">
                <a16:creationId xmlns:a16="http://schemas.microsoft.com/office/drawing/2014/main" id="{BDCF5509-4690-205A-57F4-E4186BFA541B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4781550" y="2257425"/>
            <a:ext cx="3377895" cy="343925"/>
          </a:xfrm>
        </p:spPr>
        <p:txBody>
          <a:bodyPr anchor="ctr">
            <a:noAutofit/>
          </a:bodyPr>
          <a:lstStyle>
            <a:lvl1pPr>
              <a:defRPr sz="2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20%</a:t>
            </a:r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3245DF56-2FF2-C8CF-5DEA-2264F19D1274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3146180" y="4851986"/>
            <a:ext cx="3377895" cy="390302"/>
          </a:xfrm>
        </p:spPr>
        <p:txBody>
          <a:bodyPr>
            <a:noAutofit/>
          </a:bodyPr>
          <a:lstStyle>
            <a:lvl1pPr>
              <a:defRPr sz="18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 части</a:t>
            </a:r>
          </a:p>
        </p:txBody>
      </p:sp>
      <p:sp>
        <p:nvSpPr>
          <p:cNvPr id="25" name="Текст 39">
            <a:extLst>
              <a:ext uri="{FF2B5EF4-FFF2-40B4-BE49-F238E27FC236}">
                <a16:creationId xmlns:a16="http://schemas.microsoft.com/office/drawing/2014/main" id="{B11673BB-9905-840E-8BC0-D4A6F449698E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3146180" y="4413612"/>
            <a:ext cx="3377895" cy="343925"/>
          </a:xfrm>
        </p:spPr>
        <p:txBody>
          <a:bodyPr anchor="ctr">
            <a:noAutofit/>
          </a:bodyPr>
          <a:lstStyle>
            <a:lvl1pPr>
              <a:defRPr sz="2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20%</a:t>
            </a:r>
          </a:p>
        </p:txBody>
      </p:sp>
      <p:sp>
        <p:nvSpPr>
          <p:cNvPr id="26" name="Текст 39">
            <a:extLst>
              <a:ext uri="{FF2B5EF4-FFF2-40B4-BE49-F238E27FC236}">
                <a16:creationId xmlns:a16="http://schemas.microsoft.com/office/drawing/2014/main" id="{4D7472DC-0F40-46C2-8E09-2B8A7D5F0955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3146180" y="6628032"/>
            <a:ext cx="3377895" cy="390302"/>
          </a:xfrm>
        </p:spPr>
        <p:txBody>
          <a:bodyPr>
            <a:noAutofit/>
          </a:bodyPr>
          <a:lstStyle>
            <a:lvl1pPr>
              <a:defRPr sz="18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 части</a:t>
            </a:r>
          </a:p>
        </p:txBody>
      </p:sp>
      <p:sp>
        <p:nvSpPr>
          <p:cNvPr id="27" name="Текст 39">
            <a:extLst>
              <a:ext uri="{FF2B5EF4-FFF2-40B4-BE49-F238E27FC236}">
                <a16:creationId xmlns:a16="http://schemas.microsoft.com/office/drawing/2014/main" id="{1444F786-783E-CE8A-D512-4FF165B14364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3146180" y="6189658"/>
            <a:ext cx="3377895" cy="343925"/>
          </a:xfrm>
        </p:spPr>
        <p:txBody>
          <a:bodyPr anchor="ctr">
            <a:noAutofit/>
          </a:bodyPr>
          <a:lstStyle>
            <a:lvl1pPr>
              <a:defRPr sz="2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20%</a:t>
            </a:r>
          </a:p>
        </p:txBody>
      </p:sp>
      <p:sp>
        <p:nvSpPr>
          <p:cNvPr id="28" name="Текст 39">
            <a:extLst>
              <a:ext uri="{FF2B5EF4-FFF2-40B4-BE49-F238E27FC236}">
                <a16:creationId xmlns:a16="http://schemas.microsoft.com/office/drawing/2014/main" id="{8B1DC3EE-621E-D2FE-AADF-3C64A0CA0CBA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4781550" y="8973507"/>
            <a:ext cx="3377895" cy="390302"/>
          </a:xfrm>
        </p:spPr>
        <p:txBody>
          <a:bodyPr>
            <a:noAutofit/>
          </a:bodyPr>
          <a:lstStyle>
            <a:lvl1pPr>
              <a:defRPr sz="18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 части</a:t>
            </a:r>
          </a:p>
        </p:txBody>
      </p:sp>
      <p:sp>
        <p:nvSpPr>
          <p:cNvPr id="29" name="Текст 39">
            <a:extLst>
              <a:ext uri="{FF2B5EF4-FFF2-40B4-BE49-F238E27FC236}">
                <a16:creationId xmlns:a16="http://schemas.microsoft.com/office/drawing/2014/main" id="{CCB1AC5C-0594-53DE-24B0-F0C48B1D0D2F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4781550" y="8535133"/>
            <a:ext cx="3377895" cy="343925"/>
          </a:xfrm>
        </p:spPr>
        <p:txBody>
          <a:bodyPr anchor="ctr">
            <a:noAutofit/>
          </a:bodyPr>
          <a:lstStyle>
            <a:lvl1pPr>
              <a:defRPr sz="2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20%</a:t>
            </a:r>
          </a:p>
        </p:txBody>
      </p:sp>
      <p:sp>
        <p:nvSpPr>
          <p:cNvPr id="30" name="Текст 39">
            <a:extLst>
              <a:ext uri="{FF2B5EF4-FFF2-40B4-BE49-F238E27FC236}">
                <a16:creationId xmlns:a16="http://schemas.microsoft.com/office/drawing/2014/main" id="{D7C8CE0D-0859-ABA1-D32B-98611955C080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13274919" y="3825318"/>
            <a:ext cx="4060582" cy="571500"/>
          </a:xfrm>
        </p:spPr>
        <p:txBody>
          <a:bodyPr>
            <a:noAutofit/>
          </a:bodyPr>
          <a:lstStyle>
            <a:lvl1pPr>
              <a:defRPr sz="28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 части</a:t>
            </a:r>
          </a:p>
        </p:txBody>
      </p:sp>
      <p:sp>
        <p:nvSpPr>
          <p:cNvPr id="31" name="Текст 39">
            <a:extLst>
              <a:ext uri="{FF2B5EF4-FFF2-40B4-BE49-F238E27FC236}">
                <a16:creationId xmlns:a16="http://schemas.microsoft.com/office/drawing/2014/main" id="{7CA26C5F-0F44-7311-9F3F-18EBAFE52859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13274919" y="3159370"/>
            <a:ext cx="4060582" cy="571500"/>
          </a:xfrm>
        </p:spPr>
        <p:txBody>
          <a:bodyPr anchor="ctr">
            <a:noAutofit/>
          </a:bodyPr>
          <a:lstStyle>
            <a:lvl1pPr>
              <a:defRPr sz="48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20%</a:t>
            </a:r>
          </a:p>
        </p:txBody>
      </p:sp>
      <p:sp>
        <p:nvSpPr>
          <p:cNvPr id="2" name="Рисунок 3">
            <a:extLst>
              <a:ext uri="{FF2B5EF4-FFF2-40B4-BE49-F238E27FC236}">
                <a16:creationId xmlns:a16="http://schemas.microsoft.com/office/drawing/2014/main" id="{62BA18B2-F5F9-3EF6-E6E9-C66404A60BE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" name="Текст 16">
            <a:extLst>
              <a:ext uri="{FF2B5EF4-FFF2-40B4-BE49-F238E27FC236}">
                <a16:creationId xmlns:a16="http://schemas.microsoft.com/office/drawing/2014/main" id="{4FED7CEF-85B4-66E0-B857-9F067F6075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6" name="Текст 16">
            <a:extLst>
              <a:ext uri="{FF2B5EF4-FFF2-40B4-BE49-F238E27FC236}">
                <a16:creationId xmlns:a16="http://schemas.microsoft.com/office/drawing/2014/main" id="{1428D74B-B979-0B1F-0067-823573BF31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7" name="Рисунок 7">
            <a:extLst>
              <a:ext uri="{FF2B5EF4-FFF2-40B4-BE49-F238E27FC236}">
                <a16:creationId xmlns:a16="http://schemas.microsoft.com/office/drawing/2014/main" id="{1979EB66-1DA6-EBED-5BD3-35DC24906308}"/>
              </a:ext>
            </a:extLst>
          </p:cNvPr>
          <p:cNvSpPr>
            <a:spLocks noGrp="1"/>
          </p:cNvSpPr>
          <p:nvPr>
            <p:ph type="pic" sz="quarter" idx="87" hasCustomPrompt="1"/>
          </p:nvPr>
        </p:nvSpPr>
        <p:spPr>
          <a:xfrm rot="21056313">
            <a:off x="13418320" y="5163339"/>
            <a:ext cx="2922498" cy="2052638"/>
          </a:xfrm>
          <a:blipFill>
            <a:blip r:embed="rId8"/>
            <a:srcRect/>
            <a:stretch>
              <a:fillRect l="2027" r="2027"/>
            </a:stretch>
          </a:blipFill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458286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ожный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0">
            <a:extLst>
              <a:ext uri="{FF2B5EF4-FFF2-40B4-BE49-F238E27FC236}">
                <a16:creationId xmlns:a16="http://schemas.microsoft.com/office/drawing/2014/main" id="{9A904570-1175-4265-D0DC-3E8C5CB93976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-2403964" y="2466975"/>
            <a:ext cx="7143750" cy="714375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anchor="ctr"/>
          <a:lstStyle>
            <a:lvl1pPr algn="ctr">
              <a:defRPr b="1" i="0">
                <a:solidFill>
                  <a:schemeClr val="accent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</a:lstStyle>
          <a:p>
            <a:pPr lvl="0"/>
            <a:r>
              <a:rPr lang="ru-RU" dirty="0"/>
              <a:t>Сущность</a:t>
            </a:r>
          </a:p>
        </p:txBody>
      </p:sp>
      <p:sp>
        <p:nvSpPr>
          <p:cNvPr id="11" name="Рисунок 14">
            <a:extLst>
              <a:ext uri="{FF2B5EF4-FFF2-40B4-BE49-F238E27FC236}">
                <a16:creationId xmlns:a16="http://schemas.microsoft.com/office/drawing/2014/main" id="{A268DA6B-6C01-9C97-BEBA-9D0D7FC49ECC}"/>
              </a:ext>
            </a:extLst>
          </p:cNvPr>
          <p:cNvSpPr>
            <a:spLocks noGrp="1"/>
          </p:cNvSpPr>
          <p:nvPr>
            <p:ph type="pic" sz="quarter" idx="130" hasCustomPrompt="1"/>
          </p:nvPr>
        </p:nvSpPr>
        <p:spPr>
          <a:xfrm>
            <a:off x="2285288" y="2543344"/>
            <a:ext cx="12169258" cy="6953250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l="-6764" r="422"/>
            </a:stretch>
          </a:blipFill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42" name="Рисунок 11">
            <a:extLst>
              <a:ext uri="{FF2B5EF4-FFF2-40B4-BE49-F238E27FC236}">
                <a16:creationId xmlns:a16="http://schemas.microsoft.com/office/drawing/2014/main" id="{F5B33E39-6887-98D5-DD18-205EE3F272F4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6950526" y="2657475"/>
            <a:ext cx="3133726" cy="2055019"/>
          </a:xfrm>
          <a:prstGeom prst="roundRect">
            <a:avLst>
              <a:gd name="adj" fmla="val 11570"/>
            </a:avLst>
          </a:prstGeom>
          <a:solidFill>
            <a:srgbClr val="F60428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4" name="Текст 39">
            <a:extLst>
              <a:ext uri="{FF2B5EF4-FFF2-40B4-BE49-F238E27FC236}">
                <a16:creationId xmlns:a16="http://schemas.microsoft.com/office/drawing/2014/main" id="{DE88FDBA-0A22-18B8-2A02-C23116417025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7173080" y="2894361"/>
            <a:ext cx="2533345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45" name="Текст 39">
            <a:extLst>
              <a:ext uri="{FF2B5EF4-FFF2-40B4-BE49-F238E27FC236}">
                <a16:creationId xmlns:a16="http://schemas.microsoft.com/office/drawing/2014/main" id="{8FB5ED7B-9AF9-85AF-1ABC-93DCC69E9241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7173080" y="3351561"/>
            <a:ext cx="2533345" cy="579883"/>
          </a:xfrm>
        </p:spPr>
        <p:txBody>
          <a:bodyPr anchor="ctr">
            <a:noAutofit/>
          </a:bodyPr>
          <a:lstStyle>
            <a:lvl1pPr>
              <a:defRPr sz="18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 составляющей</a:t>
            </a:r>
          </a:p>
        </p:txBody>
      </p:sp>
      <p:sp>
        <p:nvSpPr>
          <p:cNvPr id="46" name="Текст 39">
            <a:extLst>
              <a:ext uri="{FF2B5EF4-FFF2-40B4-BE49-F238E27FC236}">
                <a16:creationId xmlns:a16="http://schemas.microsoft.com/office/drawing/2014/main" id="{CED3E98D-5B98-FA65-2A4E-EAC96BB45409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7191831" y="4139356"/>
            <a:ext cx="865164" cy="370732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anchor="ctr">
            <a:noAutofit/>
          </a:bodyPr>
          <a:lstStyle>
            <a:lvl1pPr algn="ctr">
              <a:defRPr sz="14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30%</a:t>
            </a:r>
          </a:p>
        </p:txBody>
      </p:sp>
      <p:sp>
        <p:nvSpPr>
          <p:cNvPr id="47" name="Рисунок 11">
            <a:extLst>
              <a:ext uri="{FF2B5EF4-FFF2-40B4-BE49-F238E27FC236}">
                <a16:creationId xmlns:a16="http://schemas.microsoft.com/office/drawing/2014/main" id="{7D9EDFFA-5101-D9A2-5DD3-6D20C65523F2}"/>
              </a:ext>
            </a:extLst>
          </p:cNvPr>
          <p:cNvSpPr>
            <a:spLocks noGrp="1"/>
          </p:cNvSpPr>
          <p:nvPr>
            <p:ph type="pic" sz="quarter" idx="99" hasCustomPrompt="1"/>
          </p:nvPr>
        </p:nvSpPr>
        <p:spPr>
          <a:xfrm>
            <a:off x="6950526" y="5008790"/>
            <a:ext cx="3133726" cy="2055019"/>
          </a:xfrm>
          <a:prstGeom prst="roundRect">
            <a:avLst>
              <a:gd name="adj" fmla="val 11570"/>
            </a:avLst>
          </a:prstGeom>
          <a:solidFill>
            <a:srgbClr val="F60428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8" name="Текст 39">
            <a:extLst>
              <a:ext uri="{FF2B5EF4-FFF2-40B4-BE49-F238E27FC236}">
                <a16:creationId xmlns:a16="http://schemas.microsoft.com/office/drawing/2014/main" id="{53B38073-3430-C5ED-6CD5-DBFFB853D9EE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7173080" y="5245676"/>
            <a:ext cx="2533345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49" name="Текст 39">
            <a:extLst>
              <a:ext uri="{FF2B5EF4-FFF2-40B4-BE49-F238E27FC236}">
                <a16:creationId xmlns:a16="http://schemas.microsoft.com/office/drawing/2014/main" id="{32CEA257-06DC-407F-07D6-912463038C1C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7173080" y="5702876"/>
            <a:ext cx="2533345" cy="579883"/>
          </a:xfrm>
        </p:spPr>
        <p:txBody>
          <a:bodyPr anchor="ctr">
            <a:noAutofit/>
          </a:bodyPr>
          <a:lstStyle>
            <a:lvl1pPr>
              <a:defRPr sz="18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 составляющей</a:t>
            </a:r>
          </a:p>
        </p:txBody>
      </p:sp>
      <p:sp>
        <p:nvSpPr>
          <p:cNvPr id="50" name="Текст 39">
            <a:extLst>
              <a:ext uri="{FF2B5EF4-FFF2-40B4-BE49-F238E27FC236}">
                <a16:creationId xmlns:a16="http://schemas.microsoft.com/office/drawing/2014/main" id="{4CF599C3-3131-215E-41E7-C74862320340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7191831" y="6490671"/>
            <a:ext cx="865164" cy="370732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anchor="ctr">
            <a:noAutofit/>
          </a:bodyPr>
          <a:lstStyle>
            <a:lvl1pPr algn="ctr">
              <a:defRPr sz="14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30%</a:t>
            </a:r>
          </a:p>
        </p:txBody>
      </p:sp>
      <p:sp>
        <p:nvSpPr>
          <p:cNvPr id="51" name="Рисунок 11">
            <a:extLst>
              <a:ext uri="{FF2B5EF4-FFF2-40B4-BE49-F238E27FC236}">
                <a16:creationId xmlns:a16="http://schemas.microsoft.com/office/drawing/2014/main" id="{5C0A4EF7-F81B-CF68-0987-56610D3DFD8F}"/>
              </a:ext>
            </a:extLst>
          </p:cNvPr>
          <p:cNvSpPr>
            <a:spLocks noGrp="1"/>
          </p:cNvSpPr>
          <p:nvPr>
            <p:ph type="pic" sz="quarter" idx="103" hasCustomPrompt="1"/>
          </p:nvPr>
        </p:nvSpPr>
        <p:spPr>
          <a:xfrm>
            <a:off x="6950526" y="7360105"/>
            <a:ext cx="3133726" cy="2055019"/>
          </a:xfrm>
          <a:prstGeom prst="roundRect">
            <a:avLst>
              <a:gd name="adj" fmla="val 11570"/>
            </a:avLst>
          </a:prstGeom>
          <a:solidFill>
            <a:srgbClr val="F60428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52" name="Текст 39">
            <a:extLst>
              <a:ext uri="{FF2B5EF4-FFF2-40B4-BE49-F238E27FC236}">
                <a16:creationId xmlns:a16="http://schemas.microsoft.com/office/drawing/2014/main" id="{B0AE15EB-8614-861B-E6D5-FD5C2CE7DE2C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7173080" y="7596991"/>
            <a:ext cx="2533345" cy="343925"/>
          </a:xfrm>
        </p:spPr>
        <p:txBody>
          <a:bodyPr anchor="ctr">
            <a:noAutofit/>
          </a:bodyPr>
          <a:lstStyle>
            <a:lvl1pPr>
              <a:defRPr sz="20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53" name="Текст 39">
            <a:extLst>
              <a:ext uri="{FF2B5EF4-FFF2-40B4-BE49-F238E27FC236}">
                <a16:creationId xmlns:a16="http://schemas.microsoft.com/office/drawing/2014/main" id="{FED85A6B-7076-4575-0B76-53F09EDA7E4A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7173080" y="8054191"/>
            <a:ext cx="2533345" cy="579883"/>
          </a:xfrm>
        </p:spPr>
        <p:txBody>
          <a:bodyPr anchor="ctr">
            <a:noAutofit/>
          </a:bodyPr>
          <a:lstStyle>
            <a:lvl1pPr>
              <a:defRPr sz="18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 составляющей</a:t>
            </a:r>
          </a:p>
        </p:txBody>
      </p:sp>
      <p:sp>
        <p:nvSpPr>
          <p:cNvPr id="54" name="Текст 39">
            <a:extLst>
              <a:ext uri="{FF2B5EF4-FFF2-40B4-BE49-F238E27FC236}">
                <a16:creationId xmlns:a16="http://schemas.microsoft.com/office/drawing/2014/main" id="{ADBED530-7666-7440-CEFA-B2E9E9A20357}"/>
              </a:ext>
            </a:extLst>
          </p:cNvPr>
          <p:cNvSpPr>
            <a:spLocks noGrp="1"/>
          </p:cNvSpPr>
          <p:nvPr>
            <p:ph type="body" sz="quarter" idx="106" hasCustomPrompt="1"/>
          </p:nvPr>
        </p:nvSpPr>
        <p:spPr>
          <a:xfrm>
            <a:off x="7191831" y="8841986"/>
            <a:ext cx="865164" cy="370732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anchor="ctr">
            <a:noAutofit/>
          </a:bodyPr>
          <a:lstStyle>
            <a:lvl1pPr algn="ctr">
              <a:defRPr sz="1400" b="1" i="0">
                <a:solidFill>
                  <a:srgbClr val="F60428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30%</a:t>
            </a:r>
          </a:p>
        </p:txBody>
      </p:sp>
      <p:sp>
        <p:nvSpPr>
          <p:cNvPr id="59" name="Рисунок 11">
            <a:extLst>
              <a:ext uri="{FF2B5EF4-FFF2-40B4-BE49-F238E27FC236}">
                <a16:creationId xmlns:a16="http://schemas.microsoft.com/office/drawing/2014/main" id="{955ED1B2-ADE7-0B05-2661-483154AD1157}"/>
              </a:ext>
            </a:extLst>
          </p:cNvPr>
          <p:cNvSpPr>
            <a:spLocks noGrp="1"/>
          </p:cNvSpPr>
          <p:nvPr>
            <p:ph type="pic" sz="quarter" idx="117" hasCustomPrompt="1"/>
          </p:nvPr>
        </p:nvSpPr>
        <p:spPr>
          <a:xfrm>
            <a:off x="10575469" y="2657475"/>
            <a:ext cx="3133726" cy="2055019"/>
          </a:xfrm>
          <a:prstGeom prst="roundRect">
            <a:avLst>
              <a:gd name="adj" fmla="val 1157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0" name="Текст 39">
            <a:extLst>
              <a:ext uri="{FF2B5EF4-FFF2-40B4-BE49-F238E27FC236}">
                <a16:creationId xmlns:a16="http://schemas.microsoft.com/office/drawing/2014/main" id="{B243B7FE-D3FB-28DB-FDA8-903ADDAD13FC}"/>
              </a:ext>
            </a:extLst>
          </p:cNvPr>
          <p:cNvSpPr>
            <a:spLocks noGrp="1"/>
          </p:cNvSpPr>
          <p:nvPr>
            <p:ph type="body" sz="quarter" idx="118" hasCustomPrompt="1"/>
          </p:nvPr>
        </p:nvSpPr>
        <p:spPr>
          <a:xfrm>
            <a:off x="10798023" y="3351561"/>
            <a:ext cx="2533345" cy="579883"/>
          </a:xfrm>
        </p:spPr>
        <p:txBody>
          <a:bodyPr anchor="ctr">
            <a:noAutofit/>
          </a:bodyPr>
          <a:lstStyle>
            <a:lvl1pPr>
              <a:defRPr sz="18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 составляющей</a:t>
            </a:r>
          </a:p>
        </p:txBody>
      </p:sp>
      <p:sp>
        <p:nvSpPr>
          <p:cNvPr id="57" name="Рисунок 16">
            <a:extLst>
              <a:ext uri="{FF2B5EF4-FFF2-40B4-BE49-F238E27FC236}">
                <a16:creationId xmlns:a16="http://schemas.microsoft.com/office/drawing/2014/main" id="{6E5E99B2-C25F-D401-1BBA-9F3A104D110F}"/>
              </a:ext>
            </a:extLst>
          </p:cNvPr>
          <p:cNvSpPr>
            <a:spLocks noGrp="1"/>
          </p:cNvSpPr>
          <p:nvPr>
            <p:ph type="pic" sz="quarter" idx="115" hasCustomPrompt="1"/>
          </p:nvPr>
        </p:nvSpPr>
        <p:spPr>
          <a:xfrm>
            <a:off x="13228282" y="2902124"/>
            <a:ext cx="254047" cy="289273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1" name="Рисунок 11">
            <a:extLst>
              <a:ext uri="{FF2B5EF4-FFF2-40B4-BE49-F238E27FC236}">
                <a16:creationId xmlns:a16="http://schemas.microsoft.com/office/drawing/2014/main" id="{EFF1726C-AC29-0942-9AEC-FFA33973AC46}"/>
              </a:ext>
            </a:extLst>
          </p:cNvPr>
          <p:cNvSpPr>
            <a:spLocks noGrp="1"/>
          </p:cNvSpPr>
          <p:nvPr>
            <p:ph type="pic" sz="quarter" idx="119" hasCustomPrompt="1"/>
          </p:nvPr>
        </p:nvSpPr>
        <p:spPr>
          <a:xfrm>
            <a:off x="14200412" y="2657475"/>
            <a:ext cx="3133726" cy="2055019"/>
          </a:xfrm>
          <a:prstGeom prst="roundRect">
            <a:avLst>
              <a:gd name="adj" fmla="val 1157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2" name="Текст 39">
            <a:extLst>
              <a:ext uri="{FF2B5EF4-FFF2-40B4-BE49-F238E27FC236}">
                <a16:creationId xmlns:a16="http://schemas.microsoft.com/office/drawing/2014/main" id="{F0AFCA83-792E-B6B2-8355-1BAAC2366DC2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14422966" y="3351561"/>
            <a:ext cx="2533345" cy="579883"/>
          </a:xfrm>
        </p:spPr>
        <p:txBody>
          <a:bodyPr anchor="ctr">
            <a:noAutofit/>
          </a:bodyPr>
          <a:lstStyle>
            <a:lvl1pPr>
              <a:defRPr sz="18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 составляющей</a:t>
            </a:r>
          </a:p>
        </p:txBody>
      </p:sp>
      <p:sp>
        <p:nvSpPr>
          <p:cNvPr id="56" name="Рисунок 16">
            <a:extLst>
              <a:ext uri="{FF2B5EF4-FFF2-40B4-BE49-F238E27FC236}">
                <a16:creationId xmlns:a16="http://schemas.microsoft.com/office/drawing/2014/main" id="{39648203-50CC-7F91-FDB1-0134D4FB650E}"/>
              </a:ext>
            </a:extLst>
          </p:cNvPr>
          <p:cNvSpPr>
            <a:spLocks noGrp="1"/>
          </p:cNvSpPr>
          <p:nvPr>
            <p:ph type="pic" sz="quarter" idx="114" hasCustomPrompt="1"/>
          </p:nvPr>
        </p:nvSpPr>
        <p:spPr>
          <a:xfrm>
            <a:off x="16887517" y="2894361"/>
            <a:ext cx="254047" cy="289273"/>
          </a:xfr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4" name="Рисунок 11">
            <a:extLst>
              <a:ext uri="{FF2B5EF4-FFF2-40B4-BE49-F238E27FC236}">
                <a16:creationId xmlns:a16="http://schemas.microsoft.com/office/drawing/2014/main" id="{1CABA859-A618-DED9-669F-DE8A6A3E3DE2}"/>
              </a:ext>
            </a:extLst>
          </p:cNvPr>
          <p:cNvSpPr>
            <a:spLocks noGrp="1"/>
          </p:cNvSpPr>
          <p:nvPr>
            <p:ph type="pic" sz="quarter" idx="121" hasCustomPrompt="1"/>
          </p:nvPr>
        </p:nvSpPr>
        <p:spPr>
          <a:xfrm>
            <a:off x="10575469" y="7360103"/>
            <a:ext cx="3133726" cy="2055019"/>
          </a:xfrm>
          <a:prstGeom prst="roundRect">
            <a:avLst>
              <a:gd name="adj" fmla="val 1157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5" name="Текст 39">
            <a:extLst>
              <a:ext uri="{FF2B5EF4-FFF2-40B4-BE49-F238E27FC236}">
                <a16:creationId xmlns:a16="http://schemas.microsoft.com/office/drawing/2014/main" id="{1005858D-FF0A-8FFF-2ACF-415C65B9B8CB}"/>
              </a:ext>
            </a:extLst>
          </p:cNvPr>
          <p:cNvSpPr>
            <a:spLocks noGrp="1"/>
          </p:cNvSpPr>
          <p:nvPr>
            <p:ph type="body" sz="quarter" idx="122" hasCustomPrompt="1"/>
          </p:nvPr>
        </p:nvSpPr>
        <p:spPr>
          <a:xfrm>
            <a:off x="10798023" y="8054189"/>
            <a:ext cx="2533345" cy="579883"/>
          </a:xfrm>
        </p:spPr>
        <p:txBody>
          <a:bodyPr anchor="ctr">
            <a:noAutofit/>
          </a:bodyPr>
          <a:lstStyle>
            <a:lvl1pPr>
              <a:defRPr sz="18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 составляющей</a:t>
            </a:r>
          </a:p>
        </p:txBody>
      </p:sp>
      <p:sp>
        <p:nvSpPr>
          <p:cNvPr id="66" name="Рисунок 16">
            <a:extLst>
              <a:ext uri="{FF2B5EF4-FFF2-40B4-BE49-F238E27FC236}">
                <a16:creationId xmlns:a16="http://schemas.microsoft.com/office/drawing/2014/main" id="{F47BE2E6-13D5-3404-75C1-A638FD180DC6}"/>
              </a:ext>
            </a:extLst>
          </p:cNvPr>
          <p:cNvSpPr>
            <a:spLocks noGrp="1"/>
          </p:cNvSpPr>
          <p:nvPr>
            <p:ph type="pic" sz="quarter" idx="123" hasCustomPrompt="1"/>
          </p:nvPr>
        </p:nvSpPr>
        <p:spPr>
          <a:xfrm>
            <a:off x="13228282" y="7604752"/>
            <a:ext cx="254047" cy="289273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7" name="Рисунок 11">
            <a:extLst>
              <a:ext uri="{FF2B5EF4-FFF2-40B4-BE49-F238E27FC236}">
                <a16:creationId xmlns:a16="http://schemas.microsoft.com/office/drawing/2014/main" id="{921EEAA9-4582-C7A1-4B62-0568F631822D}"/>
              </a:ext>
            </a:extLst>
          </p:cNvPr>
          <p:cNvSpPr>
            <a:spLocks noGrp="1"/>
          </p:cNvSpPr>
          <p:nvPr>
            <p:ph type="pic" sz="quarter" idx="124" hasCustomPrompt="1"/>
          </p:nvPr>
        </p:nvSpPr>
        <p:spPr>
          <a:xfrm>
            <a:off x="14200412" y="7360103"/>
            <a:ext cx="3133726" cy="2055019"/>
          </a:xfrm>
          <a:prstGeom prst="roundRect">
            <a:avLst>
              <a:gd name="adj" fmla="val 1157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68" name="Текст 39">
            <a:extLst>
              <a:ext uri="{FF2B5EF4-FFF2-40B4-BE49-F238E27FC236}">
                <a16:creationId xmlns:a16="http://schemas.microsoft.com/office/drawing/2014/main" id="{AE2BE941-4641-10C6-B33A-5E3A00B1A396}"/>
              </a:ext>
            </a:extLst>
          </p:cNvPr>
          <p:cNvSpPr>
            <a:spLocks noGrp="1"/>
          </p:cNvSpPr>
          <p:nvPr>
            <p:ph type="body" sz="quarter" idx="125" hasCustomPrompt="1"/>
          </p:nvPr>
        </p:nvSpPr>
        <p:spPr>
          <a:xfrm>
            <a:off x="14422966" y="8054189"/>
            <a:ext cx="2533345" cy="579883"/>
          </a:xfrm>
        </p:spPr>
        <p:txBody>
          <a:bodyPr anchor="ctr">
            <a:noAutofit/>
          </a:bodyPr>
          <a:lstStyle>
            <a:lvl1pPr>
              <a:defRPr sz="18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 составляющей</a:t>
            </a:r>
          </a:p>
        </p:txBody>
      </p:sp>
      <p:sp>
        <p:nvSpPr>
          <p:cNvPr id="70" name="Рисунок 11">
            <a:extLst>
              <a:ext uri="{FF2B5EF4-FFF2-40B4-BE49-F238E27FC236}">
                <a16:creationId xmlns:a16="http://schemas.microsoft.com/office/drawing/2014/main" id="{C569070B-A4A3-EA18-9557-3374CA9D2E81}"/>
              </a:ext>
            </a:extLst>
          </p:cNvPr>
          <p:cNvSpPr>
            <a:spLocks noGrp="1"/>
          </p:cNvSpPr>
          <p:nvPr>
            <p:ph type="pic" sz="quarter" idx="127" hasCustomPrompt="1"/>
          </p:nvPr>
        </p:nvSpPr>
        <p:spPr>
          <a:xfrm>
            <a:off x="10575469" y="4992460"/>
            <a:ext cx="3133726" cy="2055019"/>
          </a:xfrm>
          <a:prstGeom prst="roundRect">
            <a:avLst>
              <a:gd name="adj" fmla="val 1157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1" name="Текст 39">
            <a:extLst>
              <a:ext uri="{FF2B5EF4-FFF2-40B4-BE49-F238E27FC236}">
                <a16:creationId xmlns:a16="http://schemas.microsoft.com/office/drawing/2014/main" id="{A974BA0C-1D14-4885-54B9-CFAFD7963E00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10798023" y="5686546"/>
            <a:ext cx="2533345" cy="579883"/>
          </a:xfrm>
        </p:spPr>
        <p:txBody>
          <a:bodyPr anchor="ctr">
            <a:noAutofit/>
          </a:bodyPr>
          <a:lstStyle>
            <a:lvl1pPr>
              <a:defRPr sz="18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 составляющей</a:t>
            </a:r>
          </a:p>
        </p:txBody>
      </p:sp>
      <p:sp>
        <p:nvSpPr>
          <p:cNvPr id="58" name="Рисунок 16">
            <a:extLst>
              <a:ext uri="{FF2B5EF4-FFF2-40B4-BE49-F238E27FC236}">
                <a16:creationId xmlns:a16="http://schemas.microsoft.com/office/drawing/2014/main" id="{12F248BE-24A8-FF6E-133C-01EB1E26C09D}"/>
              </a:ext>
            </a:extLst>
          </p:cNvPr>
          <p:cNvSpPr>
            <a:spLocks noGrp="1"/>
          </p:cNvSpPr>
          <p:nvPr>
            <p:ph type="pic" sz="quarter" idx="116" hasCustomPrompt="1"/>
          </p:nvPr>
        </p:nvSpPr>
        <p:spPr>
          <a:xfrm>
            <a:off x="16824322" y="7562510"/>
            <a:ext cx="254047" cy="289273"/>
          </a:xfr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" name="Рисунок 3">
            <a:extLst>
              <a:ext uri="{FF2B5EF4-FFF2-40B4-BE49-F238E27FC236}">
                <a16:creationId xmlns:a16="http://schemas.microsoft.com/office/drawing/2014/main" id="{170A8ED4-986A-C31B-7D07-06FD5A8FA0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" name="Текст 16">
            <a:extLst>
              <a:ext uri="{FF2B5EF4-FFF2-40B4-BE49-F238E27FC236}">
                <a16:creationId xmlns:a16="http://schemas.microsoft.com/office/drawing/2014/main" id="{C3C62825-BB65-78BE-1F03-809CC50268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0" name="Текст 16">
            <a:extLst>
              <a:ext uri="{FF2B5EF4-FFF2-40B4-BE49-F238E27FC236}">
                <a16:creationId xmlns:a16="http://schemas.microsoft.com/office/drawing/2014/main" id="{266C56DE-E546-8DA5-0C36-32BB74118D5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752681DE-65FE-0F1D-FAA2-BD770287E230}"/>
              </a:ext>
            </a:extLst>
          </p:cNvPr>
          <p:cNvSpPr>
            <a:spLocks noGrp="1"/>
          </p:cNvSpPr>
          <p:nvPr>
            <p:ph type="pic" sz="quarter" idx="131" hasCustomPrompt="1"/>
          </p:nvPr>
        </p:nvSpPr>
        <p:spPr>
          <a:xfrm>
            <a:off x="14200412" y="4992460"/>
            <a:ext cx="3133726" cy="2055019"/>
          </a:xfrm>
          <a:prstGeom prst="roundRect">
            <a:avLst>
              <a:gd name="adj" fmla="val 1157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81C1218D-7AC0-307C-D26A-19B3DE057E67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14422966" y="5686546"/>
            <a:ext cx="2533345" cy="579883"/>
          </a:xfrm>
        </p:spPr>
        <p:txBody>
          <a:bodyPr anchor="ctr">
            <a:noAutofit/>
          </a:bodyPr>
          <a:lstStyle>
            <a:lvl1pPr>
              <a:defRPr sz="18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 составляющей</a:t>
            </a:r>
          </a:p>
        </p:txBody>
      </p:sp>
    </p:spTree>
    <p:extLst>
      <p:ext uri="{BB962C8B-B14F-4D97-AF65-F5344CB8AC3E}">
        <p14:creationId xmlns:p14="http://schemas.microsoft.com/office/powerpoint/2010/main" val="29065536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ожный 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Диаграмма 20">
            <a:extLst>
              <a:ext uri="{FF2B5EF4-FFF2-40B4-BE49-F238E27FC236}">
                <a16:creationId xmlns:a16="http://schemas.microsoft.com/office/drawing/2014/main" id="{8DCE4177-AA8B-65A6-22BA-ABE6CCF1B3EE}"/>
              </a:ext>
            </a:extLst>
          </p:cNvPr>
          <p:cNvSpPr>
            <a:spLocks noGrp="1"/>
          </p:cNvSpPr>
          <p:nvPr>
            <p:ph type="chart" sz="quarter" idx="10" hasCustomPrompt="1"/>
          </p:nvPr>
        </p:nvSpPr>
        <p:spPr>
          <a:xfrm>
            <a:off x="960344" y="2657475"/>
            <a:ext cx="6686544" cy="6667500"/>
          </a:xfrm>
        </p:spPr>
        <p:txBody>
          <a:bodyPr anchor="ctr"/>
          <a:lstStyle>
            <a:lvl1pPr algn="ctr">
              <a:defRPr b="1" i="0"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</a:lstStyle>
          <a:p>
            <a:r>
              <a:rPr lang="ru-RU" dirty="0"/>
              <a:t>Основной</a:t>
            </a:r>
            <a:br>
              <a:rPr lang="ru-RU" dirty="0"/>
            </a:br>
            <a:r>
              <a:rPr lang="ru-RU" dirty="0"/>
              <a:t>показатель</a:t>
            </a:r>
          </a:p>
        </p:txBody>
      </p:sp>
      <p:sp>
        <p:nvSpPr>
          <p:cNvPr id="39" name="Рисунок 11">
            <a:extLst>
              <a:ext uri="{FF2B5EF4-FFF2-40B4-BE49-F238E27FC236}">
                <a16:creationId xmlns:a16="http://schemas.microsoft.com/office/drawing/2014/main" id="{E21710D3-1180-ED72-8D8F-5499A498CEC0}"/>
              </a:ext>
            </a:extLst>
          </p:cNvPr>
          <p:cNvSpPr>
            <a:spLocks noGrp="1"/>
          </p:cNvSpPr>
          <p:nvPr>
            <p:ph type="pic" sz="quarter" idx="96" hasCustomPrompt="1"/>
          </p:nvPr>
        </p:nvSpPr>
        <p:spPr>
          <a:xfrm>
            <a:off x="13211175" y="2657475"/>
            <a:ext cx="4124325" cy="6667500"/>
          </a:xfrm>
          <a:prstGeom prst="roundRect">
            <a:avLst>
              <a:gd name="adj" fmla="val 565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0" name="Рисунок 11">
            <a:extLst>
              <a:ext uri="{FF2B5EF4-FFF2-40B4-BE49-F238E27FC236}">
                <a16:creationId xmlns:a16="http://schemas.microsoft.com/office/drawing/2014/main" id="{6B3BA381-110E-8516-922F-40221D3CE67F}"/>
              </a:ext>
            </a:extLst>
          </p:cNvPr>
          <p:cNvSpPr>
            <a:spLocks noGrp="1"/>
          </p:cNvSpPr>
          <p:nvPr>
            <p:ph type="pic" sz="quarter" idx="101" hasCustomPrompt="1"/>
          </p:nvPr>
        </p:nvSpPr>
        <p:spPr>
          <a:xfrm>
            <a:off x="13211175" y="5800725"/>
            <a:ext cx="4124325" cy="1824718"/>
          </a:xfrm>
          <a:prstGeom prst="roundRect">
            <a:avLst>
              <a:gd name="adj" fmla="val 0"/>
            </a:avLst>
          </a:prstGeom>
          <a:solidFill>
            <a:srgbClr val="F60428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F65899DE-C087-1C91-49D4-DE5A24EAB6E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559628" y="3011110"/>
            <a:ext cx="2134182" cy="1026280"/>
          </a:xfrm>
        </p:spPr>
        <p:txBody>
          <a:bodyPr anchor="t">
            <a:noAutofit/>
          </a:bodyPr>
          <a:lstStyle>
            <a:lvl1pPr algn="l">
              <a:defRPr sz="2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максимум</a:t>
            </a:r>
            <a:br>
              <a:rPr lang="ru-RU" dirty="0"/>
            </a:br>
            <a:r>
              <a:rPr lang="ru-RU" dirty="0"/>
              <a:t>в 3 строки</a:t>
            </a:r>
          </a:p>
        </p:txBody>
      </p:sp>
      <p:sp>
        <p:nvSpPr>
          <p:cNvPr id="63" name="Текст 39">
            <a:extLst>
              <a:ext uri="{FF2B5EF4-FFF2-40B4-BE49-F238E27FC236}">
                <a16:creationId xmlns:a16="http://schemas.microsoft.com/office/drawing/2014/main" id="{CB0CB058-B38F-4B30-41CA-6392C12AABA6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13559628" y="5086351"/>
            <a:ext cx="3111090" cy="519649"/>
          </a:xfrm>
        </p:spPr>
        <p:txBody>
          <a:bodyPr anchor="ctr">
            <a:noAutofit/>
          </a:bodyPr>
          <a:lstStyle>
            <a:lvl1pPr algn="l"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показателя в две строки</a:t>
            </a:r>
          </a:p>
        </p:txBody>
      </p:sp>
      <p:sp>
        <p:nvSpPr>
          <p:cNvPr id="69" name="Текст 39">
            <a:extLst>
              <a:ext uri="{FF2B5EF4-FFF2-40B4-BE49-F238E27FC236}">
                <a16:creationId xmlns:a16="http://schemas.microsoft.com/office/drawing/2014/main" id="{DD4F32A4-E6E6-CF2D-280A-0CDC4F93CCAC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13559628" y="4423974"/>
            <a:ext cx="3111090" cy="643326"/>
          </a:xfrm>
        </p:spPr>
        <p:txBody>
          <a:bodyPr anchor="ctr">
            <a:noAutofit/>
          </a:bodyPr>
          <a:lstStyle>
            <a:lvl1pPr algn="l">
              <a:defRPr sz="4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25 тыс.</a:t>
            </a:r>
          </a:p>
        </p:txBody>
      </p:sp>
      <p:sp>
        <p:nvSpPr>
          <p:cNvPr id="76" name="Текст 39">
            <a:extLst>
              <a:ext uri="{FF2B5EF4-FFF2-40B4-BE49-F238E27FC236}">
                <a16:creationId xmlns:a16="http://schemas.microsoft.com/office/drawing/2014/main" id="{2FA264DE-DFC1-9D91-FB42-514800CA41DC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13559628" y="6784522"/>
            <a:ext cx="3111090" cy="519649"/>
          </a:xfrm>
        </p:spPr>
        <p:txBody>
          <a:bodyPr anchor="ctr">
            <a:noAutofit/>
          </a:bodyPr>
          <a:lstStyle>
            <a:lvl1pPr algn="l">
              <a:defRPr sz="1600" b="0" i="0">
                <a:solidFill>
                  <a:schemeClr val="bg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показателя в две строки</a:t>
            </a:r>
          </a:p>
        </p:txBody>
      </p:sp>
      <p:sp>
        <p:nvSpPr>
          <p:cNvPr id="77" name="Текст 39">
            <a:extLst>
              <a:ext uri="{FF2B5EF4-FFF2-40B4-BE49-F238E27FC236}">
                <a16:creationId xmlns:a16="http://schemas.microsoft.com/office/drawing/2014/main" id="{3A075AB1-6C4B-CB80-1F4C-582C834D65FA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13559628" y="6122145"/>
            <a:ext cx="3111090" cy="643326"/>
          </a:xfrm>
        </p:spPr>
        <p:txBody>
          <a:bodyPr anchor="ctr">
            <a:noAutofit/>
          </a:bodyPr>
          <a:lstStyle>
            <a:lvl1pPr algn="l">
              <a:defRPr sz="48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25 тыс.</a:t>
            </a:r>
          </a:p>
        </p:txBody>
      </p:sp>
      <p:sp>
        <p:nvSpPr>
          <p:cNvPr id="78" name="Текст 39">
            <a:extLst>
              <a:ext uri="{FF2B5EF4-FFF2-40B4-BE49-F238E27FC236}">
                <a16:creationId xmlns:a16="http://schemas.microsoft.com/office/drawing/2014/main" id="{9D79F42E-5574-AA43-1080-93FAAD1ABF6A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13559628" y="8482693"/>
            <a:ext cx="3111090" cy="519649"/>
          </a:xfrm>
        </p:spPr>
        <p:txBody>
          <a:bodyPr anchor="ctr">
            <a:noAutofit/>
          </a:bodyPr>
          <a:lstStyle>
            <a:lvl1pPr algn="l">
              <a:defRPr sz="16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показателя в две строки</a:t>
            </a:r>
          </a:p>
        </p:txBody>
      </p:sp>
      <p:sp>
        <p:nvSpPr>
          <p:cNvPr id="79" name="Текст 39">
            <a:extLst>
              <a:ext uri="{FF2B5EF4-FFF2-40B4-BE49-F238E27FC236}">
                <a16:creationId xmlns:a16="http://schemas.microsoft.com/office/drawing/2014/main" id="{C09029EB-3650-94D6-592D-3DDFF1A206BB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13559628" y="7820316"/>
            <a:ext cx="3111090" cy="643326"/>
          </a:xfrm>
        </p:spPr>
        <p:txBody>
          <a:bodyPr anchor="ctr">
            <a:noAutofit/>
          </a:bodyPr>
          <a:lstStyle>
            <a:lvl1pPr algn="l">
              <a:defRPr sz="4800" b="1" i="0">
                <a:solidFill>
                  <a:srgbClr val="F5042B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25 тыс.</a:t>
            </a:r>
          </a:p>
        </p:txBody>
      </p:sp>
      <p:sp>
        <p:nvSpPr>
          <p:cNvPr id="83" name="Текст 39">
            <a:extLst>
              <a:ext uri="{FF2B5EF4-FFF2-40B4-BE49-F238E27FC236}">
                <a16:creationId xmlns:a16="http://schemas.microsoft.com/office/drawing/2014/main" id="{2A49EDF4-0C90-AED8-4C3C-D15179644A2E}"/>
              </a:ext>
            </a:extLst>
          </p:cNvPr>
          <p:cNvSpPr>
            <a:spLocks noGrp="1"/>
          </p:cNvSpPr>
          <p:nvPr>
            <p:ph type="body" sz="quarter" idx="118" hasCustomPrompt="1"/>
          </p:nvPr>
        </p:nvSpPr>
        <p:spPr>
          <a:xfrm>
            <a:off x="7730328" y="2986074"/>
            <a:ext cx="2566197" cy="579883"/>
          </a:xfrm>
        </p:spPr>
        <p:txBody>
          <a:bodyPr anchor="ctr">
            <a:noAutofit/>
          </a:bodyPr>
          <a:lstStyle>
            <a:lvl1pPr>
              <a:defRPr sz="18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 показателя</a:t>
            </a:r>
          </a:p>
        </p:txBody>
      </p:sp>
      <p:sp>
        <p:nvSpPr>
          <p:cNvPr id="85" name="Рисунок 84">
            <a:extLst>
              <a:ext uri="{FF2B5EF4-FFF2-40B4-BE49-F238E27FC236}">
                <a16:creationId xmlns:a16="http://schemas.microsoft.com/office/drawing/2014/main" id="{E680158E-4F17-354C-9106-9F8CBA3884CD}"/>
              </a:ext>
            </a:extLst>
          </p:cNvPr>
          <p:cNvSpPr>
            <a:spLocks noGrp="1"/>
          </p:cNvSpPr>
          <p:nvPr>
            <p:ph type="pic" sz="quarter" idx="119" hasCustomPrompt="1"/>
          </p:nvPr>
        </p:nvSpPr>
        <p:spPr>
          <a:xfrm>
            <a:off x="7730328" y="3638135"/>
            <a:ext cx="2566197" cy="171451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>
              <a:defRPr sz="16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9" name="Текст 39">
            <a:extLst>
              <a:ext uri="{FF2B5EF4-FFF2-40B4-BE49-F238E27FC236}">
                <a16:creationId xmlns:a16="http://schemas.microsoft.com/office/drawing/2014/main" id="{0D25BA1D-09DC-0738-74B2-73542469B021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8311669" y="5231732"/>
            <a:ext cx="2566197" cy="579883"/>
          </a:xfrm>
        </p:spPr>
        <p:txBody>
          <a:bodyPr anchor="ctr">
            <a:noAutofit/>
          </a:bodyPr>
          <a:lstStyle>
            <a:lvl1pPr>
              <a:defRPr sz="18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 показателя</a:t>
            </a:r>
          </a:p>
        </p:txBody>
      </p:sp>
      <p:sp>
        <p:nvSpPr>
          <p:cNvPr id="90" name="Рисунок 84">
            <a:extLst>
              <a:ext uri="{FF2B5EF4-FFF2-40B4-BE49-F238E27FC236}">
                <a16:creationId xmlns:a16="http://schemas.microsoft.com/office/drawing/2014/main" id="{02FAD6C3-9278-88F2-5568-4CF5AA193F40}"/>
              </a:ext>
            </a:extLst>
          </p:cNvPr>
          <p:cNvSpPr>
            <a:spLocks noGrp="1"/>
          </p:cNvSpPr>
          <p:nvPr>
            <p:ph type="pic" sz="quarter" idx="122" hasCustomPrompt="1"/>
          </p:nvPr>
        </p:nvSpPr>
        <p:spPr>
          <a:xfrm>
            <a:off x="8311669" y="5883793"/>
            <a:ext cx="2566197" cy="171451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>
              <a:defRPr sz="16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2" name="Текст 39">
            <a:extLst>
              <a:ext uri="{FF2B5EF4-FFF2-40B4-BE49-F238E27FC236}">
                <a16:creationId xmlns:a16="http://schemas.microsoft.com/office/drawing/2014/main" id="{CB3E12A0-251A-2918-6DB1-6DA8168AA1B8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7516295" y="7719438"/>
            <a:ext cx="2566197" cy="579883"/>
          </a:xfrm>
        </p:spPr>
        <p:txBody>
          <a:bodyPr anchor="ctr">
            <a:noAutofit/>
          </a:bodyPr>
          <a:lstStyle>
            <a:lvl1pPr>
              <a:defRPr sz="1800" b="0" i="0">
                <a:solidFill>
                  <a:schemeClr val="tx1"/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 показателя</a:t>
            </a:r>
          </a:p>
        </p:txBody>
      </p:sp>
      <p:sp>
        <p:nvSpPr>
          <p:cNvPr id="93" name="Рисунок 84">
            <a:extLst>
              <a:ext uri="{FF2B5EF4-FFF2-40B4-BE49-F238E27FC236}">
                <a16:creationId xmlns:a16="http://schemas.microsoft.com/office/drawing/2014/main" id="{209753BC-E7F9-6AFD-FA20-09A44A57AAE1}"/>
              </a:ext>
            </a:extLst>
          </p:cNvPr>
          <p:cNvSpPr>
            <a:spLocks noGrp="1"/>
          </p:cNvSpPr>
          <p:nvPr>
            <p:ph type="pic" sz="quarter" idx="125" hasCustomPrompt="1"/>
          </p:nvPr>
        </p:nvSpPr>
        <p:spPr>
          <a:xfrm>
            <a:off x="7516295" y="8371499"/>
            <a:ext cx="2566197" cy="171451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>
              <a:defRPr sz="16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" name="Рисунок 3">
            <a:extLst>
              <a:ext uri="{FF2B5EF4-FFF2-40B4-BE49-F238E27FC236}">
                <a16:creationId xmlns:a16="http://schemas.microsoft.com/office/drawing/2014/main" id="{AEFBF170-935B-CC61-76ED-E141D2F00D3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Текст 16">
            <a:extLst>
              <a:ext uri="{FF2B5EF4-FFF2-40B4-BE49-F238E27FC236}">
                <a16:creationId xmlns:a16="http://schemas.microsoft.com/office/drawing/2014/main" id="{2CDAA0FE-741B-840A-886A-1018F92AFFE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5" name="Текст 16">
            <a:extLst>
              <a:ext uri="{FF2B5EF4-FFF2-40B4-BE49-F238E27FC236}">
                <a16:creationId xmlns:a16="http://schemas.microsoft.com/office/drawing/2014/main" id="{D0925411-04CD-3E93-7468-F0D1BF0588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2" name="Текст 5">
            <a:extLst>
              <a:ext uri="{FF2B5EF4-FFF2-40B4-BE49-F238E27FC236}">
                <a16:creationId xmlns:a16="http://schemas.microsoft.com/office/drawing/2014/main" id="{A8BDF520-514E-0CB6-AB53-ED41EC711809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6358253" y="2833449"/>
            <a:ext cx="1228725" cy="122872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sz="26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</a:lstStyle>
          <a:p>
            <a:pPr lvl="0"/>
            <a:r>
              <a:rPr lang="ru-RU" dirty="0"/>
              <a:t> 80 млн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C231F51-E10D-03E3-13BC-7114CEAFEDF4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6979057" y="5049112"/>
            <a:ext cx="1228725" cy="122872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sz="2600" b="1" i="0">
                <a:solidFill>
                  <a:srgbClr val="FF254A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</a:lstStyle>
          <a:p>
            <a:pPr lvl="0"/>
            <a:r>
              <a:rPr lang="ru-RU" dirty="0"/>
              <a:t> 80 млн</a:t>
            </a:r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4E9F878F-7F02-DAB2-DF5B-665731466192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6199991" y="7510957"/>
            <a:ext cx="1228725" cy="1228725"/>
          </a:xfrm>
          <a:prstGeom prst="ellipse">
            <a:avLst/>
          </a:prstGeom>
          <a:solidFill>
            <a:srgbClr val="FF254A"/>
          </a:solidFill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sz="2600" b="1" i="0">
                <a:solidFill>
                  <a:schemeClr val="bg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</a:lstStyle>
          <a:p>
            <a:pPr lvl="0"/>
            <a:r>
              <a:rPr lang="ru-RU" dirty="0"/>
              <a:t> 80 млн</a:t>
            </a:r>
          </a:p>
        </p:txBody>
      </p:sp>
    </p:spTree>
    <p:extLst>
      <p:ext uri="{BB962C8B-B14F-4D97-AF65-F5344CB8AC3E}">
        <p14:creationId xmlns:p14="http://schemas.microsoft.com/office/powerpoint/2010/main" val="1070191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ожный 9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5">
            <a:extLst>
              <a:ext uri="{FF2B5EF4-FFF2-40B4-BE49-F238E27FC236}">
                <a16:creationId xmlns:a16="http://schemas.microsoft.com/office/drawing/2014/main" id="{D8D9CB06-BF4E-2FBB-F9FC-AE4ABE29FBCA}"/>
              </a:ext>
            </a:extLst>
          </p:cNvPr>
          <p:cNvSpPr>
            <a:spLocks noGrp="1"/>
          </p:cNvSpPr>
          <p:nvPr>
            <p:ph type="pic" sz="quarter" idx="142" hasCustomPrompt="1"/>
          </p:nvPr>
        </p:nvSpPr>
        <p:spPr>
          <a:xfrm>
            <a:off x="3785920" y="2311376"/>
            <a:ext cx="10780269" cy="5521299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5692" b="5692"/>
            </a:stretch>
          </a:blipFill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88CB0D7E-3FC0-1A71-1305-59906311F2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2500" y="762000"/>
            <a:ext cx="10007048" cy="1133061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ru-RU" dirty="0"/>
              <a:t>Заголовок слайда в одну или несколько строк</a:t>
            </a:r>
          </a:p>
        </p:txBody>
      </p:sp>
      <p:sp>
        <p:nvSpPr>
          <p:cNvPr id="74" name="Рисунок 11">
            <a:extLst>
              <a:ext uri="{FF2B5EF4-FFF2-40B4-BE49-F238E27FC236}">
                <a16:creationId xmlns:a16="http://schemas.microsoft.com/office/drawing/2014/main" id="{500BEBFD-2698-0DF9-CD8A-D47D7FC083F7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952500" y="4020939"/>
            <a:ext cx="3128535" cy="2102174"/>
          </a:xfrm>
          <a:prstGeom prst="roundRect">
            <a:avLst>
              <a:gd name="adj" fmla="val 9545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5" name="Текст 39">
            <a:extLst>
              <a:ext uri="{FF2B5EF4-FFF2-40B4-BE49-F238E27FC236}">
                <a16:creationId xmlns:a16="http://schemas.microsoft.com/office/drawing/2014/main" id="{A0BD79EA-C441-430E-47DA-F72578015BF1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175055" y="5223160"/>
            <a:ext cx="2617016" cy="552971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в 1</a:t>
            </a:r>
            <a:br>
              <a:rPr lang="ru-RU" dirty="0"/>
            </a:br>
            <a:r>
              <a:rPr lang="ru-RU" dirty="0"/>
              <a:t>или несколько строк</a:t>
            </a:r>
          </a:p>
        </p:txBody>
      </p:sp>
      <p:sp>
        <p:nvSpPr>
          <p:cNvPr id="76" name="Текст 39">
            <a:extLst>
              <a:ext uri="{FF2B5EF4-FFF2-40B4-BE49-F238E27FC236}">
                <a16:creationId xmlns:a16="http://schemas.microsoft.com/office/drawing/2014/main" id="{6001D0CC-49B4-B96B-738B-B2159652118E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1175054" y="4631933"/>
            <a:ext cx="2617017" cy="510545"/>
          </a:xfrm>
        </p:spPr>
        <p:txBody>
          <a:bodyPr anchor="ctr">
            <a:noAutofit/>
          </a:bodyPr>
          <a:lstStyle>
            <a:lvl1pPr>
              <a:defRPr sz="1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  <a:br>
              <a:rPr lang="ru-RU" dirty="0"/>
            </a:br>
            <a:r>
              <a:rPr lang="ru-RU" dirty="0"/>
              <a:t>максимум в 2 строки</a:t>
            </a:r>
          </a:p>
        </p:txBody>
      </p:sp>
      <p:sp>
        <p:nvSpPr>
          <p:cNvPr id="77" name="Рисунок 16">
            <a:extLst>
              <a:ext uri="{FF2B5EF4-FFF2-40B4-BE49-F238E27FC236}">
                <a16:creationId xmlns:a16="http://schemas.microsoft.com/office/drawing/2014/main" id="{D7ED0CFF-8670-906A-2597-5BFF672147BC}"/>
              </a:ext>
            </a:extLst>
          </p:cNvPr>
          <p:cNvSpPr>
            <a:spLocks noGrp="1"/>
          </p:cNvSpPr>
          <p:nvPr>
            <p:ph type="pic" sz="quarter" idx="114" hasCustomPrompt="1"/>
          </p:nvPr>
        </p:nvSpPr>
        <p:spPr>
          <a:xfrm>
            <a:off x="1175054" y="4189463"/>
            <a:ext cx="254047" cy="289273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8" name="Рисунок 11">
            <a:extLst>
              <a:ext uri="{FF2B5EF4-FFF2-40B4-BE49-F238E27FC236}">
                <a16:creationId xmlns:a16="http://schemas.microsoft.com/office/drawing/2014/main" id="{00857A77-F289-BB29-1A04-589315D6D824}"/>
              </a:ext>
            </a:extLst>
          </p:cNvPr>
          <p:cNvSpPr>
            <a:spLocks noGrp="1"/>
          </p:cNvSpPr>
          <p:nvPr>
            <p:ph type="pic" sz="quarter" idx="115" hasCustomPrompt="1"/>
          </p:nvPr>
        </p:nvSpPr>
        <p:spPr>
          <a:xfrm>
            <a:off x="7555006" y="4162461"/>
            <a:ext cx="3404542" cy="1587476"/>
          </a:xfrm>
          <a:prstGeom prst="roundRect">
            <a:avLst>
              <a:gd name="adj" fmla="val 9545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79" name="Текст 39">
            <a:extLst>
              <a:ext uri="{FF2B5EF4-FFF2-40B4-BE49-F238E27FC236}">
                <a16:creationId xmlns:a16="http://schemas.microsoft.com/office/drawing/2014/main" id="{B25DA77C-CEBA-8F54-93DF-B52D7EBD19F9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7777561" y="4989855"/>
            <a:ext cx="2617016" cy="552971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в 1</a:t>
            </a:r>
            <a:br>
              <a:rPr lang="ru-RU" dirty="0"/>
            </a:br>
            <a:r>
              <a:rPr lang="ru-RU" dirty="0"/>
              <a:t>или несколько строк</a:t>
            </a:r>
          </a:p>
        </p:txBody>
      </p:sp>
      <p:sp>
        <p:nvSpPr>
          <p:cNvPr id="80" name="Текст 39">
            <a:extLst>
              <a:ext uri="{FF2B5EF4-FFF2-40B4-BE49-F238E27FC236}">
                <a16:creationId xmlns:a16="http://schemas.microsoft.com/office/drawing/2014/main" id="{C0808562-0A17-1667-E667-952874A796DE}"/>
              </a:ext>
            </a:extLst>
          </p:cNvPr>
          <p:cNvSpPr>
            <a:spLocks noGrp="1"/>
          </p:cNvSpPr>
          <p:nvPr>
            <p:ph type="body" sz="quarter" idx="117" hasCustomPrompt="1"/>
          </p:nvPr>
        </p:nvSpPr>
        <p:spPr>
          <a:xfrm>
            <a:off x="7777560" y="4398628"/>
            <a:ext cx="2617017" cy="510545"/>
          </a:xfrm>
        </p:spPr>
        <p:txBody>
          <a:bodyPr anchor="ctr">
            <a:noAutofit/>
          </a:bodyPr>
          <a:lstStyle>
            <a:lvl1pPr>
              <a:defRPr sz="1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  <a:br>
              <a:rPr lang="ru-RU" dirty="0"/>
            </a:br>
            <a:r>
              <a:rPr lang="ru-RU" dirty="0"/>
              <a:t>максимум в 2 строки</a:t>
            </a:r>
          </a:p>
        </p:txBody>
      </p:sp>
      <p:sp>
        <p:nvSpPr>
          <p:cNvPr id="81" name="Рисунок 11">
            <a:extLst>
              <a:ext uri="{FF2B5EF4-FFF2-40B4-BE49-F238E27FC236}">
                <a16:creationId xmlns:a16="http://schemas.microsoft.com/office/drawing/2014/main" id="{2333DAC8-0E9A-010F-E29E-0D1FFD8354B1}"/>
              </a:ext>
            </a:extLst>
          </p:cNvPr>
          <p:cNvSpPr>
            <a:spLocks noGrp="1"/>
          </p:cNvSpPr>
          <p:nvPr>
            <p:ph type="pic" sz="quarter" idx="118" hasCustomPrompt="1"/>
          </p:nvPr>
        </p:nvSpPr>
        <p:spPr>
          <a:xfrm>
            <a:off x="7555006" y="2266426"/>
            <a:ext cx="3404542" cy="1587476"/>
          </a:xfrm>
          <a:prstGeom prst="roundRect">
            <a:avLst>
              <a:gd name="adj" fmla="val 9545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2" name="Текст 39">
            <a:extLst>
              <a:ext uri="{FF2B5EF4-FFF2-40B4-BE49-F238E27FC236}">
                <a16:creationId xmlns:a16="http://schemas.microsoft.com/office/drawing/2014/main" id="{82C5AF21-1AD8-ED68-1293-381F059DDE7D}"/>
              </a:ext>
            </a:extLst>
          </p:cNvPr>
          <p:cNvSpPr>
            <a:spLocks noGrp="1"/>
          </p:cNvSpPr>
          <p:nvPr>
            <p:ph type="body" sz="quarter" idx="119" hasCustomPrompt="1"/>
          </p:nvPr>
        </p:nvSpPr>
        <p:spPr>
          <a:xfrm>
            <a:off x="7777561" y="3093820"/>
            <a:ext cx="2617016" cy="552971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в 1</a:t>
            </a:r>
            <a:br>
              <a:rPr lang="ru-RU" dirty="0"/>
            </a:br>
            <a:r>
              <a:rPr lang="ru-RU" dirty="0"/>
              <a:t>или несколько строк</a:t>
            </a:r>
          </a:p>
        </p:txBody>
      </p:sp>
      <p:sp>
        <p:nvSpPr>
          <p:cNvPr id="83" name="Текст 39">
            <a:extLst>
              <a:ext uri="{FF2B5EF4-FFF2-40B4-BE49-F238E27FC236}">
                <a16:creationId xmlns:a16="http://schemas.microsoft.com/office/drawing/2014/main" id="{015273E9-58D5-8C40-DF3E-43120C139128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7777560" y="2502593"/>
            <a:ext cx="2617017" cy="510545"/>
          </a:xfrm>
        </p:spPr>
        <p:txBody>
          <a:bodyPr anchor="ctr">
            <a:noAutofit/>
          </a:bodyPr>
          <a:lstStyle>
            <a:lvl1pPr>
              <a:defRPr sz="1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  <a:br>
              <a:rPr lang="ru-RU" dirty="0"/>
            </a:br>
            <a:r>
              <a:rPr lang="ru-RU" dirty="0"/>
              <a:t>максимум в 2 строки</a:t>
            </a:r>
          </a:p>
        </p:txBody>
      </p:sp>
      <p:sp>
        <p:nvSpPr>
          <p:cNvPr id="84" name="Рисунок 11">
            <a:extLst>
              <a:ext uri="{FF2B5EF4-FFF2-40B4-BE49-F238E27FC236}">
                <a16:creationId xmlns:a16="http://schemas.microsoft.com/office/drawing/2014/main" id="{447FE89A-B57F-A146-5A71-199E277977D1}"/>
              </a:ext>
            </a:extLst>
          </p:cNvPr>
          <p:cNvSpPr>
            <a:spLocks noGrp="1"/>
          </p:cNvSpPr>
          <p:nvPr>
            <p:ph type="pic" sz="quarter" idx="121" hasCustomPrompt="1"/>
          </p:nvPr>
        </p:nvSpPr>
        <p:spPr>
          <a:xfrm>
            <a:off x="7555006" y="6058496"/>
            <a:ext cx="3404542" cy="1587476"/>
          </a:xfrm>
          <a:prstGeom prst="roundRect">
            <a:avLst>
              <a:gd name="adj" fmla="val 9545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5" name="Текст 39">
            <a:extLst>
              <a:ext uri="{FF2B5EF4-FFF2-40B4-BE49-F238E27FC236}">
                <a16:creationId xmlns:a16="http://schemas.microsoft.com/office/drawing/2014/main" id="{BB5DC0E6-4EA0-A6AA-2454-8038248B9583}"/>
              </a:ext>
            </a:extLst>
          </p:cNvPr>
          <p:cNvSpPr>
            <a:spLocks noGrp="1"/>
          </p:cNvSpPr>
          <p:nvPr>
            <p:ph type="body" sz="quarter" idx="122" hasCustomPrompt="1"/>
          </p:nvPr>
        </p:nvSpPr>
        <p:spPr>
          <a:xfrm>
            <a:off x="7777561" y="6885890"/>
            <a:ext cx="2617016" cy="552971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в 1</a:t>
            </a:r>
            <a:br>
              <a:rPr lang="ru-RU" dirty="0"/>
            </a:br>
            <a:r>
              <a:rPr lang="ru-RU" dirty="0"/>
              <a:t>или несколько строк</a:t>
            </a:r>
          </a:p>
        </p:txBody>
      </p:sp>
      <p:sp>
        <p:nvSpPr>
          <p:cNvPr id="86" name="Текст 39">
            <a:extLst>
              <a:ext uri="{FF2B5EF4-FFF2-40B4-BE49-F238E27FC236}">
                <a16:creationId xmlns:a16="http://schemas.microsoft.com/office/drawing/2014/main" id="{AEB55752-E027-7558-A637-A4A19C0AC53C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7777560" y="6294663"/>
            <a:ext cx="2617017" cy="510545"/>
          </a:xfrm>
        </p:spPr>
        <p:txBody>
          <a:bodyPr anchor="ctr">
            <a:noAutofit/>
          </a:bodyPr>
          <a:lstStyle>
            <a:lvl1pPr>
              <a:defRPr sz="1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  <a:br>
              <a:rPr lang="ru-RU" dirty="0"/>
            </a:br>
            <a:r>
              <a:rPr lang="ru-RU" dirty="0"/>
              <a:t>максимум в 2 строки</a:t>
            </a:r>
          </a:p>
        </p:txBody>
      </p:sp>
      <p:sp>
        <p:nvSpPr>
          <p:cNvPr id="87" name="Рисунок 11">
            <a:extLst>
              <a:ext uri="{FF2B5EF4-FFF2-40B4-BE49-F238E27FC236}">
                <a16:creationId xmlns:a16="http://schemas.microsoft.com/office/drawing/2014/main" id="{300BB614-C95B-28DA-00A5-6671E128E86F}"/>
              </a:ext>
            </a:extLst>
          </p:cNvPr>
          <p:cNvSpPr>
            <a:spLocks noGrp="1"/>
          </p:cNvSpPr>
          <p:nvPr>
            <p:ph type="pic" sz="quarter" idx="124" hasCustomPrompt="1"/>
          </p:nvPr>
        </p:nvSpPr>
        <p:spPr>
          <a:xfrm>
            <a:off x="14197853" y="4162461"/>
            <a:ext cx="3128535" cy="1587476"/>
          </a:xfrm>
          <a:prstGeom prst="roundRect">
            <a:avLst>
              <a:gd name="adj" fmla="val 9545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88" name="Текст 39">
            <a:extLst>
              <a:ext uri="{FF2B5EF4-FFF2-40B4-BE49-F238E27FC236}">
                <a16:creationId xmlns:a16="http://schemas.microsoft.com/office/drawing/2014/main" id="{9DE74118-19C9-97B2-E16C-0BABDF330C0E}"/>
              </a:ext>
            </a:extLst>
          </p:cNvPr>
          <p:cNvSpPr>
            <a:spLocks noGrp="1"/>
          </p:cNvSpPr>
          <p:nvPr>
            <p:ph type="body" sz="quarter" idx="125" hasCustomPrompt="1"/>
          </p:nvPr>
        </p:nvSpPr>
        <p:spPr>
          <a:xfrm>
            <a:off x="14420408" y="4989855"/>
            <a:ext cx="2617016" cy="552971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в 1</a:t>
            </a:r>
            <a:br>
              <a:rPr lang="ru-RU" dirty="0"/>
            </a:br>
            <a:r>
              <a:rPr lang="ru-RU" dirty="0"/>
              <a:t>или несколько строк</a:t>
            </a:r>
          </a:p>
        </p:txBody>
      </p:sp>
      <p:sp>
        <p:nvSpPr>
          <p:cNvPr id="89" name="Текст 39">
            <a:extLst>
              <a:ext uri="{FF2B5EF4-FFF2-40B4-BE49-F238E27FC236}">
                <a16:creationId xmlns:a16="http://schemas.microsoft.com/office/drawing/2014/main" id="{777D9116-24E3-BAF3-4945-8E904BBB4AF2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14420407" y="4398628"/>
            <a:ext cx="2617017" cy="510545"/>
          </a:xfrm>
        </p:spPr>
        <p:txBody>
          <a:bodyPr anchor="ctr">
            <a:noAutofit/>
          </a:bodyPr>
          <a:lstStyle>
            <a:lvl1pPr>
              <a:defRPr sz="1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  <a:br>
              <a:rPr lang="ru-RU" dirty="0"/>
            </a:br>
            <a:r>
              <a:rPr lang="ru-RU" dirty="0"/>
              <a:t>максимум в 2 строки</a:t>
            </a:r>
          </a:p>
        </p:txBody>
      </p:sp>
      <p:sp>
        <p:nvSpPr>
          <p:cNvPr id="90" name="Рисунок 11">
            <a:extLst>
              <a:ext uri="{FF2B5EF4-FFF2-40B4-BE49-F238E27FC236}">
                <a16:creationId xmlns:a16="http://schemas.microsoft.com/office/drawing/2014/main" id="{CF60650C-0E2E-AD5E-E379-7D9681664FFB}"/>
              </a:ext>
            </a:extLst>
          </p:cNvPr>
          <p:cNvSpPr>
            <a:spLocks noGrp="1"/>
          </p:cNvSpPr>
          <p:nvPr>
            <p:ph type="pic" sz="quarter" idx="127" hasCustomPrompt="1"/>
          </p:nvPr>
        </p:nvSpPr>
        <p:spPr>
          <a:xfrm>
            <a:off x="14197853" y="2266426"/>
            <a:ext cx="3128535" cy="1587476"/>
          </a:xfrm>
          <a:prstGeom prst="roundRect">
            <a:avLst>
              <a:gd name="adj" fmla="val 9545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1" name="Текст 39">
            <a:extLst>
              <a:ext uri="{FF2B5EF4-FFF2-40B4-BE49-F238E27FC236}">
                <a16:creationId xmlns:a16="http://schemas.microsoft.com/office/drawing/2014/main" id="{BDD54D17-D5B1-C83F-15AC-C679DFEBF339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14420408" y="3093820"/>
            <a:ext cx="2617016" cy="552971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в 1</a:t>
            </a:r>
            <a:br>
              <a:rPr lang="ru-RU" dirty="0"/>
            </a:br>
            <a:r>
              <a:rPr lang="ru-RU" dirty="0"/>
              <a:t>или несколько строк</a:t>
            </a:r>
          </a:p>
        </p:txBody>
      </p:sp>
      <p:sp>
        <p:nvSpPr>
          <p:cNvPr id="92" name="Текст 39">
            <a:extLst>
              <a:ext uri="{FF2B5EF4-FFF2-40B4-BE49-F238E27FC236}">
                <a16:creationId xmlns:a16="http://schemas.microsoft.com/office/drawing/2014/main" id="{2E4112E5-91BF-B6AF-D9C3-AF3AD76542CA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14420407" y="2502593"/>
            <a:ext cx="2617017" cy="510545"/>
          </a:xfrm>
        </p:spPr>
        <p:txBody>
          <a:bodyPr anchor="ctr">
            <a:noAutofit/>
          </a:bodyPr>
          <a:lstStyle>
            <a:lvl1pPr>
              <a:defRPr sz="1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  <a:br>
              <a:rPr lang="ru-RU" dirty="0"/>
            </a:br>
            <a:r>
              <a:rPr lang="ru-RU" dirty="0"/>
              <a:t>максимум в 2 строки</a:t>
            </a:r>
          </a:p>
        </p:txBody>
      </p:sp>
      <p:sp>
        <p:nvSpPr>
          <p:cNvPr id="93" name="Рисунок 11">
            <a:extLst>
              <a:ext uri="{FF2B5EF4-FFF2-40B4-BE49-F238E27FC236}">
                <a16:creationId xmlns:a16="http://schemas.microsoft.com/office/drawing/2014/main" id="{F6CAAD7C-5214-06F5-0562-55F1FBDD7ED2}"/>
              </a:ext>
            </a:extLst>
          </p:cNvPr>
          <p:cNvSpPr>
            <a:spLocks noGrp="1"/>
          </p:cNvSpPr>
          <p:nvPr>
            <p:ph type="pic" sz="quarter" idx="130" hasCustomPrompt="1"/>
          </p:nvPr>
        </p:nvSpPr>
        <p:spPr>
          <a:xfrm>
            <a:off x="14197853" y="6058496"/>
            <a:ext cx="3128535" cy="1587476"/>
          </a:xfrm>
          <a:prstGeom prst="roundRect">
            <a:avLst>
              <a:gd name="adj" fmla="val 9545"/>
            </a:avLst>
          </a:prstGeo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defRPr sz="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94" name="Текст 39">
            <a:extLst>
              <a:ext uri="{FF2B5EF4-FFF2-40B4-BE49-F238E27FC236}">
                <a16:creationId xmlns:a16="http://schemas.microsoft.com/office/drawing/2014/main" id="{67B3CEEE-CD5B-2822-C55E-33F880C69880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14420408" y="6885890"/>
            <a:ext cx="2617016" cy="552971"/>
          </a:xfrm>
        </p:spPr>
        <p:txBody>
          <a:bodyPr>
            <a:noAutofit/>
          </a:bodyPr>
          <a:lstStyle>
            <a:lvl1pPr>
              <a:defRPr sz="16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в 1</a:t>
            </a:r>
            <a:br>
              <a:rPr lang="ru-RU" dirty="0"/>
            </a:br>
            <a:r>
              <a:rPr lang="ru-RU" dirty="0"/>
              <a:t>или несколько строк</a:t>
            </a:r>
          </a:p>
        </p:txBody>
      </p:sp>
      <p:sp>
        <p:nvSpPr>
          <p:cNvPr id="95" name="Текст 39">
            <a:extLst>
              <a:ext uri="{FF2B5EF4-FFF2-40B4-BE49-F238E27FC236}">
                <a16:creationId xmlns:a16="http://schemas.microsoft.com/office/drawing/2014/main" id="{FBF26328-6426-6C33-5537-E1B3EDAAA103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14420407" y="6294663"/>
            <a:ext cx="2617017" cy="510545"/>
          </a:xfrm>
        </p:spPr>
        <p:txBody>
          <a:bodyPr anchor="ctr">
            <a:noAutofit/>
          </a:bodyPr>
          <a:lstStyle>
            <a:lvl1pPr>
              <a:defRPr sz="18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Наименование</a:t>
            </a:r>
            <a:br>
              <a:rPr lang="ru-RU" dirty="0"/>
            </a:br>
            <a:r>
              <a:rPr lang="ru-RU" dirty="0"/>
              <a:t>максимум в 2 строки</a:t>
            </a:r>
          </a:p>
        </p:txBody>
      </p:sp>
      <p:sp>
        <p:nvSpPr>
          <p:cNvPr id="96" name="Текст 39">
            <a:extLst>
              <a:ext uri="{FF2B5EF4-FFF2-40B4-BE49-F238E27FC236}">
                <a16:creationId xmlns:a16="http://schemas.microsoft.com/office/drawing/2014/main" id="{C8D12543-59B9-5B7D-75BF-49A1BEFC8EE0}"/>
              </a:ext>
            </a:extLst>
          </p:cNvPr>
          <p:cNvSpPr>
            <a:spLocks noGrp="1"/>
          </p:cNvSpPr>
          <p:nvPr>
            <p:ph type="body" sz="quarter" idx="133" hasCustomPrompt="1"/>
          </p:nvPr>
        </p:nvSpPr>
        <p:spPr>
          <a:xfrm>
            <a:off x="7840255" y="8706459"/>
            <a:ext cx="2617016" cy="303581"/>
          </a:xfrm>
        </p:spPr>
        <p:txBody>
          <a:bodyPr>
            <a:noAutofit/>
          </a:bodyPr>
          <a:lstStyle>
            <a:lvl1pPr algn="ctr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в 1 строку</a:t>
            </a:r>
          </a:p>
        </p:txBody>
      </p:sp>
      <p:sp>
        <p:nvSpPr>
          <p:cNvPr id="97" name="Текст 39">
            <a:extLst>
              <a:ext uri="{FF2B5EF4-FFF2-40B4-BE49-F238E27FC236}">
                <a16:creationId xmlns:a16="http://schemas.microsoft.com/office/drawing/2014/main" id="{8F03F785-0194-40EF-B4B3-C433AAE86E26}"/>
              </a:ext>
            </a:extLst>
          </p:cNvPr>
          <p:cNvSpPr>
            <a:spLocks noGrp="1"/>
          </p:cNvSpPr>
          <p:nvPr>
            <p:ph type="body" sz="quarter" idx="134" hasCustomPrompt="1"/>
          </p:nvPr>
        </p:nvSpPr>
        <p:spPr>
          <a:xfrm>
            <a:off x="7840254" y="9081758"/>
            <a:ext cx="2617017" cy="510545"/>
          </a:xfrm>
        </p:spPr>
        <p:txBody>
          <a:bodyPr anchor="ctr">
            <a:noAutofit/>
          </a:bodyPr>
          <a:lstStyle>
            <a:lvl1pPr algn="ctr">
              <a:defRPr sz="4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25 </a:t>
            </a:r>
            <a:r>
              <a:rPr lang="ru-RU" dirty="0" err="1"/>
              <a:t>тыс</a:t>
            </a:r>
            <a:endParaRPr lang="ru-RU" dirty="0"/>
          </a:p>
        </p:txBody>
      </p:sp>
      <p:sp>
        <p:nvSpPr>
          <p:cNvPr id="98" name="Рисунок 16">
            <a:extLst>
              <a:ext uri="{FF2B5EF4-FFF2-40B4-BE49-F238E27FC236}">
                <a16:creationId xmlns:a16="http://schemas.microsoft.com/office/drawing/2014/main" id="{D06AEB4B-5E84-91F9-DF20-71432F753413}"/>
              </a:ext>
            </a:extLst>
          </p:cNvPr>
          <p:cNvSpPr>
            <a:spLocks noGrp="1"/>
          </p:cNvSpPr>
          <p:nvPr>
            <p:ph type="pic" sz="quarter" idx="135" hasCustomPrompt="1"/>
          </p:nvPr>
        </p:nvSpPr>
        <p:spPr>
          <a:xfrm>
            <a:off x="8963083" y="8187858"/>
            <a:ext cx="371358" cy="422850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0" name="Текст 39">
            <a:extLst>
              <a:ext uri="{FF2B5EF4-FFF2-40B4-BE49-F238E27FC236}">
                <a16:creationId xmlns:a16="http://schemas.microsoft.com/office/drawing/2014/main" id="{2FF00445-2D3A-8369-02AE-8F7C85F0AA60}"/>
              </a:ext>
            </a:extLst>
          </p:cNvPr>
          <p:cNvSpPr>
            <a:spLocks noGrp="1"/>
          </p:cNvSpPr>
          <p:nvPr>
            <p:ph type="body" sz="quarter" idx="136" hasCustomPrompt="1"/>
          </p:nvPr>
        </p:nvSpPr>
        <p:spPr>
          <a:xfrm>
            <a:off x="11202019" y="8706459"/>
            <a:ext cx="2617016" cy="303581"/>
          </a:xfrm>
        </p:spPr>
        <p:txBody>
          <a:bodyPr>
            <a:noAutofit/>
          </a:bodyPr>
          <a:lstStyle>
            <a:lvl1pPr algn="ctr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в 1 строку</a:t>
            </a:r>
          </a:p>
        </p:txBody>
      </p:sp>
      <p:sp>
        <p:nvSpPr>
          <p:cNvPr id="101" name="Текст 39">
            <a:extLst>
              <a:ext uri="{FF2B5EF4-FFF2-40B4-BE49-F238E27FC236}">
                <a16:creationId xmlns:a16="http://schemas.microsoft.com/office/drawing/2014/main" id="{ED52D1A7-B032-21D4-5653-504168907CC4}"/>
              </a:ext>
            </a:extLst>
          </p:cNvPr>
          <p:cNvSpPr>
            <a:spLocks noGrp="1"/>
          </p:cNvSpPr>
          <p:nvPr>
            <p:ph type="body" sz="quarter" idx="137" hasCustomPrompt="1"/>
          </p:nvPr>
        </p:nvSpPr>
        <p:spPr>
          <a:xfrm>
            <a:off x="11202018" y="9081758"/>
            <a:ext cx="2617017" cy="510545"/>
          </a:xfrm>
        </p:spPr>
        <p:txBody>
          <a:bodyPr anchor="ctr">
            <a:noAutofit/>
          </a:bodyPr>
          <a:lstStyle>
            <a:lvl1pPr algn="ctr">
              <a:defRPr sz="4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25 </a:t>
            </a:r>
            <a:r>
              <a:rPr lang="ru-RU" dirty="0" err="1"/>
              <a:t>тыс</a:t>
            </a:r>
            <a:endParaRPr lang="ru-RU" dirty="0"/>
          </a:p>
        </p:txBody>
      </p:sp>
      <p:sp>
        <p:nvSpPr>
          <p:cNvPr id="102" name="Рисунок 16">
            <a:extLst>
              <a:ext uri="{FF2B5EF4-FFF2-40B4-BE49-F238E27FC236}">
                <a16:creationId xmlns:a16="http://schemas.microsoft.com/office/drawing/2014/main" id="{1D3E2CA8-8A04-CD35-F0E5-66DC31D8AFBE}"/>
              </a:ext>
            </a:extLst>
          </p:cNvPr>
          <p:cNvSpPr>
            <a:spLocks noGrp="1"/>
          </p:cNvSpPr>
          <p:nvPr>
            <p:ph type="pic" sz="quarter" idx="138" hasCustomPrompt="1"/>
          </p:nvPr>
        </p:nvSpPr>
        <p:spPr>
          <a:xfrm>
            <a:off x="12324847" y="8187858"/>
            <a:ext cx="371358" cy="422850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103" name="Текст 39">
            <a:extLst>
              <a:ext uri="{FF2B5EF4-FFF2-40B4-BE49-F238E27FC236}">
                <a16:creationId xmlns:a16="http://schemas.microsoft.com/office/drawing/2014/main" id="{D408BDA8-14A1-7E84-CB47-03751CBF033D}"/>
              </a:ext>
            </a:extLst>
          </p:cNvPr>
          <p:cNvSpPr>
            <a:spLocks noGrp="1"/>
          </p:cNvSpPr>
          <p:nvPr>
            <p:ph type="body" sz="quarter" idx="139" hasCustomPrompt="1"/>
          </p:nvPr>
        </p:nvSpPr>
        <p:spPr>
          <a:xfrm>
            <a:off x="4465043" y="8706459"/>
            <a:ext cx="2617016" cy="303581"/>
          </a:xfrm>
        </p:spPr>
        <p:txBody>
          <a:bodyPr>
            <a:noAutofit/>
          </a:bodyPr>
          <a:lstStyle>
            <a:lvl1pPr algn="ctr">
              <a:defRPr sz="1400" b="0" i="0">
                <a:latin typeface="Golos Text" panose="020B0503020202020204" pitchFamily="34" charset="0"/>
                <a:cs typeface="Golos Text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Описание в 1 строку</a:t>
            </a:r>
          </a:p>
        </p:txBody>
      </p:sp>
      <p:sp>
        <p:nvSpPr>
          <p:cNvPr id="104" name="Текст 39">
            <a:extLst>
              <a:ext uri="{FF2B5EF4-FFF2-40B4-BE49-F238E27FC236}">
                <a16:creationId xmlns:a16="http://schemas.microsoft.com/office/drawing/2014/main" id="{6432E35F-59FB-31EB-C354-604DA49CE565}"/>
              </a:ext>
            </a:extLst>
          </p:cNvPr>
          <p:cNvSpPr>
            <a:spLocks noGrp="1"/>
          </p:cNvSpPr>
          <p:nvPr>
            <p:ph type="body" sz="quarter" idx="140" hasCustomPrompt="1"/>
          </p:nvPr>
        </p:nvSpPr>
        <p:spPr>
          <a:xfrm>
            <a:off x="4465042" y="9081758"/>
            <a:ext cx="2617017" cy="510545"/>
          </a:xfrm>
        </p:spPr>
        <p:txBody>
          <a:bodyPr anchor="ctr">
            <a:noAutofit/>
          </a:bodyPr>
          <a:lstStyle>
            <a:lvl1pPr algn="ctr">
              <a:defRPr sz="4000" b="1" i="0">
                <a:solidFill>
                  <a:schemeClr val="tx1"/>
                </a:solidFill>
                <a:latin typeface="Golos Text DemiBold" panose="020B0503020202020204" pitchFamily="34" charset="0"/>
                <a:cs typeface="Golos Text DemiBold" panose="020B050302020202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25 </a:t>
            </a:r>
            <a:r>
              <a:rPr lang="ru-RU" dirty="0" err="1"/>
              <a:t>тыс</a:t>
            </a:r>
            <a:endParaRPr lang="ru-RU" dirty="0"/>
          </a:p>
        </p:txBody>
      </p:sp>
      <p:sp>
        <p:nvSpPr>
          <p:cNvPr id="105" name="Рисунок 16">
            <a:extLst>
              <a:ext uri="{FF2B5EF4-FFF2-40B4-BE49-F238E27FC236}">
                <a16:creationId xmlns:a16="http://schemas.microsoft.com/office/drawing/2014/main" id="{F08211A2-2099-CF2C-DDFB-FEB903E128BB}"/>
              </a:ext>
            </a:extLst>
          </p:cNvPr>
          <p:cNvSpPr>
            <a:spLocks noGrp="1"/>
          </p:cNvSpPr>
          <p:nvPr>
            <p:ph type="pic" sz="quarter" idx="141" hasCustomPrompt="1"/>
          </p:nvPr>
        </p:nvSpPr>
        <p:spPr>
          <a:xfrm>
            <a:off x="5587871" y="8187858"/>
            <a:ext cx="371358" cy="422850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3" name="Рисунок 3">
            <a:extLst>
              <a:ext uri="{FF2B5EF4-FFF2-40B4-BE49-F238E27FC236}">
                <a16:creationId xmlns:a16="http://schemas.microsoft.com/office/drawing/2014/main" id="{0CA78067-63EC-7FE2-89AF-3AB676E1F40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72210" y="762000"/>
            <a:ext cx="1602704" cy="565512"/>
          </a:xfr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ru-RU" dirty="0"/>
              <a:t> </a:t>
            </a:r>
          </a:p>
        </p:txBody>
      </p:sp>
      <p:sp>
        <p:nvSpPr>
          <p:cNvPr id="4" name="Текст 16">
            <a:extLst>
              <a:ext uri="{FF2B5EF4-FFF2-40B4-BE49-F238E27FC236}">
                <a16:creationId xmlns:a16="http://schemas.microsoft.com/office/drawing/2014/main" id="{B47CDDC9-4ED9-8AA4-A81B-5CADDF3EF9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9600" y="741768"/>
            <a:ext cx="1501775" cy="577606"/>
          </a:xfr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  <p:sp>
        <p:nvSpPr>
          <p:cNvPr id="5" name="Текст 16">
            <a:extLst>
              <a:ext uri="{FF2B5EF4-FFF2-40B4-BE49-F238E27FC236}">
                <a16:creationId xmlns:a16="http://schemas.microsoft.com/office/drawing/2014/main" id="{B4AB2B47-F164-7949-6BE4-7F2EF5C48B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52519" y="741767"/>
            <a:ext cx="1867231" cy="581679"/>
          </a:xfr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69547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2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5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1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6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1.xml"/><Relationship Id="rId3" Type="http://schemas.openxmlformats.org/officeDocument/2006/relationships/slideLayout" Target="../slideLayouts/slideLayout56.xml"/><Relationship Id="rId7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5.xml"/><Relationship Id="rId1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8.xml"/><Relationship Id="rId10" Type="http://schemas.openxmlformats.org/officeDocument/2006/relationships/theme" Target="../theme/theme9.xml"/><Relationship Id="rId4" Type="http://schemas.openxmlformats.org/officeDocument/2006/relationships/slideLayout" Target="../slideLayouts/slideLayout57.xml"/><Relationship Id="rId9" Type="http://schemas.openxmlformats.org/officeDocument/2006/relationships/slideLayout" Target="../slideLayouts/slideLayout62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5.xml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Relationship Id="rId5" Type="http://schemas.openxmlformats.org/officeDocument/2006/relationships/theme" Target="../theme/theme10.xml"/><Relationship Id="rId4" Type="http://schemas.openxmlformats.org/officeDocument/2006/relationships/slideLayout" Target="../slideLayouts/slideLayout66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1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3.xml"/><Relationship Id="rId10" Type="http://schemas.openxmlformats.org/officeDocument/2006/relationships/theme" Target="../theme/theme12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25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75790B-444F-1EA3-729B-0BD19D91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Обложки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B3F736-09C6-E20F-451F-2A5090366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Слайды с обложками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B62CE10-5EFB-B3CD-1492-0B347C7161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ru-RU"/>
              <a:t>ДИТ Москвы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hdr="0" dt="0"/>
  <p:txStyles>
    <p:titleStyle>
      <a:lvl1pPr algn="ctr" defTabSz="914400" rtl="0" eaLnBrk="1" latinLnBrk="0" hangingPunct="1">
        <a:lnSpc>
          <a:spcPct val="80000"/>
        </a:lnSpc>
        <a:spcBef>
          <a:spcPct val="0"/>
        </a:spcBef>
        <a:buNone/>
        <a:defRPr sz="6600" b="1" i="0" kern="1200">
          <a:solidFill>
            <a:schemeClr val="tx1"/>
          </a:solidFill>
          <a:latin typeface="Golos Text DemiBold" panose="020B0503020202020204" pitchFamily="34" charset="0"/>
          <a:ea typeface="+mj-ea"/>
          <a:cs typeface="Golos Text DemiBold" panose="020B0503020202020204" pitchFamily="34" charset="0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40" userDrawn="1">
          <p15:clr>
            <a:srgbClr val="F26B43"/>
          </p15:clr>
        </p15:guide>
        <p15:guide id="2" pos="576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25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75790B-444F-1EA3-729B-0BD19D91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Обложки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B3F736-09C6-E20F-451F-2A5090366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Слайды с обложками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5B4AEB-E303-C341-72E2-9778121FB2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/>
              <a:t>ДИТ Москвы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46976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</p:sldLayoutIdLst>
  <p:hf hdr="0" dt="0"/>
  <p:txStyles>
    <p:titleStyle>
      <a:lvl1pPr algn="ctr" defTabSz="914400" rtl="0" eaLnBrk="1" latinLnBrk="0" hangingPunct="1">
        <a:lnSpc>
          <a:spcPct val="80000"/>
        </a:lnSpc>
        <a:spcBef>
          <a:spcPct val="0"/>
        </a:spcBef>
        <a:buNone/>
        <a:defRPr sz="6600" b="1" i="0" kern="1200">
          <a:solidFill>
            <a:schemeClr val="tx1"/>
          </a:solidFill>
          <a:latin typeface="Golos Text DemiBold" panose="020B0503020202020204" pitchFamily="34" charset="0"/>
          <a:ea typeface="+mj-ea"/>
          <a:cs typeface="Golos Text DemiBold" panose="020B0503020202020204" pitchFamily="34" charset="0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25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75790B-444F-1EA3-729B-0BD19D91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Обложки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B3F736-09C6-E20F-451F-2A5090366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Слайды с обложками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5B4AEB-E303-C341-72E2-9778121FB2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/>
              <a:t>ДИТ Москвы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79631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7" r:id="rId2"/>
    <p:sldLayoutId id="2147483668" r:id="rId3"/>
    <p:sldLayoutId id="2147483681" r:id="rId4"/>
    <p:sldLayoutId id="2147483682" r:id="rId5"/>
    <p:sldLayoutId id="2147483683" r:id="rId6"/>
  </p:sldLayoutIdLst>
  <p:hf hdr="0" dt="0"/>
  <p:txStyles>
    <p:titleStyle>
      <a:lvl1pPr algn="ctr" defTabSz="914400" rtl="0" eaLnBrk="1" latinLnBrk="0" hangingPunct="1">
        <a:lnSpc>
          <a:spcPct val="80000"/>
        </a:lnSpc>
        <a:spcBef>
          <a:spcPct val="0"/>
        </a:spcBef>
        <a:buNone/>
        <a:defRPr sz="6600" b="1" i="0" kern="1200">
          <a:solidFill>
            <a:schemeClr val="tx1"/>
          </a:solidFill>
          <a:latin typeface="Golos Text DemiBold" panose="020B0503020202020204" pitchFamily="34" charset="0"/>
          <a:ea typeface="+mj-ea"/>
          <a:cs typeface="Golos Text DemiBold" panose="020B0503020202020204" pitchFamily="34" charset="0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25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75790B-444F-1EA3-729B-0BD19D91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Обложки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B3F736-09C6-E20F-451F-2A5090366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Слайды с обложками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5B4AEB-E303-C341-72E2-9778121FB2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/>
              <a:t>ДИТ Москвы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339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7" r:id="rId3"/>
    <p:sldLayoutId id="2147483696" r:id="rId4"/>
  </p:sldLayoutIdLst>
  <p:hf hdr="0" dt="0"/>
  <p:txStyles>
    <p:titleStyle>
      <a:lvl1pPr algn="ctr" defTabSz="914400" rtl="0" eaLnBrk="1" latinLnBrk="0" hangingPunct="1">
        <a:lnSpc>
          <a:spcPct val="80000"/>
        </a:lnSpc>
        <a:spcBef>
          <a:spcPct val="0"/>
        </a:spcBef>
        <a:buNone/>
        <a:defRPr sz="6600" b="1" i="0" kern="1200">
          <a:solidFill>
            <a:schemeClr val="tx1"/>
          </a:solidFill>
          <a:latin typeface="Golos Text DemiBold" panose="020B0503020202020204" pitchFamily="34" charset="0"/>
          <a:ea typeface="+mj-ea"/>
          <a:cs typeface="Golos Text DemiBold" panose="020B0503020202020204" pitchFamily="34" charset="0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25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75790B-444F-1EA3-729B-0BD19D91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Обложки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B3F736-09C6-E20F-451F-2A5090366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Слайды с обложками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5B4AEB-E303-C341-72E2-9778121FB2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/>
              <a:t>ДИТ Москвы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5166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5" r:id="rId2"/>
    <p:sldLayoutId id="2147483706" r:id="rId3"/>
    <p:sldLayoutId id="2147483707" r:id="rId4"/>
    <p:sldLayoutId id="2147483708" r:id="rId5"/>
    <p:sldLayoutId id="2147483709" r:id="rId6"/>
  </p:sldLayoutIdLst>
  <p:hf hdr="0" dt="0"/>
  <p:txStyles>
    <p:titleStyle>
      <a:lvl1pPr algn="ctr" defTabSz="914400" rtl="0" eaLnBrk="1" latinLnBrk="0" hangingPunct="1">
        <a:lnSpc>
          <a:spcPct val="80000"/>
        </a:lnSpc>
        <a:spcBef>
          <a:spcPct val="0"/>
        </a:spcBef>
        <a:buNone/>
        <a:defRPr sz="6600" b="1" i="0" kern="1200">
          <a:solidFill>
            <a:schemeClr val="tx1"/>
          </a:solidFill>
          <a:latin typeface="Golos Text DemiBold" panose="020B0503020202020204" pitchFamily="34" charset="0"/>
          <a:ea typeface="+mj-ea"/>
          <a:cs typeface="Golos Text DemiBold" panose="020B0503020202020204" pitchFamily="34" charset="0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25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75790B-444F-1EA3-729B-0BD19D91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Обложки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B3F736-09C6-E20F-451F-2A5090366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Слайды с обложками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5B4AEB-E303-C341-72E2-9778121FB2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/>
              <a:t>ДИТ Москвы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96364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6" r:id="rId2"/>
    <p:sldLayoutId id="2147483721" r:id="rId3"/>
    <p:sldLayoutId id="2147483715" r:id="rId4"/>
    <p:sldLayoutId id="2147483723" r:id="rId5"/>
    <p:sldLayoutId id="2147483718" r:id="rId6"/>
  </p:sldLayoutIdLst>
  <p:hf hdr="0" dt="0"/>
  <p:txStyles>
    <p:titleStyle>
      <a:lvl1pPr algn="ctr" defTabSz="914400" rtl="0" eaLnBrk="1" latinLnBrk="0" hangingPunct="1">
        <a:lnSpc>
          <a:spcPct val="80000"/>
        </a:lnSpc>
        <a:spcBef>
          <a:spcPct val="0"/>
        </a:spcBef>
        <a:buNone/>
        <a:defRPr sz="6600" b="1" i="0" kern="1200">
          <a:solidFill>
            <a:schemeClr val="tx1"/>
          </a:solidFill>
          <a:latin typeface="Golos Text DemiBold" panose="020B0503020202020204" pitchFamily="34" charset="0"/>
          <a:ea typeface="+mj-ea"/>
          <a:cs typeface="Golos Text DemiBold" panose="020B0503020202020204" pitchFamily="34" charset="0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25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75790B-444F-1EA3-729B-0BD19D91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Обложки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B3F736-09C6-E20F-451F-2A5090366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Слайды с обложками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5B4AEB-E303-C341-72E2-9778121FB2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/>
              <a:t>ДИТ Москвы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0826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26" r:id="rId2"/>
    <p:sldLayoutId id="2147483732" r:id="rId3"/>
    <p:sldLayoutId id="2147483733" r:id="rId4"/>
    <p:sldLayoutId id="2147483734" r:id="rId5"/>
    <p:sldLayoutId id="2147483728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</p:sldLayoutIdLst>
  <p:hf hdr="0" dt="0"/>
  <p:txStyles>
    <p:titleStyle>
      <a:lvl1pPr algn="ctr" defTabSz="914400" rtl="0" eaLnBrk="1" latinLnBrk="0" hangingPunct="1">
        <a:lnSpc>
          <a:spcPct val="80000"/>
        </a:lnSpc>
        <a:spcBef>
          <a:spcPct val="0"/>
        </a:spcBef>
        <a:buNone/>
        <a:defRPr sz="6600" b="1" i="0" kern="1200">
          <a:solidFill>
            <a:schemeClr val="tx1"/>
          </a:solidFill>
          <a:latin typeface="Golos Text DemiBold" panose="020B0503020202020204" pitchFamily="34" charset="0"/>
          <a:ea typeface="+mj-ea"/>
          <a:cs typeface="Golos Text DemiBold" panose="020B0503020202020204" pitchFamily="34" charset="0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25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75790B-444F-1EA3-729B-0BD19D91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Обложки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B3F736-09C6-E20F-451F-2A5090366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Слайды с обложками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5B4AEB-E303-C341-72E2-9778121FB2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/>
              <a:t>ДИТ Москвы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3942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50" r:id="rId2"/>
  </p:sldLayoutIdLst>
  <p:hf hdr="0" dt="0"/>
  <p:txStyles>
    <p:titleStyle>
      <a:lvl1pPr algn="ctr" defTabSz="914400" rtl="0" eaLnBrk="1" latinLnBrk="0" hangingPunct="1">
        <a:lnSpc>
          <a:spcPct val="80000"/>
        </a:lnSpc>
        <a:spcBef>
          <a:spcPct val="0"/>
        </a:spcBef>
        <a:buNone/>
        <a:defRPr sz="6600" b="1" i="0" kern="1200">
          <a:solidFill>
            <a:schemeClr val="tx1"/>
          </a:solidFill>
          <a:latin typeface="Golos Text DemiBold" panose="020B0503020202020204" pitchFamily="34" charset="0"/>
          <a:ea typeface="+mj-ea"/>
          <a:cs typeface="Golos Text DemiBold" panose="020B0503020202020204" pitchFamily="34" charset="0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25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75790B-444F-1EA3-729B-0BD19D91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Обложки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B3F736-09C6-E20F-451F-2A5090366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Слайды с обложками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5B4AEB-E303-C341-72E2-9778121FB2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/>
              <a:t>ДИТ Москвы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6057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</p:sldLayoutIdLst>
  <p:hf hdr="0" dt="0"/>
  <p:txStyles>
    <p:titleStyle>
      <a:lvl1pPr algn="ctr" defTabSz="914400" rtl="0" eaLnBrk="1" latinLnBrk="0" hangingPunct="1">
        <a:lnSpc>
          <a:spcPct val="80000"/>
        </a:lnSpc>
        <a:spcBef>
          <a:spcPct val="0"/>
        </a:spcBef>
        <a:buNone/>
        <a:defRPr sz="6600" b="1" i="0" kern="1200">
          <a:solidFill>
            <a:schemeClr val="tx1"/>
          </a:solidFill>
          <a:latin typeface="Golos Text DemiBold" panose="020B0503020202020204" pitchFamily="34" charset="0"/>
          <a:ea typeface="+mj-ea"/>
          <a:cs typeface="Golos Text DemiBold" panose="020B0503020202020204" pitchFamily="34" charset="0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25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75790B-444F-1EA3-729B-0BD19D91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Обложки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B3F736-09C6-E20F-451F-2A5090366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Слайды с обложками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5B4AEB-E303-C341-72E2-9778121FB2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/>
              <a:t>ДИТ Москвы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67263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5" r:id="rId2"/>
    <p:sldLayoutId id="2147483792" r:id="rId3"/>
    <p:sldLayoutId id="2147483793" r:id="rId4"/>
  </p:sldLayoutIdLst>
  <p:hf hdr="0" dt="0"/>
  <p:txStyles>
    <p:titleStyle>
      <a:lvl1pPr algn="ctr" defTabSz="914400" rtl="0" eaLnBrk="1" latinLnBrk="0" hangingPunct="1">
        <a:lnSpc>
          <a:spcPct val="80000"/>
        </a:lnSpc>
        <a:spcBef>
          <a:spcPct val="0"/>
        </a:spcBef>
        <a:buNone/>
        <a:defRPr sz="6600" b="1" i="0" kern="1200">
          <a:solidFill>
            <a:schemeClr val="tx1"/>
          </a:solidFill>
          <a:latin typeface="Golos Text DemiBold" panose="020B0503020202020204" pitchFamily="34" charset="0"/>
          <a:ea typeface="+mj-ea"/>
          <a:cs typeface="Golos Text DemiBold" panose="020B0503020202020204" pitchFamily="34" charset="0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40" userDrawn="1">
          <p15:clr>
            <a:srgbClr val="F26B43"/>
          </p15:clr>
        </p15:guide>
        <p15:guide id="2" pos="5760" userDrawn="1">
          <p15:clr>
            <a:srgbClr val="F26B43"/>
          </p15:clr>
        </p15:guide>
      </p15:sldGuideLst>
    </p:ext>
  </p:ext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25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75790B-444F-1EA3-729B-0BD19D91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Обложки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B3F736-09C6-E20F-451F-2A5090366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Слайды с обложками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5B4AEB-E303-C341-72E2-9778121FB2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/>
              <a:t>ДИТ Москвы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1116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</p:sldLayoutIdLst>
  <p:hf hdr="0" dt="0"/>
  <p:txStyles>
    <p:titleStyle>
      <a:lvl1pPr algn="ctr" defTabSz="914400" rtl="0" eaLnBrk="1" latinLnBrk="0" hangingPunct="1">
        <a:lnSpc>
          <a:spcPct val="80000"/>
        </a:lnSpc>
        <a:spcBef>
          <a:spcPct val="0"/>
        </a:spcBef>
        <a:buNone/>
        <a:defRPr sz="6600" b="1" i="0" kern="1200">
          <a:solidFill>
            <a:schemeClr val="tx1"/>
          </a:solidFill>
          <a:latin typeface="Golos Text DemiBold" panose="020B0503020202020204" pitchFamily="34" charset="0"/>
          <a:ea typeface="+mj-ea"/>
          <a:cs typeface="Golos Text DemiBold" panose="020B0503020202020204" pitchFamily="34" charset="0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25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75790B-444F-1EA3-729B-0BD19D91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Обложки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6B3F736-09C6-E20F-451F-2A5090366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Слайды с обложками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5B4AEB-E303-C341-72E2-9778121FB2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Golos Text" panose="020B0503020202020204" pitchFamily="34" charset="0"/>
                <a:cs typeface="Golos Text" panose="020B0503020202020204" pitchFamily="34" charset="0"/>
              </a:defRPr>
            </a:lvl1pPr>
          </a:lstStyle>
          <a:p>
            <a:r>
              <a:rPr lang="ru-RU"/>
              <a:t>ДИТ Москвы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260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9" r:id="rId2"/>
    <p:sldLayoutId id="2147483780" r:id="rId3"/>
    <p:sldLayoutId id="2147483781" r:id="rId4"/>
    <p:sldLayoutId id="2147483783" r:id="rId5"/>
    <p:sldLayoutId id="2147483784" r:id="rId6"/>
    <p:sldLayoutId id="2147483785" r:id="rId7"/>
    <p:sldLayoutId id="2147483786" r:id="rId8"/>
    <p:sldLayoutId id="2147483787" r:id="rId9"/>
  </p:sldLayoutIdLst>
  <p:hf hdr="0" dt="0"/>
  <p:txStyles>
    <p:titleStyle>
      <a:lvl1pPr algn="ctr" defTabSz="914400" rtl="0" eaLnBrk="1" latinLnBrk="0" hangingPunct="1">
        <a:lnSpc>
          <a:spcPct val="80000"/>
        </a:lnSpc>
        <a:spcBef>
          <a:spcPct val="0"/>
        </a:spcBef>
        <a:buNone/>
        <a:defRPr sz="6600" b="1" i="0" kern="1200">
          <a:solidFill>
            <a:schemeClr val="tx1"/>
          </a:solidFill>
          <a:latin typeface="Golos Text DemiBold" panose="020B0503020202020204" pitchFamily="34" charset="0"/>
          <a:ea typeface="+mj-ea"/>
          <a:cs typeface="Golos Text DemiBold" panose="020B0503020202020204" pitchFamily="34" charset="0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b="0" i="0" kern="1200">
          <a:solidFill>
            <a:schemeClr val="tx1"/>
          </a:solidFill>
          <a:latin typeface="Golos Text" panose="020B0503020202020204" pitchFamily="34" charset="0"/>
          <a:ea typeface="+mn-ea"/>
          <a:cs typeface="Golos Text" panose="020B0503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41.xml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slides/BB3uTU52R50uF0sP36HG8G" TargetMode="External"/><Relationship Id="rId2" Type="http://schemas.openxmlformats.org/officeDocument/2006/relationships/hyperlink" Target="https://cloud.dit.mos.ru/s/KHMxP6y2Xmkr38H" TargetMode="External"/><Relationship Id="rId1" Type="http://schemas.openxmlformats.org/officeDocument/2006/relationships/slideLayout" Target="../slideLayouts/slideLayout68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22.png"/><Relationship Id="rId299" Type="http://schemas.openxmlformats.org/officeDocument/2006/relationships/image" Target="../media/image404.png"/><Relationship Id="rId21" Type="http://schemas.openxmlformats.org/officeDocument/2006/relationships/image" Target="../media/image126.png"/><Relationship Id="rId63" Type="http://schemas.openxmlformats.org/officeDocument/2006/relationships/image" Target="../media/image168.png"/><Relationship Id="rId159" Type="http://schemas.openxmlformats.org/officeDocument/2006/relationships/image" Target="../media/image264.png"/><Relationship Id="rId324" Type="http://schemas.openxmlformats.org/officeDocument/2006/relationships/image" Target="../media/image429.svg"/><Relationship Id="rId170" Type="http://schemas.openxmlformats.org/officeDocument/2006/relationships/image" Target="../media/image275.svg"/><Relationship Id="rId226" Type="http://schemas.openxmlformats.org/officeDocument/2006/relationships/image" Target="../media/image331.svg"/><Relationship Id="rId268" Type="http://schemas.openxmlformats.org/officeDocument/2006/relationships/image" Target="../media/image373.svg"/><Relationship Id="rId32" Type="http://schemas.openxmlformats.org/officeDocument/2006/relationships/image" Target="../media/image137.svg"/><Relationship Id="rId74" Type="http://schemas.openxmlformats.org/officeDocument/2006/relationships/image" Target="../media/image179.svg"/><Relationship Id="rId128" Type="http://schemas.openxmlformats.org/officeDocument/2006/relationships/image" Target="../media/image233.svg"/><Relationship Id="rId335" Type="http://schemas.openxmlformats.org/officeDocument/2006/relationships/image" Target="../media/image440.png"/><Relationship Id="rId5" Type="http://schemas.openxmlformats.org/officeDocument/2006/relationships/image" Target="../media/image110.svg"/><Relationship Id="rId181" Type="http://schemas.openxmlformats.org/officeDocument/2006/relationships/image" Target="../media/image286.png"/><Relationship Id="rId237" Type="http://schemas.openxmlformats.org/officeDocument/2006/relationships/image" Target="../media/image342.png"/><Relationship Id="rId279" Type="http://schemas.openxmlformats.org/officeDocument/2006/relationships/image" Target="../media/image384.png"/><Relationship Id="rId43" Type="http://schemas.openxmlformats.org/officeDocument/2006/relationships/image" Target="../media/image148.png"/><Relationship Id="rId139" Type="http://schemas.openxmlformats.org/officeDocument/2006/relationships/image" Target="../media/image244.png"/><Relationship Id="rId290" Type="http://schemas.openxmlformats.org/officeDocument/2006/relationships/image" Target="../media/image395.svg"/><Relationship Id="rId304" Type="http://schemas.openxmlformats.org/officeDocument/2006/relationships/image" Target="../media/image409.svg"/><Relationship Id="rId346" Type="http://schemas.openxmlformats.org/officeDocument/2006/relationships/image" Target="../media/image451.svg"/><Relationship Id="rId85" Type="http://schemas.openxmlformats.org/officeDocument/2006/relationships/image" Target="../media/image190.png"/><Relationship Id="rId150" Type="http://schemas.openxmlformats.org/officeDocument/2006/relationships/image" Target="../media/image255.svg"/><Relationship Id="rId192" Type="http://schemas.openxmlformats.org/officeDocument/2006/relationships/image" Target="../media/image297.svg"/><Relationship Id="rId206" Type="http://schemas.openxmlformats.org/officeDocument/2006/relationships/image" Target="../media/image311.svg"/><Relationship Id="rId248" Type="http://schemas.openxmlformats.org/officeDocument/2006/relationships/image" Target="../media/image353.svg"/><Relationship Id="rId12" Type="http://schemas.openxmlformats.org/officeDocument/2006/relationships/image" Target="../media/image117.svg"/><Relationship Id="rId108" Type="http://schemas.openxmlformats.org/officeDocument/2006/relationships/image" Target="../media/image213.svg"/><Relationship Id="rId315" Type="http://schemas.openxmlformats.org/officeDocument/2006/relationships/image" Target="../media/image420.png"/><Relationship Id="rId54" Type="http://schemas.openxmlformats.org/officeDocument/2006/relationships/image" Target="../media/image159.svg"/><Relationship Id="rId96" Type="http://schemas.openxmlformats.org/officeDocument/2006/relationships/image" Target="../media/image201.svg"/><Relationship Id="rId161" Type="http://schemas.openxmlformats.org/officeDocument/2006/relationships/image" Target="../media/image266.png"/><Relationship Id="rId217" Type="http://schemas.openxmlformats.org/officeDocument/2006/relationships/image" Target="../media/image322.png"/><Relationship Id="rId259" Type="http://schemas.openxmlformats.org/officeDocument/2006/relationships/image" Target="../media/image364.png"/><Relationship Id="rId23" Type="http://schemas.openxmlformats.org/officeDocument/2006/relationships/image" Target="../media/image128.png"/><Relationship Id="rId119" Type="http://schemas.openxmlformats.org/officeDocument/2006/relationships/image" Target="../media/image224.png"/><Relationship Id="rId270" Type="http://schemas.openxmlformats.org/officeDocument/2006/relationships/image" Target="../media/image375.svg"/><Relationship Id="rId326" Type="http://schemas.openxmlformats.org/officeDocument/2006/relationships/image" Target="../media/image431.svg"/><Relationship Id="rId65" Type="http://schemas.openxmlformats.org/officeDocument/2006/relationships/image" Target="../media/image170.png"/><Relationship Id="rId130" Type="http://schemas.openxmlformats.org/officeDocument/2006/relationships/image" Target="../media/image235.svg"/><Relationship Id="rId172" Type="http://schemas.openxmlformats.org/officeDocument/2006/relationships/image" Target="../media/image277.svg"/><Relationship Id="rId228" Type="http://schemas.openxmlformats.org/officeDocument/2006/relationships/image" Target="../media/image333.svg"/><Relationship Id="rId281" Type="http://schemas.openxmlformats.org/officeDocument/2006/relationships/image" Target="../media/image386.png"/><Relationship Id="rId337" Type="http://schemas.openxmlformats.org/officeDocument/2006/relationships/image" Target="../media/image442.png"/><Relationship Id="rId34" Type="http://schemas.openxmlformats.org/officeDocument/2006/relationships/image" Target="../media/image139.svg"/><Relationship Id="rId76" Type="http://schemas.openxmlformats.org/officeDocument/2006/relationships/image" Target="../media/image181.svg"/><Relationship Id="rId141" Type="http://schemas.openxmlformats.org/officeDocument/2006/relationships/image" Target="../media/image246.png"/><Relationship Id="rId7" Type="http://schemas.openxmlformats.org/officeDocument/2006/relationships/image" Target="../media/image112.svg"/><Relationship Id="rId183" Type="http://schemas.openxmlformats.org/officeDocument/2006/relationships/image" Target="../media/image288.png"/><Relationship Id="rId239" Type="http://schemas.openxmlformats.org/officeDocument/2006/relationships/image" Target="../media/image344.png"/><Relationship Id="rId250" Type="http://schemas.openxmlformats.org/officeDocument/2006/relationships/image" Target="../media/image355.svg"/><Relationship Id="rId292" Type="http://schemas.openxmlformats.org/officeDocument/2006/relationships/image" Target="../media/image397.svg"/><Relationship Id="rId306" Type="http://schemas.openxmlformats.org/officeDocument/2006/relationships/image" Target="../media/image411.svg"/><Relationship Id="rId45" Type="http://schemas.openxmlformats.org/officeDocument/2006/relationships/image" Target="../media/image150.png"/><Relationship Id="rId87" Type="http://schemas.openxmlformats.org/officeDocument/2006/relationships/image" Target="../media/image192.png"/><Relationship Id="rId110" Type="http://schemas.openxmlformats.org/officeDocument/2006/relationships/image" Target="../media/image215.svg"/><Relationship Id="rId348" Type="http://schemas.openxmlformats.org/officeDocument/2006/relationships/image" Target="../media/image453.svg"/><Relationship Id="rId152" Type="http://schemas.openxmlformats.org/officeDocument/2006/relationships/image" Target="../media/image257.svg"/><Relationship Id="rId194" Type="http://schemas.openxmlformats.org/officeDocument/2006/relationships/image" Target="../media/image299.svg"/><Relationship Id="rId208" Type="http://schemas.openxmlformats.org/officeDocument/2006/relationships/image" Target="../media/image313.svg"/><Relationship Id="rId261" Type="http://schemas.openxmlformats.org/officeDocument/2006/relationships/image" Target="../media/image366.png"/><Relationship Id="rId14" Type="http://schemas.openxmlformats.org/officeDocument/2006/relationships/image" Target="../media/image119.svg"/><Relationship Id="rId56" Type="http://schemas.openxmlformats.org/officeDocument/2006/relationships/image" Target="../media/image161.svg"/><Relationship Id="rId317" Type="http://schemas.openxmlformats.org/officeDocument/2006/relationships/image" Target="../media/image422.png"/><Relationship Id="rId8" Type="http://schemas.openxmlformats.org/officeDocument/2006/relationships/image" Target="../media/image113.png"/><Relationship Id="rId98" Type="http://schemas.openxmlformats.org/officeDocument/2006/relationships/image" Target="../media/image203.svg"/><Relationship Id="rId121" Type="http://schemas.openxmlformats.org/officeDocument/2006/relationships/image" Target="../media/image226.png"/><Relationship Id="rId142" Type="http://schemas.openxmlformats.org/officeDocument/2006/relationships/image" Target="../media/image247.svg"/><Relationship Id="rId163" Type="http://schemas.openxmlformats.org/officeDocument/2006/relationships/image" Target="../media/image268.png"/><Relationship Id="rId184" Type="http://schemas.openxmlformats.org/officeDocument/2006/relationships/image" Target="../media/image289.svg"/><Relationship Id="rId219" Type="http://schemas.openxmlformats.org/officeDocument/2006/relationships/image" Target="../media/image324.png"/><Relationship Id="rId230" Type="http://schemas.openxmlformats.org/officeDocument/2006/relationships/image" Target="../media/image335.svg"/><Relationship Id="rId251" Type="http://schemas.openxmlformats.org/officeDocument/2006/relationships/image" Target="../media/image356.png"/><Relationship Id="rId25" Type="http://schemas.openxmlformats.org/officeDocument/2006/relationships/image" Target="../media/image130.png"/><Relationship Id="rId46" Type="http://schemas.openxmlformats.org/officeDocument/2006/relationships/image" Target="../media/image151.svg"/><Relationship Id="rId67" Type="http://schemas.openxmlformats.org/officeDocument/2006/relationships/image" Target="../media/image172.png"/><Relationship Id="rId272" Type="http://schemas.openxmlformats.org/officeDocument/2006/relationships/image" Target="../media/image377.svg"/><Relationship Id="rId293" Type="http://schemas.openxmlformats.org/officeDocument/2006/relationships/image" Target="../media/image398.png"/><Relationship Id="rId307" Type="http://schemas.openxmlformats.org/officeDocument/2006/relationships/image" Target="../media/image412.png"/><Relationship Id="rId328" Type="http://schemas.openxmlformats.org/officeDocument/2006/relationships/image" Target="../media/image433.svg"/><Relationship Id="rId349" Type="http://schemas.openxmlformats.org/officeDocument/2006/relationships/image" Target="../media/image454.png"/><Relationship Id="rId88" Type="http://schemas.openxmlformats.org/officeDocument/2006/relationships/image" Target="../media/image193.svg"/><Relationship Id="rId111" Type="http://schemas.openxmlformats.org/officeDocument/2006/relationships/image" Target="../media/image216.png"/><Relationship Id="rId132" Type="http://schemas.openxmlformats.org/officeDocument/2006/relationships/image" Target="../media/image237.svg"/><Relationship Id="rId153" Type="http://schemas.openxmlformats.org/officeDocument/2006/relationships/image" Target="../media/image258.png"/><Relationship Id="rId174" Type="http://schemas.openxmlformats.org/officeDocument/2006/relationships/image" Target="../media/image279.svg"/><Relationship Id="rId195" Type="http://schemas.openxmlformats.org/officeDocument/2006/relationships/image" Target="../media/image300.png"/><Relationship Id="rId209" Type="http://schemas.openxmlformats.org/officeDocument/2006/relationships/image" Target="../media/image314.png"/><Relationship Id="rId220" Type="http://schemas.openxmlformats.org/officeDocument/2006/relationships/image" Target="../media/image325.svg"/><Relationship Id="rId241" Type="http://schemas.openxmlformats.org/officeDocument/2006/relationships/image" Target="../media/image346.png"/><Relationship Id="rId15" Type="http://schemas.openxmlformats.org/officeDocument/2006/relationships/image" Target="../media/image120.png"/><Relationship Id="rId36" Type="http://schemas.openxmlformats.org/officeDocument/2006/relationships/image" Target="../media/image141.svg"/><Relationship Id="rId57" Type="http://schemas.openxmlformats.org/officeDocument/2006/relationships/image" Target="../media/image162.png"/><Relationship Id="rId262" Type="http://schemas.openxmlformats.org/officeDocument/2006/relationships/image" Target="../media/image367.svg"/><Relationship Id="rId283" Type="http://schemas.openxmlformats.org/officeDocument/2006/relationships/image" Target="../media/image388.png"/><Relationship Id="rId318" Type="http://schemas.openxmlformats.org/officeDocument/2006/relationships/image" Target="../media/image423.svg"/><Relationship Id="rId339" Type="http://schemas.openxmlformats.org/officeDocument/2006/relationships/image" Target="../media/image444.png"/><Relationship Id="rId78" Type="http://schemas.openxmlformats.org/officeDocument/2006/relationships/image" Target="../media/image183.svg"/><Relationship Id="rId99" Type="http://schemas.openxmlformats.org/officeDocument/2006/relationships/image" Target="../media/image204.png"/><Relationship Id="rId101" Type="http://schemas.openxmlformats.org/officeDocument/2006/relationships/image" Target="../media/image206.png"/><Relationship Id="rId122" Type="http://schemas.openxmlformats.org/officeDocument/2006/relationships/image" Target="../media/image227.svg"/><Relationship Id="rId143" Type="http://schemas.openxmlformats.org/officeDocument/2006/relationships/image" Target="../media/image248.png"/><Relationship Id="rId164" Type="http://schemas.openxmlformats.org/officeDocument/2006/relationships/image" Target="../media/image269.svg"/><Relationship Id="rId185" Type="http://schemas.openxmlformats.org/officeDocument/2006/relationships/image" Target="../media/image290.png"/><Relationship Id="rId350" Type="http://schemas.openxmlformats.org/officeDocument/2006/relationships/image" Target="../media/image455.svg"/><Relationship Id="rId9" Type="http://schemas.openxmlformats.org/officeDocument/2006/relationships/image" Target="../media/image114.svg"/><Relationship Id="rId210" Type="http://schemas.openxmlformats.org/officeDocument/2006/relationships/image" Target="../media/image315.svg"/><Relationship Id="rId26" Type="http://schemas.openxmlformats.org/officeDocument/2006/relationships/image" Target="../media/image131.svg"/><Relationship Id="rId231" Type="http://schemas.openxmlformats.org/officeDocument/2006/relationships/image" Target="../media/image336.png"/><Relationship Id="rId252" Type="http://schemas.openxmlformats.org/officeDocument/2006/relationships/image" Target="../media/image357.svg"/><Relationship Id="rId273" Type="http://schemas.openxmlformats.org/officeDocument/2006/relationships/image" Target="../media/image378.png"/><Relationship Id="rId294" Type="http://schemas.openxmlformats.org/officeDocument/2006/relationships/image" Target="../media/image399.svg"/><Relationship Id="rId308" Type="http://schemas.openxmlformats.org/officeDocument/2006/relationships/image" Target="../media/image413.svg"/><Relationship Id="rId329" Type="http://schemas.openxmlformats.org/officeDocument/2006/relationships/image" Target="../media/image434.png"/><Relationship Id="rId47" Type="http://schemas.openxmlformats.org/officeDocument/2006/relationships/image" Target="../media/image152.png"/><Relationship Id="rId68" Type="http://schemas.openxmlformats.org/officeDocument/2006/relationships/image" Target="../media/image173.svg"/><Relationship Id="rId89" Type="http://schemas.openxmlformats.org/officeDocument/2006/relationships/image" Target="../media/image194.png"/><Relationship Id="rId112" Type="http://schemas.openxmlformats.org/officeDocument/2006/relationships/image" Target="../media/image217.svg"/><Relationship Id="rId133" Type="http://schemas.openxmlformats.org/officeDocument/2006/relationships/image" Target="../media/image238.png"/><Relationship Id="rId154" Type="http://schemas.openxmlformats.org/officeDocument/2006/relationships/image" Target="../media/image259.svg"/><Relationship Id="rId175" Type="http://schemas.openxmlformats.org/officeDocument/2006/relationships/image" Target="../media/image280.png"/><Relationship Id="rId340" Type="http://schemas.openxmlformats.org/officeDocument/2006/relationships/image" Target="../media/image445.svg"/><Relationship Id="rId196" Type="http://schemas.openxmlformats.org/officeDocument/2006/relationships/image" Target="../media/image301.svg"/><Relationship Id="rId200" Type="http://schemas.openxmlformats.org/officeDocument/2006/relationships/image" Target="../media/image305.svg"/><Relationship Id="rId16" Type="http://schemas.openxmlformats.org/officeDocument/2006/relationships/image" Target="../media/image121.svg"/><Relationship Id="rId221" Type="http://schemas.openxmlformats.org/officeDocument/2006/relationships/image" Target="../media/image326.png"/><Relationship Id="rId242" Type="http://schemas.openxmlformats.org/officeDocument/2006/relationships/image" Target="../media/image347.svg"/><Relationship Id="rId263" Type="http://schemas.openxmlformats.org/officeDocument/2006/relationships/image" Target="../media/image368.png"/><Relationship Id="rId284" Type="http://schemas.openxmlformats.org/officeDocument/2006/relationships/image" Target="../media/image389.svg"/><Relationship Id="rId319" Type="http://schemas.openxmlformats.org/officeDocument/2006/relationships/image" Target="../media/image424.png"/><Relationship Id="rId37" Type="http://schemas.openxmlformats.org/officeDocument/2006/relationships/image" Target="../media/image142.png"/><Relationship Id="rId58" Type="http://schemas.openxmlformats.org/officeDocument/2006/relationships/image" Target="../media/image163.svg"/><Relationship Id="rId79" Type="http://schemas.openxmlformats.org/officeDocument/2006/relationships/image" Target="../media/image184.png"/><Relationship Id="rId102" Type="http://schemas.openxmlformats.org/officeDocument/2006/relationships/image" Target="../media/image207.svg"/><Relationship Id="rId123" Type="http://schemas.openxmlformats.org/officeDocument/2006/relationships/image" Target="../media/image228.png"/><Relationship Id="rId144" Type="http://schemas.openxmlformats.org/officeDocument/2006/relationships/image" Target="../media/image249.svg"/><Relationship Id="rId330" Type="http://schemas.openxmlformats.org/officeDocument/2006/relationships/image" Target="../media/image435.svg"/><Relationship Id="rId90" Type="http://schemas.openxmlformats.org/officeDocument/2006/relationships/image" Target="../media/image195.svg"/><Relationship Id="rId165" Type="http://schemas.openxmlformats.org/officeDocument/2006/relationships/image" Target="../media/image270.png"/><Relationship Id="rId186" Type="http://schemas.openxmlformats.org/officeDocument/2006/relationships/image" Target="../media/image291.svg"/><Relationship Id="rId211" Type="http://schemas.openxmlformats.org/officeDocument/2006/relationships/image" Target="../media/image316.png"/><Relationship Id="rId232" Type="http://schemas.openxmlformats.org/officeDocument/2006/relationships/image" Target="../media/image337.svg"/><Relationship Id="rId253" Type="http://schemas.openxmlformats.org/officeDocument/2006/relationships/image" Target="../media/image358.png"/><Relationship Id="rId274" Type="http://schemas.openxmlformats.org/officeDocument/2006/relationships/image" Target="../media/image379.svg"/><Relationship Id="rId295" Type="http://schemas.openxmlformats.org/officeDocument/2006/relationships/image" Target="../media/image400.png"/><Relationship Id="rId309" Type="http://schemas.openxmlformats.org/officeDocument/2006/relationships/image" Target="../media/image414.png"/><Relationship Id="rId27" Type="http://schemas.openxmlformats.org/officeDocument/2006/relationships/image" Target="../media/image132.png"/><Relationship Id="rId48" Type="http://schemas.openxmlformats.org/officeDocument/2006/relationships/image" Target="../media/image153.svg"/><Relationship Id="rId69" Type="http://schemas.openxmlformats.org/officeDocument/2006/relationships/image" Target="../media/image174.png"/><Relationship Id="rId113" Type="http://schemas.openxmlformats.org/officeDocument/2006/relationships/image" Target="../media/image218.png"/><Relationship Id="rId134" Type="http://schemas.openxmlformats.org/officeDocument/2006/relationships/image" Target="../media/image239.svg"/><Relationship Id="rId320" Type="http://schemas.openxmlformats.org/officeDocument/2006/relationships/image" Target="../media/image425.svg"/><Relationship Id="rId80" Type="http://schemas.openxmlformats.org/officeDocument/2006/relationships/image" Target="../media/image185.svg"/><Relationship Id="rId155" Type="http://schemas.openxmlformats.org/officeDocument/2006/relationships/image" Target="../media/image260.png"/><Relationship Id="rId176" Type="http://schemas.openxmlformats.org/officeDocument/2006/relationships/image" Target="../media/image281.svg"/><Relationship Id="rId197" Type="http://schemas.openxmlformats.org/officeDocument/2006/relationships/image" Target="../media/image302.png"/><Relationship Id="rId341" Type="http://schemas.openxmlformats.org/officeDocument/2006/relationships/image" Target="../media/image446.png"/><Relationship Id="rId201" Type="http://schemas.openxmlformats.org/officeDocument/2006/relationships/image" Target="../media/image306.png"/><Relationship Id="rId222" Type="http://schemas.openxmlformats.org/officeDocument/2006/relationships/image" Target="../media/image327.svg"/><Relationship Id="rId243" Type="http://schemas.openxmlformats.org/officeDocument/2006/relationships/image" Target="../media/image348.png"/><Relationship Id="rId264" Type="http://schemas.openxmlformats.org/officeDocument/2006/relationships/image" Target="../media/image369.svg"/><Relationship Id="rId285" Type="http://schemas.openxmlformats.org/officeDocument/2006/relationships/image" Target="../media/image390.png"/><Relationship Id="rId17" Type="http://schemas.openxmlformats.org/officeDocument/2006/relationships/image" Target="../media/image122.png"/><Relationship Id="rId38" Type="http://schemas.openxmlformats.org/officeDocument/2006/relationships/image" Target="../media/image143.svg"/><Relationship Id="rId59" Type="http://schemas.openxmlformats.org/officeDocument/2006/relationships/image" Target="../media/image164.png"/><Relationship Id="rId103" Type="http://schemas.openxmlformats.org/officeDocument/2006/relationships/image" Target="../media/image208.png"/><Relationship Id="rId124" Type="http://schemas.openxmlformats.org/officeDocument/2006/relationships/image" Target="../media/image229.svg"/><Relationship Id="rId310" Type="http://schemas.openxmlformats.org/officeDocument/2006/relationships/image" Target="../media/image415.svg"/><Relationship Id="rId70" Type="http://schemas.openxmlformats.org/officeDocument/2006/relationships/image" Target="../media/image175.svg"/><Relationship Id="rId91" Type="http://schemas.openxmlformats.org/officeDocument/2006/relationships/image" Target="../media/image196.png"/><Relationship Id="rId145" Type="http://schemas.openxmlformats.org/officeDocument/2006/relationships/image" Target="../media/image250.png"/><Relationship Id="rId166" Type="http://schemas.openxmlformats.org/officeDocument/2006/relationships/image" Target="../media/image271.svg"/><Relationship Id="rId187" Type="http://schemas.openxmlformats.org/officeDocument/2006/relationships/image" Target="../media/image292.png"/><Relationship Id="rId331" Type="http://schemas.openxmlformats.org/officeDocument/2006/relationships/image" Target="../media/image436.png"/><Relationship Id="rId1" Type="http://schemas.openxmlformats.org/officeDocument/2006/relationships/slideLayout" Target="../slideLayouts/slideLayout66.xml"/><Relationship Id="rId212" Type="http://schemas.openxmlformats.org/officeDocument/2006/relationships/image" Target="../media/image317.svg"/><Relationship Id="rId233" Type="http://schemas.openxmlformats.org/officeDocument/2006/relationships/image" Target="../media/image338.png"/><Relationship Id="rId254" Type="http://schemas.openxmlformats.org/officeDocument/2006/relationships/image" Target="../media/image359.svg"/><Relationship Id="rId28" Type="http://schemas.openxmlformats.org/officeDocument/2006/relationships/image" Target="../media/image133.svg"/><Relationship Id="rId49" Type="http://schemas.openxmlformats.org/officeDocument/2006/relationships/image" Target="../media/image154.png"/><Relationship Id="rId114" Type="http://schemas.openxmlformats.org/officeDocument/2006/relationships/image" Target="../media/image219.svg"/><Relationship Id="rId275" Type="http://schemas.openxmlformats.org/officeDocument/2006/relationships/image" Target="../media/image380.png"/><Relationship Id="rId296" Type="http://schemas.openxmlformats.org/officeDocument/2006/relationships/image" Target="../media/image401.svg"/><Relationship Id="rId300" Type="http://schemas.openxmlformats.org/officeDocument/2006/relationships/image" Target="../media/image405.svg"/><Relationship Id="rId60" Type="http://schemas.openxmlformats.org/officeDocument/2006/relationships/image" Target="../media/image165.svg"/><Relationship Id="rId81" Type="http://schemas.openxmlformats.org/officeDocument/2006/relationships/image" Target="../media/image186.png"/><Relationship Id="rId135" Type="http://schemas.openxmlformats.org/officeDocument/2006/relationships/image" Target="../media/image240.png"/><Relationship Id="rId156" Type="http://schemas.openxmlformats.org/officeDocument/2006/relationships/image" Target="../media/image261.svg"/><Relationship Id="rId177" Type="http://schemas.openxmlformats.org/officeDocument/2006/relationships/image" Target="../media/image282.png"/><Relationship Id="rId198" Type="http://schemas.openxmlformats.org/officeDocument/2006/relationships/image" Target="../media/image303.svg"/><Relationship Id="rId321" Type="http://schemas.openxmlformats.org/officeDocument/2006/relationships/image" Target="../media/image426.png"/><Relationship Id="rId342" Type="http://schemas.openxmlformats.org/officeDocument/2006/relationships/image" Target="../media/image447.svg"/><Relationship Id="rId202" Type="http://schemas.openxmlformats.org/officeDocument/2006/relationships/image" Target="../media/image307.svg"/><Relationship Id="rId223" Type="http://schemas.openxmlformats.org/officeDocument/2006/relationships/image" Target="../media/image328.png"/><Relationship Id="rId244" Type="http://schemas.openxmlformats.org/officeDocument/2006/relationships/image" Target="../media/image349.svg"/><Relationship Id="rId18" Type="http://schemas.openxmlformats.org/officeDocument/2006/relationships/image" Target="../media/image123.svg"/><Relationship Id="rId39" Type="http://schemas.openxmlformats.org/officeDocument/2006/relationships/image" Target="../media/image144.png"/><Relationship Id="rId265" Type="http://schemas.openxmlformats.org/officeDocument/2006/relationships/image" Target="../media/image370.png"/><Relationship Id="rId286" Type="http://schemas.openxmlformats.org/officeDocument/2006/relationships/image" Target="../media/image391.svg"/><Relationship Id="rId50" Type="http://schemas.openxmlformats.org/officeDocument/2006/relationships/image" Target="../media/image155.svg"/><Relationship Id="rId104" Type="http://schemas.openxmlformats.org/officeDocument/2006/relationships/image" Target="../media/image209.svg"/><Relationship Id="rId125" Type="http://schemas.openxmlformats.org/officeDocument/2006/relationships/image" Target="../media/image230.png"/><Relationship Id="rId146" Type="http://schemas.openxmlformats.org/officeDocument/2006/relationships/image" Target="../media/image251.svg"/><Relationship Id="rId167" Type="http://schemas.openxmlformats.org/officeDocument/2006/relationships/image" Target="../media/image272.png"/><Relationship Id="rId188" Type="http://schemas.openxmlformats.org/officeDocument/2006/relationships/image" Target="../media/image293.svg"/><Relationship Id="rId311" Type="http://schemas.openxmlformats.org/officeDocument/2006/relationships/image" Target="../media/image416.png"/><Relationship Id="rId332" Type="http://schemas.openxmlformats.org/officeDocument/2006/relationships/image" Target="../media/image437.svg"/><Relationship Id="rId71" Type="http://schemas.openxmlformats.org/officeDocument/2006/relationships/image" Target="../media/image176.png"/><Relationship Id="rId92" Type="http://schemas.openxmlformats.org/officeDocument/2006/relationships/image" Target="../media/image197.svg"/><Relationship Id="rId213" Type="http://schemas.openxmlformats.org/officeDocument/2006/relationships/image" Target="../media/image318.png"/><Relationship Id="rId234" Type="http://schemas.openxmlformats.org/officeDocument/2006/relationships/image" Target="../media/image339.svg"/><Relationship Id="rId2" Type="http://schemas.openxmlformats.org/officeDocument/2006/relationships/image" Target="../media/image107.png"/><Relationship Id="rId29" Type="http://schemas.openxmlformats.org/officeDocument/2006/relationships/image" Target="../media/image134.png"/><Relationship Id="rId255" Type="http://schemas.openxmlformats.org/officeDocument/2006/relationships/image" Target="../media/image360.png"/><Relationship Id="rId276" Type="http://schemas.openxmlformats.org/officeDocument/2006/relationships/image" Target="../media/image381.svg"/><Relationship Id="rId297" Type="http://schemas.openxmlformats.org/officeDocument/2006/relationships/image" Target="../media/image402.png"/><Relationship Id="rId40" Type="http://schemas.openxmlformats.org/officeDocument/2006/relationships/image" Target="../media/image145.svg"/><Relationship Id="rId115" Type="http://schemas.openxmlformats.org/officeDocument/2006/relationships/image" Target="../media/image220.png"/><Relationship Id="rId136" Type="http://schemas.openxmlformats.org/officeDocument/2006/relationships/image" Target="../media/image241.svg"/><Relationship Id="rId157" Type="http://schemas.openxmlformats.org/officeDocument/2006/relationships/image" Target="../media/image262.png"/><Relationship Id="rId178" Type="http://schemas.openxmlformats.org/officeDocument/2006/relationships/image" Target="../media/image283.svg"/><Relationship Id="rId301" Type="http://schemas.openxmlformats.org/officeDocument/2006/relationships/image" Target="../media/image406.png"/><Relationship Id="rId322" Type="http://schemas.openxmlformats.org/officeDocument/2006/relationships/image" Target="../media/image427.svg"/><Relationship Id="rId343" Type="http://schemas.openxmlformats.org/officeDocument/2006/relationships/image" Target="../media/image448.png"/><Relationship Id="rId61" Type="http://schemas.openxmlformats.org/officeDocument/2006/relationships/image" Target="../media/image166.png"/><Relationship Id="rId82" Type="http://schemas.openxmlformats.org/officeDocument/2006/relationships/image" Target="../media/image187.svg"/><Relationship Id="rId199" Type="http://schemas.openxmlformats.org/officeDocument/2006/relationships/image" Target="../media/image304.png"/><Relationship Id="rId203" Type="http://schemas.openxmlformats.org/officeDocument/2006/relationships/image" Target="../media/image308.png"/><Relationship Id="rId19" Type="http://schemas.openxmlformats.org/officeDocument/2006/relationships/image" Target="../media/image124.png"/><Relationship Id="rId224" Type="http://schemas.openxmlformats.org/officeDocument/2006/relationships/image" Target="../media/image329.svg"/><Relationship Id="rId245" Type="http://schemas.openxmlformats.org/officeDocument/2006/relationships/image" Target="../media/image350.png"/><Relationship Id="rId266" Type="http://schemas.openxmlformats.org/officeDocument/2006/relationships/image" Target="../media/image371.svg"/><Relationship Id="rId287" Type="http://schemas.openxmlformats.org/officeDocument/2006/relationships/image" Target="../media/image392.png"/><Relationship Id="rId30" Type="http://schemas.openxmlformats.org/officeDocument/2006/relationships/image" Target="../media/image135.svg"/><Relationship Id="rId105" Type="http://schemas.openxmlformats.org/officeDocument/2006/relationships/image" Target="../media/image210.png"/><Relationship Id="rId126" Type="http://schemas.openxmlformats.org/officeDocument/2006/relationships/image" Target="../media/image231.svg"/><Relationship Id="rId147" Type="http://schemas.openxmlformats.org/officeDocument/2006/relationships/image" Target="../media/image252.png"/><Relationship Id="rId168" Type="http://schemas.openxmlformats.org/officeDocument/2006/relationships/image" Target="../media/image273.svg"/><Relationship Id="rId312" Type="http://schemas.openxmlformats.org/officeDocument/2006/relationships/image" Target="../media/image417.svg"/><Relationship Id="rId333" Type="http://schemas.openxmlformats.org/officeDocument/2006/relationships/image" Target="../media/image438.png"/><Relationship Id="rId51" Type="http://schemas.openxmlformats.org/officeDocument/2006/relationships/image" Target="../media/image156.png"/><Relationship Id="rId72" Type="http://schemas.openxmlformats.org/officeDocument/2006/relationships/image" Target="../media/image177.svg"/><Relationship Id="rId93" Type="http://schemas.openxmlformats.org/officeDocument/2006/relationships/image" Target="../media/image198.png"/><Relationship Id="rId189" Type="http://schemas.openxmlformats.org/officeDocument/2006/relationships/image" Target="../media/image294.png"/><Relationship Id="rId3" Type="http://schemas.openxmlformats.org/officeDocument/2006/relationships/image" Target="../media/image108.svg"/><Relationship Id="rId214" Type="http://schemas.openxmlformats.org/officeDocument/2006/relationships/image" Target="../media/image319.svg"/><Relationship Id="rId235" Type="http://schemas.openxmlformats.org/officeDocument/2006/relationships/image" Target="../media/image340.png"/><Relationship Id="rId256" Type="http://schemas.openxmlformats.org/officeDocument/2006/relationships/image" Target="../media/image361.svg"/><Relationship Id="rId277" Type="http://schemas.openxmlformats.org/officeDocument/2006/relationships/image" Target="../media/image382.png"/><Relationship Id="rId298" Type="http://schemas.openxmlformats.org/officeDocument/2006/relationships/image" Target="../media/image403.svg"/><Relationship Id="rId116" Type="http://schemas.openxmlformats.org/officeDocument/2006/relationships/image" Target="../media/image221.svg"/><Relationship Id="rId137" Type="http://schemas.openxmlformats.org/officeDocument/2006/relationships/image" Target="../media/image242.png"/><Relationship Id="rId158" Type="http://schemas.openxmlformats.org/officeDocument/2006/relationships/image" Target="../media/image263.svg"/><Relationship Id="rId302" Type="http://schemas.openxmlformats.org/officeDocument/2006/relationships/image" Target="../media/image407.svg"/><Relationship Id="rId323" Type="http://schemas.openxmlformats.org/officeDocument/2006/relationships/image" Target="../media/image428.png"/><Relationship Id="rId344" Type="http://schemas.openxmlformats.org/officeDocument/2006/relationships/image" Target="../media/image449.svg"/><Relationship Id="rId20" Type="http://schemas.openxmlformats.org/officeDocument/2006/relationships/image" Target="../media/image125.svg"/><Relationship Id="rId41" Type="http://schemas.openxmlformats.org/officeDocument/2006/relationships/image" Target="../media/image146.png"/><Relationship Id="rId62" Type="http://schemas.openxmlformats.org/officeDocument/2006/relationships/image" Target="../media/image167.svg"/><Relationship Id="rId83" Type="http://schemas.openxmlformats.org/officeDocument/2006/relationships/image" Target="../media/image188.png"/><Relationship Id="rId179" Type="http://schemas.openxmlformats.org/officeDocument/2006/relationships/image" Target="../media/image284.png"/><Relationship Id="rId190" Type="http://schemas.openxmlformats.org/officeDocument/2006/relationships/image" Target="../media/image295.svg"/><Relationship Id="rId204" Type="http://schemas.openxmlformats.org/officeDocument/2006/relationships/image" Target="../media/image309.svg"/><Relationship Id="rId225" Type="http://schemas.openxmlformats.org/officeDocument/2006/relationships/image" Target="../media/image330.png"/><Relationship Id="rId246" Type="http://schemas.openxmlformats.org/officeDocument/2006/relationships/image" Target="../media/image351.svg"/><Relationship Id="rId267" Type="http://schemas.openxmlformats.org/officeDocument/2006/relationships/image" Target="../media/image372.png"/><Relationship Id="rId288" Type="http://schemas.openxmlformats.org/officeDocument/2006/relationships/image" Target="../media/image393.svg"/><Relationship Id="rId106" Type="http://schemas.openxmlformats.org/officeDocument/2006/relationships/image" Target="../media/image211.svg"/><Relationship Id="rId127" Type="http://schemas.openxmlformats.org/officeDocument/2006/relationships/image" Target="../media/image232.png"/><Relationship Id="rId313" Type="http://schemas.openxmlformats.org/officeDocument/2006/relationships/image" Target="../media/image418.png"/><Relationship Id="rId10" Type="http://schemas.openxmlformats.org/officeDocument/2006/relationships/image" Target="../media/image115.png"/><Relationship Id="rId31" Type="http://schemas.openxmlformats.org/officeDocument/2006/relationships/image" Target="../media/image136.png"/><Relationship Id="rId52" Type="http://schemas.openxmlformats.org/officeDocument/2006/relationships/image" Target="../media/image157.svg"/><Relationship Id="rId73" Type="http://schemas.openxmlformats.org/officeDocument/2006/relationships/image" Target="../media/image178.png"/><Relationship Id="rId94" Type="http://schemas.openxmlformats.org/officeDocument/2006/relationships/image" Target="../media/image199.svg"/><Relationship Id="rId148" Type="http://schemas.openxmlformats.org/officeDocument/2006/relationships/image" Target="../media/image253.svg"/><Relationship Id="rId169" Type="http://schemas.openxmlformats.org/officeDocument/2006/relationships/image" Target="../media/image274.png"/><Relationship Id="rId334" Type="http://schemas.openxmlformats.org/officeDocument/2006/relationships/image" Target="../media/image439.svg"/><Relationship Id="rId4" Type="http://schemas.openxmlformats.org/officeDocument/2006/relationships/image" Target="../media/image109.png"/><Relationship Id="rId180" Type="http://schemas.openxmlformats.org/officeDocument/2006/relationships/image" Target="../media/image285.svg"/><Relationship Id="rId215" Type="http://schemas.openxmlformats.org/officeDocument/2006/relationships/image" Target="../media/image320.png"/><Relationship Id="rId236" Type="http://schemas.openxmlformats.org/officeDocument/2006/relationships/image" Target="../media/image341.svg"/><Relationship Id="rId257" Type="http://schemas.openxmlformats.org/officeDocument/2006/relationships/image" Target="../media/image362.png"/><Relationship Id="rId278" Type="http://schemas.openxmlformats.org/officeDocument/2006/relationships/image" Target="../media/image383.svg"/><Relationship Id="rId303" Type="http://schemas.openxmlformats.org/officeDocument/2006/relationships/image" Target="../media/image408.png"/><Relationship Id="rId42" Type="http://schemas.openxmlformats.org/officeDocument/2006/relationships/image" Target="../media/image147.svg"/><Relationship Id="rId84" Type="http://schemas.openxmlformats.org/officeDocument/2006/relationships/image" Target="../media/image189.svg"/><Relationship Id="rId138" Type="http://schemas.openxmlformats.org/officeDocument/2006/relationships/image" Target="../media/image243.svg"/><Relationship Id="rId345" Type="http://schemas.openxmlformats.org/officeDocument/2006/relationships/image" Target="../media/image450.png"/><Relationship Id="rId191" Type="http://schemas.openxmlformats.org/officeDocument/2006/relationships/image" Target="../media/image296.png"/><Relationship Id="rId205" Type="http://schemas.openxmlformats.org/officeDocument/2006/relationships/image" Target="../media/image310.png"/><Relationship Id="rId247" Type="http://schemas.openxmlformats.org/officeDocument/2006/relationships/image" Target="../media/image352.png"/><Relationship Id="rId107" Type="http://schemas.openxmlformats.org/officeDocument/2006/relationships/image" Target="../media/image212.png"/><Relationship Id="rId289" Type="http://schemas.openxmlformats.org/officeDocument/2006/relationships/image" Target="../media/image394.png"/><Relationship Id="rId11" Type="http://schemas.openxmlformats.org/officeDocument/2006/relationships/image" Target="../media/image116.svg"/><Relationship Id="rId53" Type="http://schemas.openxmlformats.org/officeDocument/2006/relationships/image" Target="../media/image158.png"/><Relationship Id="rId149" Type="http://schemas.openxmlformats.org/officeDocument/2006/relationships/image" Target="../media/image254.png"/><Relationship Id="rId314" Type="http://schemas.openxmlformats.org/officeDocument/2006/relationships/image" Target="../media/image419.svg"/><Relationship Id="rId95" Type="http://schemas.openxmlformats.org/officeDocument/2006/relationships/image" Target="../media/image200.png"/><Relationship Id="rId160" Type="http://schemas.openxmlformats.org/officeDocument/2006/relationships/image" Target="../media/image265.svg"/><Relationship Id="rId216" Type="http://schemas.openxmlformats.org/officeDocument/2006/relationships/image" Target="../media/image321.svg"/><Relationship Id="rId258" Type="http://schemas.openxmlformats.org/officeDocument/2006/relationships/image" Target="../media/image363.svg"/><Relationship Id="rId22" Type="http://schemas.openxmlformats.org/officeDocument/2006/relationships/image" Target="../media/image127.svg"/><Relationship Id="rId64" Type="http://schemas.openxmlformats.org/officeDocument/2006/relationships/image" Target="../media/image169.svg"/><Relationship Id="rId118" Type="http://schemas.openxmlformats.org/officeDocument/2006/relationships/image" Target="../media/image223.svg"/><Relationship Id="rId325" Type="http://schemas.openxmlformats.org/officeDocument/2006/relationships/image" Target="../media/image430.png"/><Relationship Id="rId171" Type="http://schemas.openxmlformats.org/officeDocument/2006/relationships/image" Target="../media/image276.png"/><Relationship Id="rId227" Type="http://schemas.openxmlformats.org/officeDocument/2006/relationships/image" Target="../media/image332.png"/><Relationship Id="rId269" Type="http://schemas.openxmlformats.org/officeDocument/2006/relationships/image" Target="../media/image374.png"/><Relationship Id="rId33" Type="http://schemas.openxmlformats.org/officeDocument/2006/relationships/image" Target="../media/image138.png"/><Relationship Id="rId129" Type="http://schemas.openxmlformats.org/officeDocument/2006/relationships/image" Target="../media/image234.png"/><Relationship Id="rId280" Type="http://schemas.openxmlformats.org/officeDocument/2006/relationships/image" Target="../media/image385.svg"/><Relationship Id="rId336" Type="http://schemas.openxmlformats.org/officeDocument/2006/relationships/image" Target="../media/image441.svg"/><Relationship Id="rId75" Type="http://schemas.openxmlformats.org/officeDocument/2006/relationships/image" Target="../media/image180.png"/><Relationship Id="rId140" Type="http://schemas.openxmlformats.org/officeDocument/2006/relationships/image" Target="../media/image245.svg"/><Relationship Id="rId182" Type="http://schemas.openxmlformats.org/officeDocument/2006/relationships/image" Target="../media/image287.svg"/><Relationship Id="rId6" Type="http://schemas.openxmlformats.org/officeDocument/2006/relationships/image" Target="../media/image111.png"/><Relationship Id="rId238" Type="http://schemas.openxmlformats.org/officeDocument/2006/relationships/image" Target="../media/image343.svg"/><Relationship Id="rId291" Type="http://schemas.openxmlformats.org/officeDocument/2006/relationships/image" Target="../media/image396.png"/><Relationship Id="rId305" Type="http://schemas.openxmlformats.org/officeDocument/2006/relationships/image" Target="../media/image410.png"/><Relationship Id="rId347" Type="http://schemas.openxmlformats.org/officeDocument/2006/relationships/image" Target="../media/image452.png"/><Relationship Id="rId44" Type="http://schemas.openxmlformats.org/officeDocument/2006/relationships/image" Target="../media/image149.svg"/><Relationship Id="rId86" Type="http://schemas.openxmlformats.org/officeDocument/2006/relationships/image" Target="../media/image191.svg"/><Relationship Id="rId151" Type="http://schemas.openxmlformats.org/officeDocument/2006/relationships/image" Target="../media/image256.png"/><Relationship Id="rId193" Type="http://schemas.openxmlformats.org/officeDocument/2006/relationships/image" Target="../media/image298.png"/><Relationship Id="rId207" Type="http://schemas.openxmlformats.org/officeDocument/2006/relationships/image" Target="../media/image312.png"/><Relationship Id="rId249" Type="http://schemas.openxmlformats.org/officeDocument/2006/relationships/image" Target="../media/image354.png"/><Relationship Id="rId13" Type="http://schemas.openxmlformats.org/officeDocument/2006/relationships/image" Target="../media/image118.png"/><Relationship Id="rId109" Type="http://schemas.openxmlformats.org/officeDocument/2006/relationships/image" Target="../media/image214.png"/><Relationship Id="rId260" Type="http://schemas.openxmlformats.org/officeDocument/2006/relationships/image" Target="../media/image365.svg"/><Relationship Id="rId316" Type="http://schemas.openxmlformats.org/officeDocument/2006/relationships/image" Target="../media/image421.svg"/><Relationship Id="rId55" Type="http://schemas.openxmlformats.org/officeDocument/2006/relationships/image" Target="../media/image160.png"/><Relationship Id="rId97" Type="http://schemas.openxmlformats.org/officeDocument/2006/relationships/image" Target="../media/image202.png"/><Relationship Id="rId120" Type="http://schemas.openxmlformats.org/officeDocument/2006/relationships/image" Target="../media/image225.svg"/><Relationship Id="rId162" Type="http://schemas.openxmlformats.org/officeDocument/2006/relationships/image" Target="../media/image267.svg"/><Relationship Id="rId218" Type="http://schemas.openxmlformats.org/officeDocument/2006/relationships/image" Target="../media/image323.svg"/><Relationship Id="rId271" Type="http://schemas.openxmlformats.org/officeDocument/2006/relationships/image" Target="../media/image376.png"/><Relationship Id="rId24" Type="http://schemas.openxmlformats.org/officeDocument/2006/relationships/image" Target="../media/image129.svg"/><Relationship Id="rId66" Type="http://schemas.openxmlformats.org/officeDocument/2006/relationships/image" Target="../media/image171.svg"/><Relationship Id="rId131" Type="http://schemas.openxmlformats.org/officeDocument/2006/relationships/image" Target="../media/image236.png"/><Relationship Id="rId327" Type="http://schemas.openxmlformats.org/officeDocument/2006/relationships/image" Target="../media/image432.png"/><Relationship Id="rId173" Type="http://schemas.openxmlformats.org/officeDocument/2006/relationships/image" Target="../media/image278.png"/><Relationship Id="rId229" Type="http://schemas.openxmlformats.org/officeDocument/2006/relationships/image" Target="../media/image334.png"/><Relationship Id="rId240" Type="http://schemas.openxmlformats.org/officeDocument/2006/relationships/image" Target="../media/image345.svg"/><Relationship Id="rId35" Type="http://schemas.openxmlformats.org/officeDocument/2006/relationships/image" Target="../media/image140.png"/><Relationship Id="rId77" Type="http://schemas.openxmlformats.org/officeDocument/2006/relationships/image" Target="../media/image182.png"/><Relationship Id="rId100" Type="http://schemas.openxmlformats.org/officeDocument/2006/relationships/image" Target="../media/image205.svg"/><Relationship Id="rId282" Type="http://schemas.openxmlformats.org/officeDocument/2006/relationships/image" Target="../media/image387.svg"/><Relationship Id="rId338" Type="http://schemas.openxmlformats.org/officeDocument/2006/relationships/image" Target="../media/image443.sv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80.png"/><Relationship Id="rId21" Type="http://schemas.openxmlformats.org/officeDocument/2006/relationships/image" Target="../media/image475.png"/><Relationship Id="rId42" Type="http://schemas.openxmlformats.org/officeDocument/2006/relationships/image" Target="../media/image496.png"/><Relationship Id="rId47" Type="http://schemas.openxmlformats.org/officeDocument/2006/relationships/image" Target="../media/image501.png"/><Relationship Id="rId63" Type="http://schemas.openxmlformats.org/officeDocument/2006/relationships/image" Target="../media/image517.png"/><Relationship Id="rId68" Type="http://schemas.openxmlformats.org/officeDocument/2006/relationships/image" Target="../media/image522.png"/><Relationship Id="rId7" Type="http://schemas.openxmlformats.org/officeDocument/2006/relationships/image" Target="../media/image461.png"/><Relationship Id="rId2" Type="http://schemas.openxmlformats.org/officeDocument/2006/relationships/image" Target="../media/image456.png"/><Relationship Id="rId16" Type="http://schemas.openxmlformats.org/officeDocument/2006/relationships/image" Target="../media/image470.png"/><Relationship Id="rId29" Type="http://schemas.openxmlformats.org/officeDocument/2006/relationships/image" Target="../media/image483.png"/><Relationship Id="rId11" Type="http://schemas.openxmlformats.org/officeDocument/2006/relationships/image" Target="../media/image465.png"/><Relationship Id="rId24" Type="http://schemas.openxmlformats.org/officeDocument/2006/relationships/image" Target="../media/image478.png"/><Relationship Id="rId32" Type="http://schemas.openxmlformats.org/officeDocument/2006/relationships/image" Target="../media/image486.png"/><Relationship Id="rId37" Type="http://schemas.openxmlformats.org/officeDocument/2006/relationships/image" Target="../media/image491.png"/><Relationship Id="rId40" Type="http://schemas.openxmlformats.org/officeDocument/2006/relationships/image" Target="../media/image494.png"/><Relationship Id="rId45" Type="http://schemas.openxmlformats.org/officeDocument/2006/relationships/image" Target="../media/image499.png"/><Relationship Id="rId53" Type="http://schemas.openxmlformats.org/officeDocument/2006/relationships/image" Target="../media/image507.png"/><Relationship Id="rId58" Type="http://schemas.openxmlformats.org/officeDocument/2006/relationships/image" Target="../media/image512.png"/><Relationship Id="rId66" Type="http://schemas.openxmlformats.org/officeDocument/2006/relationships/image" Target="../media/image520.png"/><Relationship Id="rId5" Type="http://schemas.openxmlformats.org/officeDocument/2006/relationships/image" Target="../media/image459.png"/><Relationship Id="rId61" Type="http://schemas.openxmlformats.org/officeDocument/2006/relationships/image" Target="../media/image515.png"/><Relationship Id="rId19" Type="http://schemas.openxmlformats.org/officeDocument/2006/relationships/image" Target="../media/image473.png"/><Relationship Id="rId14" Type="http://schemas.openxmlformats.org/officeDocument/2006/relationships/image" Target="../media/image468.png"/><Relationship Id="rId22" Type="http://schemas.openxmlformats.org/officeDocument/2006/relationships/image" Target="../media/image476.png"/><Relationship Id="rId27" Type="http://schemas.openxmlformats.org/officeDocument/2006/relationships/image" Target="../media/image481.png"/><Relationship Id="rId30" Type="http://schemas.openxmlformats.org/officeDocument/2006/relationships/image" Target="../media/image484.png"/><Relationship Id="rId35" Type="http://schemas.openxmlformats.org/officeDocument/2006/relationships/image" Target="../media/image489.png"/><Relationship Id="rId43" Type="http://schemas.openxmlformats.org/officeDocument/2006/relationships/image" Target="../media/image497.png"/><Relationship Id="rId48" Type="http://schemas.openxmlformats.org/officeDocument/2006/relationships/image" Target="../media/image502.png"/><Relationship Id="rId56" Type="http://schemas.openxmlformats.org/officeDocument/2006/relationships/image" Target="../media/image510.png"/><Relationship Id="rId64" Type="http://schemas.openxmlformats.org/officeDocument/2006/relationships/image" Target="../media/image518.png"/><Relationship Id="rId69" Type="http://schemas.openxmlformats.org/officeDocument/2006/relationships/image" Target="../media/image523.png"/><Relationship Id="rId8" Type="http://schemas.openxmlformats.org/officeDocument/2006/relationships/image" Target="../media/image462.png"/><Relationship Id="rId51" Type="http://schemas.openxmlformats.org/officeDocument/2006/relationships/image" Target="../media/image505.png"/><Relationship Id="rId3" Type="http://schemas.openxmlformats.org/officeDocument/2006/relationships/image" Target="../media/image457.png"/><Relationship Id="rId12" Type="http://schemas.openxmlformats.org/officeDocument/2006/relationships/image" Target="../media/image466.png"/><Relationship Id="rId17" Type="http://schemas.openxmlformats.org/officeDocument/2006/relationships/image" Target="../media/image471.png"/><Relationship Id="rId25" Type="http://schemas.openxmlformats.org/officeDocument/2006/relationships/image" Target="../media/image479.png"/><Relationship Id="rId33" Type="http://schemas.openxmlformats.org/officeDocument/2006/relationships/image" Target="../media/image487.png"/><Relationship Id="rId38" Type="http://schemas.openxmlformats.org/officeDocument/2006/relationships/image" Target="../media/image492.png"/><Relationship Id="rId46" Type="http://schemas.openxmlformats.org/officeDocument/2006/relationships/image" Target="../media/image500.png"/><Relationship Id="rId59" Type="http://schemas.openxmlformats.org/officeDocument/2006/relationships/image" Target="../media/image513.png"/><Relationship Id="rId67" Type="http://schemas.openxmlformats.org/officeDocument/2006/relationships/image" Target="../media/image521.png"/><Relationship Id="rId20" Type="http://schemas.openxmlformats.org/officeDocument/2006/relationships/image" Target="../media/image474.png"/><Relationship Id="rId41" Type="http://schemas.openxmlformats.org/officeDocument/2006/relationships/image" Target="../media/image495.png"/><Relationship Id="rId54" Type="http://schemas.openxmlformats.org/officeDocument/2006/relationships/image" Target="../media/image508.png"/><Relationship Id="rId62" Type="http://schemas.openxmlformats.org/officeDocument/2006/relationships/image" Target="../media/image516.png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460.png"/><Relationship Id="rId15" Type="http://schemas.openxmlformats.org/officeDocument/2006/relationships/image" Target="../media/image469.png"/><Relationship Id="rId23" Type="http://schemas.openxmlformats.org/officeDocument/2006/relationships/image" Target="../media/image477.png"/><Relationship Id="rId28" Type="http://schemas.openxmlformats.org/officeDocument/2006/relationships/image" Target="../media/image482.png"/><Relationship Id="rId36" Type="http://schemas.openxmlformats.org/officeDocument/2006/relationships/image" Target="../media/image490.png"/><Relationship Id="rId49" Type="http://schemas.openxmlformats.org/officeDocument/2006/relationships/image" Target="../media/image503.png"/><Relationship Id="rId57" Type="http://schemas.openxmlformats.org/officeDocument/2006/relationships/image" Target="../media/image511.png"/><Relationship Id="rId10" Type="http://schemas.openxmlformats.org/officeDocument/2006/relationships/image" Target="../media/image464.png"/><Relationship Id="rId31" Type="http://schemas.openxmlformats.org/officeDocument/2006/relationships/image" Target="../media/image485.png"/><Relationship Id="rId44" Type="http://schemas.openxmlformats.org/officeDocument/2006/relationships/image" Target="../media/image498.png"/><Relationship Id="rId52" Type="http://schemas.openxmlformats.org/officeDocument/2006/relationships/image" Target="../media/image506.png"/><Relationship Id="rId60" Type="http://schemas.openxmlformats.org/officeDocument/2006/relationships/image" Target="../media/image514.png"/><Relationship Id="rId65" Type="http://schemas.openxmlformats.org/officeDocument/2006/relationships/image" Target="../media/image519.png"/><Relationship Id="rId4" Type="http://schemas.openxmlformats.org/officeDocument/2006/relationships/image" Target="../media/image458.png"/><Relationship Id="rId9" Type="http://schemas.openxmlformats.org/officeDocument/2006/relationships/image" Target="../media/image463.png"/><Relationship Id="rId13" Type="http://schemas.openxmlformats.org/officeDocument/2006/relationships/image" Target="../media/image467.png"/><Relationship Id="rId18" Type="http://schemas.openxmlformats.org/officeDocument/2006/relationships/image" Target="../media/image472.png"/><Relationship Id="rId39" Type="http://schemas.openxmlformats.org/officeDocument/2006/relationships/image" Target="../media/image493.png"/><Relationship Id="rId34" Type="http://schemas.openxmlformats.org/officeDocument/2006/relationships/image" Target="../media/image488.png"/><Relationship Id="rId50" Type="http://schemas.openxmlformats.org/officeDocument/2006/relationships/image" Target="../media/image504.png"/><Relationship Id="rId55" Type="http://schemas.openxmlformats.org/officeDocument/2006/relationships/image" Target="../media/image50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0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6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9ABB1BF-E191-BAEB-84F2-6252461105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266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C520BE91-E8CD-6404-2203-D52501578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Как добавлять новые слайды</a:t>
            </a:r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B13D1F65-5178-B16E-4344-8C48FA82717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07B5ABB-2E2D-19A0-E4A2-5A0DC3B1F37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pic>
        <p:nvPicPr>
          <p:cNvPr id="23" name="Рисунок 22" descr="Изображение выглядит как текст, снимок экрана, программное обеспечение, компьютер&#10;&#10;Автоматически созданное описание">
            <a:extLst>
              <a:ext uri="{FF2B5EF4-FFF2-40B4-BE49-F238E27FC236}">
                <a16:creationId xmlns:a16="http://schemas.microsoft.com/office/drawing/2014/main" id="{4145604B-C1A3-B3C3-A0A7-98E54A92C26D}"/>
              </a:ext>
            </a:extLst>
          </p:cNvPr>
          <p:cNvPicPr>
            <a:picLocks noGrp="1" noChangeAspect="1"/>
          </p:cNvPicPr>
          <p:nvPr>
            <p:ph type="pic" sz="quarter" idx="62"/>
          </p:nvPr>
        </p:nvPicPr>
        <p:blipFill>
          <a:blip r:embed="rId2"/>
          <a:srcRect l="-40" t="-2242" r="-256" b="-2078"/>
          <a:stretch/>
        </p:blipFill>
        <p:spPr>
          <a:xfrm>
            <a:off x="681318" y="1426982"/>
            <a:ext cx="7261409" cy="3924253"/>
          </a:xfrm>
          <a:noFill/>
        </p:spPr>
      </p:pic>
      <p:sp>
        <p:nvSpPr>
          <p:cNvPr id="24" name="Текст 4">
            <a:extLst>
              <a:ext uri="{FF2B5EF4-FFF2-40B4-BE49-F238E27FC236}">
                <a16:creationId xmlns:a16="http://schemas.microsoft.com/office/drawing/2014/main" id="{DDCD77C3-A401-904F-FF2A-DB7B86265881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952500" y="5369592"/>
            <a:ext cx="5103916" cy="300408"/>
          </a:xfrm>
        </p:spPr>
        <p:txBody>
          <a:bodyPr/>
          <a:lstStyle/>
          <a:p>
            <a:r>
              <a:rPr lang="ru-RU" dirty="0"/>
              <a:t>1. Нажмите Главная → Создать слайд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364F51DE-8E56-4F07-3DBD-AE694B03DAE7}"/>
              </a:ext>
            </a:extLst>
          </p:cNvPr>
          <p:cNvSpPr txBox="1">
            <a:spLocks/>
          </p:cNvSpPr>
          <p:nvPr/>
        </p:nvSpPr>
        <p:spPr>
          <a:xfrm>
            <a:off x="9927360" y="5369590"/>
            <a:ext cx="5103916" cy="3004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2. Выберите нужный макет</a:t>
            </a:r>
            <a:endParaRPr lang="ru-RU" dirty="0"/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F97D7001-02FE-91D7-F98B-F835F9BD84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435" r="-581"/>
          <a:stretch/>
        </p:blipFill>
        <p:spPr>
          <a:xfrm>
            <a:off x="9717741" y="1426982"/>
            <a:ext cx="7100047" cy="3924253"/>
          </a:xfrm>
          <a:prstGeom prst="roundRect">
            <a:avLst>
              <a:gd name="adj" fmla="val 6668"/>
            </a:avLst>
          </a:prstGeom>
          <a:noFill/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D15B030D-779D-5A93-691A-7A886B35806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839" r="-373"/>
          <a:stretch/>
        </p:blipFill>
        <p:spPr>
          <a:xfrm>
            <a:off x="681319" y="5754055"/>
            <a:ext cx="7261410" cy="3924253"/>
          </a:xfrm>
          <a:prstGeom prst="roundRect">
            <a:avLst>
              <a:gd name="adj" fmla="val 6668"/>
            </a:avLst>
          </a:prstGeom>
          <a:noFill/>
        </p:spPr>
      </p:pic>
      <p:sp>
        <p:nvSpPr>
          <p:cNvPr id="32" name="Текст 4">
            <a:extLst>
              <a:ext uri="{FF2B5EF4-FFF2-40B4-BE49-F238E27FC236}">
                <a16:creationId xmlns:a16="http://schemas.microsoft.com/office/drawing/2014/main" id="{5C658B05-6AE8-6535-2CA0-E671B309F39C}"/>
              </a:ext>
            </a:extLst>
          </p:cNvPr>
          <p:cNvSpPr txBox="1">
            <a:spLocks/>
          </p:cNvSpPr>
          <p:nvPr/>
        </p:nvSpPr>
        <p:spPr>
          <a:xfrm>
            <a:off x="952500" y="9696664"/>
            <a:ext cx="5103916" cy="3004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3. Заполните предусмотренные поля</a:t>
            </a:r>
          </a:p>
        </p:txBody>
      </p:sp>
      <p:sp>
        <p:nvSpPr>
          <p:cNvPr id="33" name="Текст 6">
            <a:extLst>
              <a:ext uri="{FF2B5EF4-FFF2-40B4-BE49-F238E27FC236}">
                <a16:creationId xmlns:a16="http://schemas.microsoft.com/office/drawing/2014/main" id="{CAE5510D-1B00-D495-34D2-E26B771043FD}"/>
              </a:ext>
            </a:extLst>
          </p:cNvPr>
          <p:cNvSpPr txBox="1">
            <a:spLocks/>
          </p:cNvSpPr>
          <p:nvPr/>
        </p:nvSpPr>
        <p:spPr>
          <a:xfrm>
            <a:off x="9927359" y="9696662"/>
            <a:ext cx="6205269" cy="3004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i="0" kern="1200">
                <a:solidFill>
                  <a:schemeClr val="tx1"/>
                </a:solidFill>
                <a:latin typeface="Golos Text DemiBold" panose="020B0503020202020204" pitchFamily="34" charset="0"/>
                <a:ea typeface="+mn-ea"/>
                <a:cs typeface="Golos Text DemiBold" panose="020B0503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b="0" i="0" kern="1200">
                <a:solidFill>
                  <a:schemeClr val="tx1"/>
                </a:solidFill>
                <a:latin typeface="Golos Text" panose="020B0503020202020204" pitchFamily="34" charset="0"/>
                <a:ea typeface="+mn-ea"/>
                <a:cs typeface="Golos Text" panose="020B0503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4. При необходимости вставьте изображение</a:t>
            </a:r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D8DBF4B8-8AC6-55F0-7111-594E87AEFF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402" r="-548"/>
          <a:stretch/>
        </p:blipFill>
        <p:spPr>
          <a:xfrm>
            <a:off x="9717741" y="5754054"/>
            <a:ext cx="7100047" cy="3924253"/>
          </a:xfrm>
          <a:prstGeom prst="roundRect">
            <a:avLst>
              <a:gd name="adj" fmla="val 6668"/>
            </a:avLst>
          </a:prstGeom>
          <a:noFill/>
        </p:spPr>
      </p:pic>
    </p:spTree>
    <p:extLst>
      <p:ext uri="{BB962C8B-B14F-4D97-AF65-F5344CB8AC3E}">
        <p14:creationId xmlns:p14="http://schemas.microsoft.com/office/powerpoint/2010/main" val="481952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41BD47-0B43-2B1C-000F-E7B61D86A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0" y="5371573"/>
            <a:ext cx="10911839" cy="2715690"/>
          </a:xfrm>
        </p:spPr>
        <p:txBody>
          <a:bodyPr/>
          <a:lstStyle/>
          <a:p>
            <a:r>
              <a:rPr lang="ru-RU" dirty="0"/>
              <a:t>Более подробную методичку вы можете </a:t>
            </a:r>
            <a:r>
              <a:rPr lang="ru-RU" dirty="0">
                <a:hlinkClick r:id="rId2"/>
              </a:rPr>
              <a:t>скачать с корп. диска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FC173AA-C2B2-3BF1-E15F-30DF01A1873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41920" y="8294673"/>
            <a:ext cx="2804160" cy="714375"/>
          </a:xfrm>
        </p:spPr>
        <p:txBody>
          <a:bodyPr/>
          <a:lstStyle/>
          <a:p>
            <a:r>
              <a:rPr lang="ru-RU" dirty="0"/>
              <a:t>Или использовать </a:t>
            </a:r>
            <a:r>
              <a:rPr lang="ru-RU" dirty="0">
                <a:hlinkClick r:id="rId3"/>
              </a:rPr>
              <a:t>шаблон в </a:t>
            </a:r>
            <a:r>
              <a:rPr lang="en-US" dirty="0">
                <a:hlinkClick r:id="rId3"/>
              </a:rPr>
              <a:t>Figma</a:t>
            </a:r>
            <a:endParaRPr lang="ru-RU" dirty="0"/>
          </a:p>
          <a:p>
            <a:endParaRPr lang="ru-RU" dirty="0"/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A1B4EA3D-4D38-BAAC-1CD5-8E43B0E4DDB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</p:spTree>
    <p:extLst>
      <p:ext uri="{BB962C8B-B14F-4D97-AF65-F5344CB8AC3E}">
        <p14:creationId xmlns:p14="http://schemas.microsoft.com/office/powerpoint/2010/main" val="1333070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Рисунок 369">
            <a:extLst>
              <a:ext uri="{FF2B5EF4-FFF2-40B4-BE49-F238E27FC236}">
                <a16:creationId xmlns:a16="http://schemas.microsoft.com/office/drawing/2014/main" id="{815A83E3-CCB4-1C66-2F0B-630E996580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37233" y="2465973"/>
            <a:ext cx="571500" cy="571500"/>
          </a:xfrm>
          <a:prstGeom prst="rect">
            <a:avLst/>
          </a:prstGeom>
        </p:spPr>
      </p:pic>
      <p:pic>
        <p:nvPicPr>
          <p:cNvPr id="372" name="Рисунок 371">
            <a:extLst>
              <a:ext uri="{FF2B5EF4-FFF2-40B4-BE49-F238E27FC236}">
                <a16:creationId xmlns:a16="http://schemas.microsoft.com/office/drawing/2014/main" id="{F30D7066-947B-0321-55A8-F59233E489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992511" y="5009944"/>
            <a:ext cx="571500" cy="571500"/>
          </a:xfrm>
          <a:prstGeom prst="rect">
            <a:avLst/>
          </a:prstGeom>
        </p:spPr>
      </p:pic>
      <p:pic>
        <p:nvPicPr>
          <p:cNvPr id="374" name="Рисунок 373">
            <a:extLst>
              <a:ext uri="{FF2B5EF4-FFF2-40B4-BE49-F238E27FC236}">
                <a16:creationId xmlns:a16="http://schemas.microsoft.com/office/drawing/2014/main" id="{C41E99F1-2802-2D50-876C-DF831EB5C7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60735" y="3321879"/>
            <a:ext cx="571500" cy="571500"/>
          </a:xfrm>
          <a:prstGeom prst="rect">
            <a:avLst/>
          </a:prstGeom>
        </p:spPr>
      </p:pic>
      <p:pic>
        <p:nvPicPr>
          <p:cNvPr id="376" name="Рисунок 375">
            <a:extLst>
              <a:ext uri="{FF2B5EF4-FFF2-40B4-BE49-F238E27FC236}">
                <a16:creationId xmlns:a16="http://schemas.microsoft.com/office/drawing/2014/main" id="{347CB390-C6E1-0F78-A50E-06908150F0A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992511" y="5992589"/>
            <a:ext cx="571500" cy="571500"/>
          </a:xfrm>
          <a:prstGeom prst="rect">
            <a:avLst/>
          </a:prstGeom>
        </p:spPr>
      </p:pic>
      <p:pic>
        <p:nvPicPr>
          <p:cNvPr id="378" name="Рисунок 377">
            <a:extLst>
              <a:ext uri="{FF2B5EF4-FFF2-40B4-BE49-F238E27FC236}">
                <a16:creationId xmlns:a16="http://schemas.microsoft.com/office/drawing/2014/main" id="{B62F32E5-BAA0-0BE7-DE6B-A60EB717F70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6992511" y="3321879"/>
            <a:ext cx="571500" cy="571500"/>
          </a:xfrm>
          <a:prstGeom prst="rect">
            <a:avLst/>
          </a:prstGeom>
        </p:spPr>
      </p:pic>
      <p:pic>
        <p:nvPicPr>
          <p:cNvPr id="380" name="Рисунок 379">
            <a:extLst>
              <a:ext uri="{FF2B5EF4-FFF2-40B4-BE49-F238E27FC236}">
                <a16:creationId xmlns:a16="http://schemas.microsoft.com/office/drawing/2014/main" id="{D9E988B0-610D-37A0-05CF-B03947DCB9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5019930" y="3321879"/>
            <a:ext cx="571500" cy="571500"/>
          </a:xfrm>
          <a:prstGeom prst="rect">
            <a:avLst/>
          </a:prstGeom>
        </p:spPr>
      </p:pic>
      <p:pic>
        <p:nvPicPr>
          <p:cNvPr id="382" name="Рисунок 381">
            <a:extLst>
              <a:ext uri="{FF2B5EF4-FFF2-40B4-BE49-F238E27FC236}">
                <a16:creationId xmlns:a16="http://schemas.microsoft.com/office/drawing/2014/main" id="{4C291CAE-E906-2B67-F102-38207BF2B9A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5997438" y="6898509"/>
            <a:ext cx="571500" cy="571500"/>
          </a:xfrm>
          <a:prstGeom prst="rect">
            <a:avLst/>
          </a:prstGeom>
        </p:spPr>
      </p:pic>
      <p:pic>
        <p:nvPicPr>
          <p:cNvPr id="384" name="Рисунок 383">
            <a:extLst>
              <a:ext uri="{FF2B5EF4-FFF2-40B4-BE49-F238E27FC236}">
                <a16:creationId xmlns:a16="http://schemas.microsoft.com/office/drawing/2014/main" id="{C00B6E7F-AF59-546C-5243-E030BD09E06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4041397" y="8587592"/>
            <a:ext cx="571500" cy="571500"/>
          </a:xfrm>
          <a:prstGeom prst="rect">
            <a:avLst/>
          </a:prstGeom>
        </p:spPr>
      </p:pic>
      <p:pic>
        <p:nvPicPr>
          <p:cNvPr id="386" name="Рисунок 385">
            <a:extLst>
              <a:ext uri="{FF2B5EF4-FFF2-40B4-BE49-F238E27FC236}">
                <a16:creationId xmlns:a16="http://schemas.microsoft.com/office/drawing/2014/main" id="{043AD6F3-B596-67C1-C44F-B09FC66F009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5997438" y="8587592"/>
            <a:ext cx="571500" cy="571500"/>
          </a:xfrm>
          <a:prstGeom prst="rect">
            <a:avLst/>
          </a:prstGeom>
        </p:spPr>
      </p:pic>
      <p:pic>
        <p:nvPicPr>
          <p:cNvPr id="388" name="Рисунок 387">
            <a:extLst>
              <a:ext uri="{FF2B5EF4-FFF2-40B4-BE49-F238E27FC236}">
                <a16:creationId xmlns:a16="http://schemas.microsoft.com/office/drawing/2014/main" id="{91D6CC5C-947A-06A1-1784-5729832D57C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3098226" y="8587592"/>
            <a:ext cx="571500" cy="571500"/>
          </a:xfrm>
          <a:prstGeom prst="rect">
            <a:avLst/>
          </a:prstGeom>
        </p:spPr>
      </p:pic>
      <p:pic>
        <p:nvPicPr>
          <p:cNvPr id="390" name="Рисунок 389">
            <a:extLst>
              <a:ext uri="{FF2B5EF4-FFF2-40B4-BE49-F238E27FC236}">
                <a16:creationId xmlns:a16="http://schemas.microsoft.com/office/drawing/2014/main" id="{7FF43494-8CEA-DE0E-F382-9EA0C125B3E4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6992511" y="7801538"/>
            <a:ext cx="571500" cy="571500"/>
          </a:xfrm>
          <a:prstGeom prst="rect">
            <a:avLst/>
          </a:prstGeom>
        </p:spPr>
      </p:pic>
      <p:pic>
        <p:nvPicPr>
          <p:cNvPr id="392" name="Рисунок 391">
            <a:extLst>
              <a:ext uri="{FF2B5EF4-FFF2-40B4-BE49-F238E27FC236}">
                <a16:creationId xmlns:a16="http://schemas.microsoft.com/office/drawing/2014/main" id="{48129FB9-D7AF-8575-02D6-98093B80DCDC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6992511" y="4203835"/>
            <a:ext cx="571500" cy="571500"/>
          </a:xfrm>
          <a:prstGeom prst="rect">
            <a:avLst/>
          </a:prstGeom>
        </p:spPr>
      </p:pic>
      <p:pic>
        <p:nvPicPr>
          <p:cNvPr id="394" name="Рисунок 393">
            <a:extLst>
              <a:ext uri="{FF2B5EF4-FFF2-40B4-BE49-F238E27FC236}">
                <a16:creationId xmlns:a16="http://schemas.microsoft.com/office/drawing/2014/main" id="{D76F8B45-F853-86CF-E785-0D814B798418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2158706" y="7801538"/>
            <a:ext cx="495300" cy="495300"/>
          </a:xfrm>
          <a:prstGeom prst="rect">
            <a:avLst/>
          </a:prstGeom>
        </p:spPr>
      </p:pic>
      <p:pic>
        <p:nvPicPr>
          <p:cNvPr id="396" name="Рисунок 395">
            <a:extLst>
              <a:ext uri="{FF2B5EF4-FFF2-40B4-BE49-F238E27FC236}">
                <a16:creationId xmlns:a16="http://schemas.microsoft.com/office/drawing/2014/main" id="{2F91A674-21FD-E07A-FFBD-23B98F08975C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5019930" y="7801538"/>
            <a:ext cx="571500" cy="571500"/>
          </a:xfrm>
          <a:prstGeom prst="rect">
            <a:avLst/>
          </a:prstGeom>
        </p:spPr>
      </p:pic>
      <p:pic>
        <p:nvPicPr>
          <p:cNvPr id="398" name="Рисунок 397">
            <a:extLst>
              <a:ext uri="{FF2B5EF4-FFF2-40B4-BE49-F238E27FC236}">
                <a16:creationId xmlns:a16="http://schemas.microsoft.com/office/drawing/2014/main" id="{5939AEE0-0482-CC23-AE80-75BB26BD2923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4041397" y="7801538"/>
            <a:ext cx="571500" cy="571500"/>
          </a:xfrm>
          <a:prstGeom prst="rect">
            <a:avLst/>
          </a:prstGeom>
        </p:spPr>
      </p:pic>
      <p:pic>
        <p:nvPicPr>
          <p:cNvPr id="400" name="Рисунок 399">
            <a:extLst>
              <a:ext uri="{FF2B5EF4-FFF2-40B4-BE49-F238E27FC236}">
                <a16:creationId xmlns:a16="http://schemas.microsoft.com/office/drawing/2014/main" id="{AE979EEF-4D7D-6B04-5160-205E610E7F35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537233" y="7801538"/>
            <a:ext cx="571500" cy="571500"/>
          </a:xfrm>
          <a:prstGeom prst="rect">
            <a:avLst/>
          </a:prstGeom>
        </p:spPr>
      </p:pic>
      <p:pic>
        <p:nvPicPr>
          <p:cNvPr id="402" name="Рисунок 401">
            <a:extLst>
              <a:ext uri="{FF2B5EF4-FFF2-40B4-BE49-F238E27FC236}">
                <a16:creationId xmlns:a16="http://schemas.microsoft.com/office/drawing/2014/main" id="{D754709F-C72A-C6FB-48E2-420198942EED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3685446" y="9373646"/>
            <a:ext cx="571500" cy="571500"/>
          </a:xfrm>
          <a:prstGeom prst="rect">
            <a:avLst/>
          </a:prstGeom>
        </p:spPr>
      </p:pic>
      <p:pic>
        <p:nvPicPr>
          <p:cNvPr id="406" name="Рисунок 405">
            <a:extLst>
              <a:ext uri="{FF2B5EF4-FFF2-40B4-BE49-F238E27FC236}">
                <a16:creationId xmlns:a16="http://schemas.microsoft.com/office/drawing/2014/main" id="{F5E6397E-F061-5389-3B1E-7585AA7B2ABE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4622686" y="9373646"/>
            <a:ext cx="571500" cy="571500"/>
          </a:xfrm>
          <a:prstGeom prst="rect">
            <a:avLst/>
          </a:prstGeom>
        </p:spPr>
      </p:pic>
      <p:pic>
        <p:nvPicPr>
          <p:cNvPr id="408" name="Рисунок 407">
            <a:extLst>
              <a:ext uri="{FF2B5EF4-FFF2-40B4-BE49-F238E27FC236}">
                <a16:creationId xmlns:a16="http://schemas.microsoft.com/office/drawing/2014/main" id="{B8BC7549-F125-8768-95F2-4FA808FC0C54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5559926" y="9373646"/>
            <a:ext cx="571500" cy="571500"/>
          </a:xfrm>
          <a:prstGeom prst="rect">
            <a:avLst/>
          </a:prstGeom>
        </p:spPr>
      </p:pic>
      <p:pic>
        <p:nvPicPr>
          <p:cNvPr id="410" name="Рисунок 409">
            <a:extLst>
              <a:ext uri="{FF2B5EF4-FFF2-40B4-BE49-F238E27FC236}">
                <a16:creationId xmlns:a16="http://schemas.microsoft.com/office/drawing/2014/main" id="{D74B373B-943A-5E39-4E0F-345C6D62A5A3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6497166" y="9373646"/>
            <a:ext cx="571500" cy="571500"/>
          </a:xfrm>
          <a:prstGeom prst="rect">
            <a:avLst/>
          </a:prstGeom>
        </p:spPr>
      </p:pic>
      <p:pic>
        <p:nvPicPr>
          <p:cNvPr id="412" name="Рисунок 411">
            <a:extLst>
              <a:ext uri="{FF2B5EF4-FFF2-40B4-BE49-F238E27FC236}">
                <a16:creationId xmlns:a16="http://schemas.microsoft.com/office/drawing/2014/main" id="{67961B3F-D225-6810-950B-0AE1ED55A818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7434406" y="9373646"/>
            <a:ext cx="571500" cy="571500"/>
          </a:xfrm>
          <a:prstGeom prst="rect">
            <a:avLst/>
          </a:prstGeom>
        </p:spPr>
      </p:pic>
      <p:pic>
        <p:nvPicPr>
          <p:cNvPr id="414" name="Рисунок 413">
            <a:extLst>
              <a:ext uri="{FF2B5EF4-FFF2-40B4-BE49-F238E27FC236}">
                <a16:creationId xmlns:a16="http://schemas.microsoft.com/office/drawing/2014/main" id="{89900424-F8A3-3081-66A0-285D8C0855A2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8371646" y="9373646"/>
            <a:ext cx="571500" cy="571500"/>
          </a:xfrm>
          <a:prstGeom prst="rect">
            <a:avLst/>
          </a:prstGeom>
        </p:spPr>
      </p:pic>
      <p:pic>
        <p:nvPicPr>
          <p:cNvPr id="416" name="Рисунок 415">
            <a:extLst>
              <a:ext uri="{FF2B5EF4-FFF2-40B4-BE49-F238E27FC236}">
                <a16:creationId xmlns:a16="http://schemas.microsoft.com/office/drawing/2014/main" id="{0F00A478-A843-504D-80D2-5BADD5688406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9308886" y="9373646"/>
            <a:ext cx="571500" cy="571500"/>
          </a:xfrm>
          <a:prstGeom prst="rect">
            <a:avLst/>
          </a:prstGeom>
        </p:spPr>
      </p:pic>
      <p:pic>
        <p:nvPicPr>
          <p:cNvPr id="418" name="Рисунок 417">
            <a:extLst>
              <a:ext uri="{FF2B5EF4-FFF2-40B4-BE49-F238E27FC236}">
                <a16:creationId xmlns:a16="http://schemas.microsoft.com/office/drawing/2014/main" id="{F81D01F3-9176-68F7-2488-71E23FFF4239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837166" y="3321879"/>
            <a:ext cx="571500" cy="571500"/>
          </a:xfrm>
          <a:prstGeom prst="rect">
            <a:avLst/>
          </a:prstGeom>
        </p:spPr>
      </p:pic>
      <p:pic>
        <p:nvPicPr>
          <p:cNvPr id="420" name="Рисунок 419">
            <a:extLst>
              <a:ext uri="{FF2B5EF4-FFF2-40B4-BE49-F238E27FC236}">
                <a16:creationId xmlns:a16="http://schemas.microsoft.com/office/drawing/2014/main" id="{E170CAE0-5A4A-590C-7C30-3C6CAFFF4ED7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837166" y="5009944"/>
            <a:ext cx="571500" cy="571500"/>
          </a:xfrm>
          <a:prstGeom prst="rect">
            <a:avLst/>
          </a:prstGeom>
        </p:spPr>
      </p:pic>
      <p:pic>
        <p:nvPicPr>
          <p:cNvPr id="422" name="Рисунок 421">
            <a:extLst>
              <a:ext uri="{FF2B5EF4-FFF2-40B4-BE49-F238E27FC236}">
                <a16:creationId xmlns:a16="http://schemas.microsoft.com/office/drawing/2014/main" id="{1C9E74A9-0AF0-2B2D-CA1A-22EB016D2764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837166" y="6898509"/>
            <a:ext cx="571500" cy="571500"/>
          </a:xfrm>
          <a:prstGeom prst="rect">
            <a:avLst/>
          </a:prstGeom>
        </p:spPr>
      </p:pic>
      <p:pic>
        <p:nvPicPr>
          <p:cNvPr id="424" name="Рисунок 423">
            <a:extLst>
              <a:ext uri="{FF2B5EF4-FFF2-40B4-BE49-F238E27FC236}">
                <a16:creationId xmlns:a16="http://schemas.microsoft.com/office/drawing/2014/main" id="{81B9E718-13C7-0179-B1E7-8ACC1709BB8F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16992511" y="8587592"/>
            <a:ext cx="571500" cy="571500"/>
          </a:xfrm>
          <a:prstGeom prst="rect">
            <a:avLst/>
          </a:prstGeom>
        </p:spPr>
      </p:pic>
      <p:pic>
        <p:nvPicPr>
          <p:cNvPr id="426" name="Рисунок 425">
            <a:extLst>
              <a:ext uri="{FF2B5EF4-FFF2-40B4-BE49-F238E27FC236}">
                <a16:creationId xmlns:a16="http://schemas.microsoft.com/office/drawing/2014/main" id="{45AD67B2-4DD6-D101-E8FB-EBE06968C6B9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837166" y="4203835"/>
            <a:ext cx="571500" cy="571500"/>
          </a:xfrm>
          <a:prstGeom prst="rect">
            <a:avLst/>
          </a:prstGeom>
        </p:spPr>
      </p:pic>
      <p:pic>
        <p:nvPicPr>
          <p:cNvPr id="428" name="Рисунок 427">
            <a:extLst>
              <a:ext uri="{FF2B5EF4-FFF2-40B4-BE49-F238E27FC236}">
                <a16:creationId xmlns:a16="http://schemas.microsoft.com/office/drawing/2014/main" id="{1455CDF9-7655-6342-1B78-00A188C69A6B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837166" y="5992589"/>
            <a:ext cx="571500" cy="571500"/>
          </a:xfrm>
          <a:prstGeom prst="rect">
            <a:avLst/>
          </a:prstGeom>
        </p:spPr>
      </p:pic>
      <p:pic>
        <p:nvPicPr>
          <p:cNvPr id="430" name="Рисунок 429">
            <a:extLst>
              <a:ext uri="{FF2B5EF4-FFF2-40B4-BE49-F238E27FC236}">
                <a16:creationId xmlns:a16="http://schemas.microsoft.com/office/drawing/2014/main" id="{884A6C41-663A-4699-0793-183FD7BF229F}"/>
              </a:ext>
            </a:extLst>
      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1761943" y="4203835"/>
            <a:ext cx="571500" cy="571500"/>
          </a:xfrm>
          <a:prstGeom prst="rect">
            <a:avLst/>
          </a:prstGeom>
        </p:spPr>
      </p:pic>
      <p:pic>
        <p:nvPicPr>
          <p:cNvPr id="432" name="Рисунок 431">
            <a:extLst>
              <a:ext uri="{FF2B5EF4-FFF2-40B4-BE49-F238E27FC236}">
                <a16:creationId xmlns:a16="http://schemas.microsoft.com/office/drawing/2014/main" id="{9EFCB78A-9796-D1B2-DACF-00D2FB0C9A22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1761943" y="3321879"/>
            <a:ext cx="571500" cy="571500"/>
          </a:xfrm>
          <a:prstGeom prst="rect">
            <a:avLst/>
          </a:prstGeom>
        </p:spPr>
      </p:pic>
      <p:pic>
        <p:nvPicPr>
          <p:cNvPr id="434" name="Рисунок 433">
            <a:extLst>
              <a:ext uri="{FF2B5EF4-FFF2-40B4-BE49-F238E27FC236}">
                <a16:creationId xmlns:a16="http://schemas.microsoft.com/office/drawing/2014/main" id="{79AFF993-56DA-50D5-A2CA-14E72DD253A5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837166" y="2465973"/>
            <a:ext cx="571500" cy="571500"/>
          </a:xfrm>
          <a:prstGeom prst="rect">
            <a:avLst/>
          </a:prstGeom>
        </p:spPr>
      </p:pic>
      <p:pic>
        <p:nvPicPr>
          <p:cNvPr id="438" name="Рисунок 437">
            <a:extLst>
              <a:ext uri="{FF2B5EF4-FFF2-40B4-BE49-F238E27FC236}">
                <a16:creationId xmlns:a16="http://schemas.microsoft.com/office/drawing/2014/main" id="{218EDD07-86B9-7E9D-118E-67173173F21C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12120606" y="8587592"/>
            <a:ext cx="571500" cy="571500"/>
          </a:xfrm>
          <a:prstGeom prst="rect">
            <a:avLst/>
          </a:prstGeom>
        </p:spPr>
      </p:pic>
      <p:pic>
        <p:nvPicPr>
          <p:cNvPr id="440" name="Рисунок 439">
            <a:extLst>
              <a:ext uri="{FF2B5EF4-FFF2-40B4-BE49-F238E27FC236}">
                <a16:creationId xmlns:a16="http://schemas.microsoft.com/office/drawing/2014/main" id="{A6DA5A88-133F-FCDA-4829-FC7D974BCFE3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13098226" y="7801538"/>
            <a:ext cx="571500" cy="571500"/>
          </a:xfrm>
          <a:prstGeom prst="rect">
            <a:avLst/>
          </a:prstGeom>
        </p:spPr>
      </p:pic>
      <p:pic>
        <p:nvPicPr>
          <p:cNvPr id="442" name="Рисунок 441">
            <a:extLst>
              <a:ext uri="{FF2B5EF4-FFF2-40B4-BE49-F238E27FC236}">
                <a16:creationId xmlns:a16="http://schemas.microsoft.com/office/drawing/2014/main" id="{EC0AEA37-A183-8991-02D7-BD5DB22558C2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10310128" y="7801538"/>
            <a:ext cx="571500" cy="571500"/>
          </a:xfrm>
          <a:prstGeom prst="rect">
            <a:avLst/>
          </a:prstGeom>
        </p:spPr>
      </p:pic>
      <p:pic>
        <p:nvPicPr>
          <p:cNvPr id="444" name="Рисунок 443">
            <a:extLst>
              <a:ext uri="{FF2B5EF4-FFF2-40B4-BE49-F238E27FC236}">
                <a16:creationId xmlns:a16="http://schemas.microsoft.com/office/drawing/2014/main" id="{80C5E651-72D3-BBF1-DA25-8785A512602B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2723695" y="9373646"/>
            <a:ext cx="571500" cy="571500"/>
          </a:xfrm>
          <a:prstGeom prst="rect">
            <a:avLst/>
          </a:prstGeom>
        </p:spPr>
      </p:pic>
      <p:pic>
        <p:nvPicPr>
          <p:cNvPr id="446" name="Рисунок 445">
            <a:extLst>
              <a:ext uri="{FF2B5EF4-FFF2-40B4-BE49-F238E27FC236}">
                <a16:creationId xmlns:a16="http://schemas.microsoft.com/office/drawing/2014/main" id="{19E0CFEA-CC8F-D410-5E4F-19817E3D8B80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11182231" y="7801538"/>
            <a:ext cx="571500" cy="571500"/>
          </a:xfrm>
          <a:prstGeom prst="rect">
            <a:avLst/>
          </a:prstGeom>
        </p:spPr>
      </p:pic>
      <p:pic>
        <p:nvPicPr>
          <p:cNvPr id="448" name="Рисунок 447">
            <a:extLst>
              <a:ext uri="{FF2B5EF4-FFF2-40B4-BE49-F238E27FC236}">
                <a16:creationId xmlns:a16="http://schemas.microsoft.com/office/drawing/2014/main" id="{03C5821F-A8EA-499D-D2A3-3F33AEB01444}"/>
              </a:ext>
            </a:extLst>
          </p:cNvPr>
          <p:cNvPicPr>
            <a:picLocks noChangeAspect="1"/>
          </p:cNvPicPr>
          <p:nvPr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11182231" y="8587592"/>
            <a:ext cx="571500" cy="571500"/>
          </a:xfrm>
          <a:prstGeom prst="rect">
            <a:avLst/>
          </a:prstGeom>
        </p:spPr>
      </p:pic>
      <p:pic>
        <p:nvPicPr>
          <p:cNvPr id="450" name="Рисунок 449">
            <a:extLst>
              <a:ext uri="{FF2B5EF4-FFF2-40B4-BE49-F238E27FC236}">
                <a16:creationId xmlns:a16="http://schemas.microsoft.com/office/drawing/2014/main" id="{60D113B9-3ACA-D1EE-EC30-D33C1DAAB52B}"/>
              </a:ext>
            </a:extLst>
          </p:cNvPr>
          <p:cNvPicPr>
            <a:picLocks noChangeAspect="1"/>
          </p:cNvPicPr>
          <p:nvPr/>
        </p:nvPicPr>
        <p:blipFill>
          <a:blip r:embed="rId77"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9402165" y="8587592"/>
            <a:ext cx="571500" cy="571500"/>
          </a:xfrm>
          <a:prstGeom prst="rect">
            <a:avLst/>
          </a:prstGeom>
        </p:spPr>
      </p:pic>
      <p:pic>
        <p:nvPicPr>
          <p:cNvPr id="452" name="Рисунок 451">
            <a:extLst>
              <a:ext uri="{FF2B5EF4-FFF2-40B4-BE49-F238E27FC236}">
                <a16:creationId xmlns:a16="http://schemas.microsoft.com/office/drawing/2014/main" id="{1C9ABC0D-EE20-D889-E4A4-8E81B09F015A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1761943" y="9376332"/>
            <a:ext cx="571500" cy="571500"/>
          </a:xfrm>
          <a:prstGeom prst="rect">
            <a:avLst/>
          </a:prstGeom>
        </p:spPr>
      </p:pic>
      <p:pic>
        <p:nvPicPr>
          <p:cNvPr id="454" name="Рисунок 453">
            <a:extLst>
              <a:ext uri="{FF2B5EF4-FFF2-40B4-BE49-F238E27FC236}">
                <a16:creationId xmlns:a16="http://schemas.microsoft.com/office/drawing/2014/main" id="{CC1D11D2-CD29-2AB9-16CC-53F35B4991FD}"/>
              </a:ext>
            </a:extLst>
          </p:cNvPr>
          <p:cNvPicPr>
            <a:picLocks noChangeAspect="1"/>
          </p:cNvPicPr>
          <p:nvPr/>
        </p:nvPicPr>
        <p:blipFill>
          <a:blip r:embed="rId81">
            <a:extLst>
              <a:ext uri="{96DAC541-7B7A-43D3-8B79-37D633B846F1}">
                <asvg:svgBlip xmlns:asvg="http://schemas.microsoft.com/office/drawing/2016/SVG/main" r:embed="rId82"/>
              </a:ext>
            </a:extLst>
          </a:blip>
          <a:stretch>
            <a:fillRect/>
          </a:stretch>
        </p:blipFill>
        <p:spPr>
          <a:xfrm>
            <a:off x="10310128" y="8587592"/>
            <a:ext cx="571500" cy="571500"/>
          </a:xfrm>
          <a:prstGeom prst="rect">
            <a:avLst/>
          </a:prstGeom>
        </p:spPr>
      </p:pic>
      <p:pic>
        <p:nvPicPr>
          <p:cNvPr id="456" name="Рисунок 455">
            <a:extLst>
              <a:ext uri="{FF2B5EF4-FFF2-40B4-BE49-F238E27FC236}">
                <a16:creationId xmlns:a16="http://schemas.microsoft.com/office/drawing/2014/main" id="{55468C88-224B-EBD4-1931-6754E25FD930}"/>
              </a:ext>
            </a:extLst>
          </p:cNvPr>
          <p:cNvPicPr>
            <a:picLocks noChangeAspect="1"/>
          </p:cNvPicPr>
          <p:nvPr/>
        </p:nvPicPr>
        <p:blipFill>
          <a:blip r:embed="rId83">
            <a:extLst>
              <a:ext uri="{96DAC541-7B7A-43D3-8B79-37D633B846F1}">
                <asvg:svgBlip xmlns:asvg="http://schemas.microsoft.com/office/drawing/2016/SVG/main" r:embed="rId84"/>
              </a:ext>
            </a:extLst>
          </a:blip>
          <a:stretch>
            <a:fillRect/>
          </a:stretch>
        </p:blipFill>
        <p:spPr>
          <a:xfrm>
            <a:off x="8440417" y="8587592"/>
            <a:ext cx="571500" cy="571500"/>
          </a:xfrm>
          <a:prstGeom prst="rect">
            <a:avLst/>
          </a:prstGeom>
        </p:spPr>
      </p:pic>
      <p:pic>
        <p:nvPicPr>
          <p:cNvPr id="458" name="Рисунок 457">
            <a:extLst>
              <a:ext uri="{FF2B5EF4-FFF2-40B4-BE49-F238E27FC236}">
                <a16:creationId xmlns:a16="http://schemas.microsoft.com/office/drawing/2014/main" id="{6EC02113-71C2-FB82-315F-25C71D5D7EA9}"/>
              </a:ext>
            </a:extLst>
          </p:cNvPr>
          <p:cNvPicPr>
            <a:picLocks noChangeAspect="1"/>
          </p:cNvPicPr>
          <p:nvPr/>
        </p:nvPicPr>
        <p:blipFill>
          <a:blip r:embed="rId85">
            <a:extLst>
              <a:ext uri="{96DAC541-7B7A-43D3-8B79-37D633B846F1}">
                <asvg:svgBlip xmlns:asvg="http://schemas.microsoft.com/office/drawing/2016/SVG/main" r:embed="rId86"/>
              </a:ext>
            </a:extLst>
          </a:blip>
          <a:stretch>
            <a:fillRect/>
          </a:stretch>
        </p:blipFill>
        <p:spPr>
          <a:xfrm>
            <a:off x="7460735" y="8587592"/>
            <a:ext cx="571500" cy="571500"/>
          </a:xfrm>
          <a:prstGeom prst="rect">
            <a:avLst/>
          </a:prstGeom>
        </p:spPr>
      </p:pic>
      <p:pic>
        <p:nvPicPr>
          <p:cNvPr id="460" name="Рисунок 459">
            <a:extLst>
              <a:ext uri="{FF2B5EF4-FFF2-40B4-BE49-F238E27FC236}">
                <a16:creationId xmlns:a16="http://schemas.microsoft.com/office/drawing/2014/main" id="{2A1E142B-8863-4CD8-0D64-58D86D011900}"/>
              </a:ext>
            </a:extLst>
          </p:cNvPr>
          <p:cNvPicPr>
            <a:picLocks noChangeAspect="1"/>
          </p:cNvPicPr>
          <p:nvPr/>
        </p:nvPicPr>
        <p:blipFill>
          <a:blip r:embed="rId87">
            <a:extLst>
              <a:ext uri="{96DAC541-7B7A-43D3-8B79-37D633B846F1}">
                <asvg:svgBlip xmlns:asvg="http://schemas.microsoft.com/office/drawing/2016/SVG/main" r:embed="rId88"/>
              </a:ext>
            </a:extLst>
          </a:blip>
          <a:stretch>
            <a:fillRect/>
          </a:stretch>
        </p:blipFill>
        <p:spPr>
          <a:xfrm>
            <a:off x="837166" y="7801538"/>
            <a:ext cx="571500" cy="571500"/>
          </a:xfrm>
          <a:prstGeom prst="rect">
            <a:avLst/>
          </a:prstGeom>
        </p:spPr>
      </p:pic>
      <p:pic>
        <p:nvPicPr>
          <p:cNvPr id="462" name="Рисунок 461">
            <a:extLst>
              <a:ext uri="{FF2B5EF4-FFF2-40B4-BE49-F238E27FC236}">
                <a16:creationId xmlns:a16="http://schemas.microsoft.com/office/drawing/2014/main" id="{631976EE-FE41-6555-16C9-FAB98F6C4EED}"/>
              </a:ext>
            </a:extLst>
          </p:cNvPr>
          <p:cNvPicPr>
            <a:picLocks noChangeAspect="1"/>
          </p:cNvPicPr>
          <p:nvPr/>
        </p:nvPicPr>
        <p:blipFill>
          <a:blip r:embed="rId89">
            <a:extLst>
              <a:ext uri="{96DAC541-7B7A-43D3-8B79-37D633B846F1}">
                <asvg:svgBlip xmlns:asvg="http://schemas.microsoft.com/office/drawing/2016/SVG/main" r:embed="rId90"/>
              </a:ext>
            </a:extLst>
          </a:blip>
          <a:stretch>
            <a:fillRect/>
          </a:stretch>
        </p:blipFill>
        <p:spPr>
          <a:xfrm>
            <a:off x="837166" y="8587592"/>
            <a:ext cx="571500" cy="571500"/>
          </a:xfrm>
          <a:prstGeom prst="rect">
            <a:avLst/>
          </a:prstGeom>
        </p:spPr>
      </p:pic>
      <p:pic>
        <p:nvPicPr>
          <p:cNvPr id="464" name="Рисунок 463">
            <a:extLst>
              <a:ext uri="{FF2B5EF4-FFF2-40B4-BE49-F238E27FC236}">
                <a16:creationId xmlns:a16="http://schemas.microsoft.com/office/drawing/2014/main" id="{578C20B5-F9CF-1D64-6D96-56B1D7B8E783}"/>
              </a:ext>
            </a:extLst>
          </p:cNvPr>
          <p:cNvPicPr>
            <a:picLocks noChangeAspect="1"/>
          </p:cNvPicPr>
          <p:nvPr/>
        </p:nvPicPr>
        <p:blipFill>
          <a:blip r:embed="rId91">
            <a:extLst>
              <a:ext uri="{96DAC541-7B7A-43D3-8B79-37D633B846F1}">
                <asvg:svgBlip xmlns:asvg="http://schemas.microsoft.com/office/drawing/2016/SVG/main" r:embed="rId92"/>
              </a:ext>
            </a:extLst>
          </a:blip>
          <a:stretch>
            <a:fillRect/>
          </a:stretch>
        </p:blipFill>
        <p:spPr>
          <a:xfrm>
            <a:off x="1761943" y="7801538"/>
            <a:ext cx="571500" cy="571500"/>
          </a:xfrm>
          <a:prstGeom prst="rect">
            <a:avLst/>
          </a:prstGeom>
        </p:spPr>
      </p:pic>
      <p:pic>
        <p:nvPicPr>
          <p:cNvPr id="466" name="Рисунок 465">
            <a:extLst>
              <a:ext uri="{FF2B5EF4-FFF2-40B4-BE49-F238E27FC236}">
                <a16:creationId xmlns:a16="http://schemas.microsoft.com/office/drawing/2014/main" id="{19B017FE-BEA7-66D2-144F-5DB38831A1FA}"/>
              </a:ext>
            </a:extLst>
          </p:cNvPr>
          <p:cNvPicPr>
            <a:picLocks noChangeAspect="1"/>
          </p:cNvPicPr>
          <p:nvPr/>
        </p:nvPicPr>
        <p:blipFill>
          <a:blip r:embed="rId93">
            <a:extLst>
              <a:ext uri="{96DAC541-7B7A-43D3-8B79-37D633B846F1}">
                <asvg:svgBlip xmlns:asvg="http://schemas.microsoft.com/office/drawing/2016/SVG/main" r:embed="rId94"/>
              </a:ext>
            </a:extLst>
          </a:blip>
          <a:stretch>
            <a:fillRect/>
          </a:stretch>
        </p:blipFill>
        <p:spPr>
          <a:xfrm>
            <a:off x="1761943" y="8587592"/>
            <a:ext cx="571500" cy="571500"/>
          </a:xfrm>
          <a:prstGeom prst="rect">
            <a:avLst/>
          </a:prstGeom>
        </p:spPr>
      </p:pic>
      <p:pic>
        <p:nvPicPr>
          <p:cNvPr id="468" name="Рисунок 467">
            <a:extLst>
              <a:ext uri="{FF2B5EF4-FFF2-40B4-BE49-F238E27FC236}">
                <a16:creationId xmlns:a16="http://schemas.microsoft.com/office/drawing/2014/main" id="{2D016BB4-94B9-0A4A-3F48-777FF89C89E8}"/>
              </a:ext>
            </a:extLst>
          </p:cNvPr>
          <p:cNvPicPr>
            <a:picLocks noChangeAspect="1"/>
          </p:cNvPicPr>
          <p:nvPr/>
        </p:nvPicPr>
        <p:blipFill>
          <a:blip r:embed="rId95">
            <a:extLst>
              <a:ext uri="{96DAC541-7B7A-43D3-8B79-37D633B846F1}">
                <asvg:svgBlip xmlns:asvg="http://schemas.microsoft.com/office/drawing/2016/SVG/main" r:embed="rId96"/>
              </a:ext>
            </a:extLst>
          </a:blip>
          <a:stretch>
            <a:fillRect/>
          </a:stretch>
        </p:blipFill>
        <p:spPr>
          <a:xfrm>
            <a:off x="3685446" y="8587592"/>
            <a:ext cx="571500" cy="571500"/>
          </a:xfrm>
          <a:prstGeom prst="rect">
            <a:avLst/>
          </a:prstGeom>
        </p:spPr>
      </p:pic>
      <p:pic>
        <p:nvPicPr>
          <p:cNvPr id="472" name="Рисунок 471">
            <a:extLst>
              <a:ext uri="{FF2B5EF4-FFF2-40B4-BE49-F238E27FC236}">
                <a16:creationId xmlns:a16="http://schemas.microsoft.com/office/drawing/2014/main" id="{444963C4-D3C9-0B0A-D810-5DD208D2BB03}"/>
              </a:ext>
            </a:extLst>
          </p:cNvPr>
          <p:cNvPicPr>
            <a:picLocks noChangeAspect="1"/>
          </p:cNvPicPr>
          <p:nvPr/>
        </p:nvPicPr>
        <p:blipFill>
          <a:blip r:embed="rId97">
            <a:extLst>
              <a:ext uri="{96DAC541-7B7A-43D3-8B79-37D633B846F1}">
                <asvg:svgBlip xmlns:asvg="http://schemas.microsoft.com/office/drawing/2016/SVG/main" r:embed="rId98"/>
              </a:ext>
            </a:extLst>
          </a:blip>
          <a:stretch>
            <a:fillRect/>
          </a:stretch>
        </p:blipFill>
        <p:spPr>
          <a:xfrm>
            <a:off x="2723695" y="8587592"/>
            <a:ext cx="571500" cy="571500"/>
          </a:xfrm>
          <a:prstGeom prst="rect">
            <a:avLst/>
          </a:prstGeom>
        </p:spPr>
      </p:pic>
      <p:pic>
        <p:nvPicPr>
          <p:cNvPr id="474" name="Рисунок 473">
            <a:extLst>
              <a:ext uri="{FF2B5EF4-FFF2-40B4-BE49-F238E27FC236}">
                <a16:creationId xmlns:a16="http://schemas.microsoft.com/office/drawing/2014/main" id="{22D36E31-D1C5-17FB-CFD3-B85BD0E745C0}"/>
              </a:ext>
            </a:extLst>
          </p:cNvPr>
          <p:cNvPicPr>
            <a:picLocks noChangeAspect="1"/>
          </p:cNvPicPr>
          <p:nvPr/>
        </p:nvPicPr>
        <p:blipFill>
          <a:blip r:embed="rId99">
            <a:extLst>
              <a:ext uri="{96DAC541-7B7A-43D3-8B79-37D633B846F1}">
                <asvg:svgBlip xmlns:asvg="http://schemas.microsoft.com/office/drawing/2016/SVG/main" r:embed="rId100"/>
              </a:ext>
            </a:extLst>
          </a:blip>
          <a:stretch>
            <a:fillRect/>
          </a:stretch>
        </p:blipFill>
        <p:spPr>
          <a:xfrm>
            <a:off x="4629269" y="8587592"/>
            <a:ext cx="571500" cy="571500"/>
          </a:xfrm>
          <a:prstGeom prst="rect">
            <a:avLst/>
          </a:prstGeom>
        </p:spPr>
      </p:pic>
      <p:pic>
        <p:nvPicPr>
          <p:cNvPr id="476" name="Рисунок 475">
            <a:extLst>
              <a:ext uri="{FF2B5EF4-FFF2-40B4-BE49-F238E27FC236}">
                <a16:creationId xmlns:a16="http://schemas.microsoft.com/office/drawing/2014/main" id="{B6C78140-26B7-8DD8-CF87-38F2778D8FB6}"/>
              </a:ext>
            </a:extLst>
          </p:cNvPr>
          <p:cNvPicPr>
            <a:picLocks noChangeAspect="1"/>
          </p:cNvPicPr>
          <p:nvPr/>
        </p:nvPicPr>
        <p:blipFill>
          <a:blip r:embed="rId101">
            <a:extLst>
              <a:ext uri="{96DAC541-7B7A-43D3-8B79-37D633B846F1}">
                <asvg:svgBlip xmlns:asvg="http://schemas.microsoft.com/office/drawing/2016/SVG/main" r:embed="rId102"/>
              </a:ext>
            </a:extLst>
          </a:blip>
          <a:stretch>
            <a:fillRect/>
          </a:stretch>
        </p:blipFill>
        <p:spPr>
          <a:xfrm>
            <a:off x="6481056" y="8587592"/>
            <a:ext cx="571500" cy="571500"/>
          </a:xfrm>
          <a:prstGeom prst="rect">
            <a:avLst/>
          </a:prstGeom>
        </p:spPr>
      </p:pic>
      <p:pic>
        <p:nvPicPr>
          <p:cNvPr id="478" name="Рисунок 477">
            <a:extLst>
              <a:ext uri="{FF2B5EF4-FFF2-40B4-BE49-F238E27FC236}">
                <a16:creationId xmlns:a16="http://schemas.microsoft.com/office/drawing/2014/main" id="{489C120C-EE87-3F9F-5F24-4D351758B426}"/>
              </a:ext>
            </a:extLst>
          </p:cNvPr>
          <p:cNvPicPr>
            <a:picLocks noChangeAspect="1"/>
          </p:cNvPicPr>
          <p:nvPr/>
        </p:nvPicPr>
        <p:blipFill>
          <a:blip r:embed="rId103">
            <a:extLst>
              <a:ext uri="{96DAC541-7B7A-43D3-8B79-37D633B846F1}">
                <asvg:svgBlip xmlns:asvg="http://schemas.microsoft.com/office/drawing/2016/SVG/main" r:embed="rId104"/>
              </a:ext>
            </a:extLst>
          </a:blip>
          <a:stretch>
            <a:fillRect/>
          </a:stretch>
        </p:blipFill>
        <p:spPr>
          <a:xfrm>
            <a:off x="6481056" y="7801538"/>
            <a:ext cx="571500" cy="571500"/>
          </a:xfrm>
          <a:prstGeom prst="rect">
            <a:avLst/>
          </a:prstGeom>
        </p:spPr>
      </p:pic>
      <p:pic>
        <p:nvPicPr>
          <p:cNvPr id="480" name="Рисунок 479">
            <a:extLst>
              <a:ext uri="{FF2B5EF4-FFF2-40B4-BE49-F238E27FC236}">
                <a16:creationId xmlns:a16="http://schemas.microsoft.com/office/drawing/2014/main" id="{5B9745AA-8126-1023-F974-371D48C0A13F}"/>
              </a:ext>
            </a:extLst>
          </p:cNvPr>
          <p:cNvPicPr>
            <a:picLocks noChangeAspect="1"/>
          </p:cNvPicPr>
          <p:nvPr/>
        </p:nvPicPr>
        <p:blipFill>
          <a:blip r:embed="rId105">
            <a:extLst>
              <a:ext uri="{96DAC541-7B7A-43D3-8B79-37D633B846F1}">
                <asvg:svgBlip xmlns:asvg="http://schemas.microsoft.com/office/drawing/2016/SVG/main" r:embed="rId106"/>
              </a:ext>
            </a:extLst>
          </a:blip>
          <a:stretch>
            <a:fillRect/>
          </a:stretch>
        </p:blipFill>
        <p:spPr>
          <a:xfrm>
            <a:off x="9402165" y="7801538"/>
            <a:ext cx="571500" cy="571500"/>
          </a:xfrm>
          <a:prstGeom prst="rect">
            <a:avLst/>
          </a:prstGeom>
        </p:spPr>
      </p:pic>
      <p:pic>
        <p:nvPicPr>
          <p:cNvPr id="482" name="Рисунок 481">
            <a:extLst>
              <a:ext uri="{FF2B5EF4-FFF2-40B4-BE49-F238E27FC236}">
                <a16:creationId xmlns:a16="http://schemas.microsoft.com/office/drawing/2014/main" id="{8F55810E-3B48-86DD-0AF0-38BF34374F15}"/>
              </a:ext>
            </a:extLst>
          </p:cNvPr>
          <p:cNvPicPr>
            <a:picLocks noChangeAspect="1"/>
          </p:cNvPicPr>
          <p:nvPr/>
        </p:nvPicPr>
        <p:blipFill>
          <a:blip r:embed="rId107">
            <a:extLst>
              <a:ext uri="{96DAC541-7B7A-43D3-8B79-37D633B846F1}">
                <asvg:svgBlip xmlns:asvg="http://schemas.microsoft.com/office/drawing/2016/SVG/main" r:embed="rId108"/>
              </a:ext>
            </a:extLst>
          </a:blip>
          <a:stretch>
            <a:fillRect/>
          </a:stretch>
        </p:blipFill>
        <p:spPr>
          <a:xfrm>
            <a:off x="7460735" y="7801538"/>
            <a:ext cx="571500" cy="571500"/>
          </a:xfrm>
          <a:prstGeom prst="rect">
            <a:avLst/>
          </a:prstGeom>
        </p:spPr>
      </p:pic>
      <p:pic>
        <p:nvPicPr>
          <p:cNvPr id="484" name="Рисунок 483">
            <a:extLst>
              <a:ext uri="{FF2B5EF4-FFF2-40B4-BE49-F238E27FC236}">
                <a16:creationId xmlns:a16="http://schemas.microsoft.com/office/drawing/2014/main" id="{BC1D4B5B-11A6-C5D9-7773-19BBC4F7C137}"/>
              </a:ext>
            </a:extLst>
          </p:cNvPr>
          <p:cNvPicPr>
            <a:picLocks noChangeAspect="1"/>
          </p:cNvPicPr>
          <p:nvPr/>
        </p:nvPicPr>
        <p:blipFill>
          <a:blip r:embed="rId109">
            <a:extLst>
              <a:ext uri="{96DAC541-7B7A-43D3-8B79-37D633B846F1}">
                <asvg:svgBlip xmlns:asvg="http://schemas.microsoft.com/office/drawing/2016/SVG/main" r:embed="rId110"/>
              </a:ext>
            </a:extLst>
          </a:blip>
          <a:stretch>
            <a:fillRect/>
          </a:stretch>
        </p:blipFill>
        <p:spPr>
          <a:xfrm>
            <a:off x="15019930" y="2465973"/>
            <a:ext cx="571500" cy="571500"/>
          </a:xfrm>
          <a:prstGeom prst="rect">
            <a:avLst/>
          </a:prstGeom>
        </p:spPr>
      </p:pic>
      <p:pic>
        <p:nvPicPr>
          <p:cNvPr id="486" name="Рисунок 485">
            <a:extLst>
              <a:ext uri="{FF2B5EF4-FFF2-40B4-BE49-F238E27FC236}">
                <a16:creationId xmlns:a16="http://schemas.microsoft.com/office/drawing/2014/main" id="{77296336-2455-E300-D2AD-6E2FEF225BFA}"/>
              </a:ext>
            </a:extLst>
          </p:cNvPr>
          <p:cNvPicPr>
            <a:picLocks noChangeAspect="1"/>
          </p:cNvPicPr>
          <p:nvPr/>
        </p:nvPicPr>
        <p:blipFill>
          <a:blip r:embed="rId111">
            <a:extLst>
              <a:ext uri="{96DAC541-7B7A-43D3-8B79-37D633B846F1}">
                <asvg:svgBlip xmlns:asvg="http://schemas.microsoft.com/office/drawing/2016/SVG/main" r:embed="rId112"/>
              </a:ext>
            </a:extLst>
          </a:blip>
          <a:stretch>
            <a:fillRect/>
          </a:stretch>
        </p:blipFill>
        <p:spPr>
          <a:xfrm>
            <a:off x="4629269" y="5009944"/>
            <a:ext cx="571500" cy="571500"/>
          </a:xfrm>
          <a:prstGeom prst="rect">
            <a:avLst/>
          </a:prstGeom>
        </p:spPr>
      </p:pic>
      <p:pic>
        <p:nvPicPr>
          <p:cNvPr id="488" name="Рисунок 487">
            <a:extLst>
              <a:ext uri="{FF2B5EF4-FFF2-40B4-BE49-F238E27FC236}">
                <a16:creationId xmlns:a16="http://schemas.microsoft.com/office/drawing/2014/main" id="{5B0111E2-6482-0195-777D-78384A0A39A8}"/>
              </a:ext>
            </a:extLst>
          </p:cNvPr>
          <p:cNvPicPr>
            <a:picLocks noChangeAspect="1"/>
          </p:cNvPicPr>
          <p:nvPr/>
        </p:nvPicPr>
        <p:blipFill>
          <a:blip r:embed="rId113">
            <a:extLst>
              <a:ext uri="{96DAC541-7B7A-43D3-8B79-37D633B846F1}">
                <asvg:svgBlip xmlns:asvg="http://schemas.microsoft.com/office/drawing/2016/SVG/main" r:embed="rId114"/>
              </a:ext>
            </a:extLst>
          </a:blip>
          <a:stretch>
            <a:fillRect/>
          </a:stretch>
        </p:blipFill>
        <p:spPr>
          <a:xfrm>
            <a:off x="15019930" y="8587592"/>
            <a:ext cx="571500" cy="571500"/>
          </a:xfrm>
          <a:prstGeom prst="rect">
            <a:avLst/>
          </a:prstGeom>
        </p:spPr>
      </p:pic>
      <p:pic>
        <p:nvPicPr>
          <p:cNvPr id="490" name="Рисунок 489">
            <a:extLst>
              <a:ext uri="{FF2B5EF4-FFF2-40B4-BE49-F238E27FC236}">
                <a16:creationId xmlns:a16="http://schemas.microsoft.com/office/drawing/2014/main" id="{AA64F12E-D9E0-DBAF-11F0-C0BDA2A2CA92}"/>
              </a:ext>
            </a:extLst>
          </p:cNvPr>
          <p:cNvPicPr>
            <a:picLocks noChangeAspect="1"/>
          </p:cNvPicPr>
          <p:nvPr/>
        </p:nvPicPr>
        <p:blipFill>
          <a:blip r:embed="rId115">
            <a:extLst>
              <a:ext uri="{96DAC541-7B7A-43D3-8B79-37D633B846F1}">
                <asvg:svgBlip xmlns:asvg="http://schemas.microsoft.com/office/drawing/2016/SVG/main" r:embed="rId116"/>
              </a:ext>
            </a:extLst>
          </a:blip>
          <a:stretch>
            <a:fillRect/>
          </a:stretch>
        </p:blipFill>
        <p:spPr>
          <a:xfrm>
            <a:off x="8440417" y="4203835"/>
            <a:ext cx="571500" cy="571500"/>
          </a:xfrm>
          <a:prstGeom prst="rect">
            <a:avLst/>
          </a:prstGeom>
        </p:spPr>
      </p:pic>
      <p:pic>
        <p:nvPicPr>
          <p:cNvPr id="492" name="Рисунок 491">
            <a:extLst>
              <a:ext uri="{FF2B5EF4-FFF2-40B4-BE49-F238E27FC236}">
                <a16:creationId xmlns:a16="http://schemas.microsoft.com/office/drawing/2014/main" id="{C1492AD2-082E-9620-216E-6B3DE4D9C988}"/>
              </a:ext>
            </a:extLst>
          </p:cNvPr>
          <p:cNvPicPr>
            <a:picLocks noChangeAspect="1"/>
          </p:cNvPicPr>
          <p:nvPr/>
        </p:nvPicPr>
        <p:blipFill>
          <a:blip r:embed="rId117">
            <a:extLst>
              <a:ext uri="{96DAC541-7B7A-43D3-8B79-37D633B846F1}">
                <asvg:svgBlip xmlns:asvg="http://schemas.microsoft.com/office/drawing/2016/SVG/main" r:embed="rId118"/>
              </a:ext>
            </a:extLst>
          </a:blip>
          <a:stretch>
            <a:fillRect/>
          </a:stretch>
        </p:blipFill>
        <p:spPr>
          <a:xfrm>
            <a:off x="2723695" y="1637538"/>
            <a:ext cx="571500" cy="571500"/>
          </a:xfrm>
          <a:prstGeom prst="rect">
            <a:avLst/>
          </a:prstGeom>
        </p:spPr>
      </p:pic>
      <p:pic>
        <p:nvPicPr>
          <p:cNvPr id="494" name="Рисунок 493">
            <a:extLst>
              <a:ext uri="{FF2B5EF4-FFF2-40B4-BE49-F238E27FC236}">
                <a16:creationId xmlns:a16="http://schemas.microsoft.com/office/drawing/2014/main" id="{125E3235-1F6A-D160-CE22-40EB96208792}"/>
              </a:ext>
            </a:extLst>
          </p:cNvPr>
          <p:cNvPicPr>
            <a:picLocks noChangeAspect="1"/>
          </p:cNvPicPr>
          <p:nvPr/>
        </p:nvPicPr>
        <p:blipFill>
          <a:blip r:embed="rId119">
            <a:extLst>
              <a:ext uri="{96DAC541-7B7A-43D3-8B79-37D633B846F1}">
                <asvg:svgBlip xmlns:asvg="http://schemas.microsoft.com/office/drawing/2016/SVG/main" r:embed="rId120"/>
              </a:ext>
            </a:extLst>
          </a:blip>
          <a:stretch>
            <a:fillRect/>
          </a:stretch>
        </p:blipFill>
        <p:spPr>
          <a:xfrm>
            <a:off x="3685446" y="3321879"/>
            <a:ext cx="571500" cy="571500"/>
          </a:xfrm>
          <a:prstGeom prst="rect">
            <a:avLst/>
          </a:prstGeom>
        </p:spPr>
      </p:pic>
      <p:pic>
        <p:nvPicPr>
          <p:cNvPr id="496" name="Рисунок 495">
            <a:extLst>
              <a:ext uri="{FF2B5EF4-FFF2-40B4-BE49-F238E27FC236}">
                <a16:creationId xmlns:a16="http://schemas.microsoft.com/office/drawing/2014/main" id="{927429D9-1827-0F31-3B5E-44BEBAD12931}"/>
              </a:ext>
            </a:extLst>
          </p:cNvPr>
          <p:cNvPicPr>
            <a:picLocks noChangeAspect="1"/>
          </p:cNvPicPr>
          <p:nvPr/>
        </p:nvPicPr>
        <p:blipFill>
          <a:blip r:embed="rId121">
            <a:extLst>
              <a:ext uri="{96DAC541-7B7A-43D3-8B79-37D633B846F1}">
                <asvg:svgBlip xmlns:asvg="http://schemas.microsoft.com/office/drawing/2016/SVG/main" r:embed="rId122"/>
              </a:ext>
            </a:extLst>
          </a:blip>
          <a:stretch>
            <a:fillRect/>
          </a:stretch>
        </p:blipFill>
        <p:spPr>
          <a:xfrm>
            <a:off x="7460735" y="2465973"/>
            <a:ext cx="571500" cy="571500"/>
          </a:xfrm>
          <a:prstGeom prst="rect">
            <a:avLst/>
          </a:prstGeom>
        </p:spPr>
      </p:pic>
      <p:pic>
        <p:nvPicPr>
          <p:cNvPr id="498" name="Рисунок 497">
            <a:extLst>
              <a:ext uri="{FF2B5EF4-FFF2-40B4-BE49-F238E27FC236}">
                <a16:creationId xmlns:a16="http://schemas.microsoft.com/office/drawing/2014/main" id="{11A732D0-1CAE-6A32-C19E-33A0DF1FF1E6}"/>
              </a:ext>
            </a:extLst>
          </p:cNvPr>
          <p:cNvPicPr>
            <a:picLocks noChangeAspect="1"/>
          </p:cNvPicPr>
          <p:nvPr/>
        </p:nvPicPr>
        <p:blipFill>
          <a:blip r:embed="rId123">
            <a:extLst>
              <a:ext uri="{96DAC541-7B7A-43D3-8B79-37D633B846F1}">
                <asvg:svgBlip xmlns:asvg="http://schemas.microsoft.com/office/drawing/2016/SVG/main" r:embed="rId124"/>
              </a:ext>
            </a:extLst>
          </a:blip>
          <a:stretch>
            <a:fillRect/>
          </a:stretch>
        </p:blipFill>
        <p:spPr>
          <a:xfrm>
            <a:off x="7460735" y="4203835"/>
            <a:ext cx="571500" cy="571500"/>
          </a:xfrm>
          <a:prstGeom prst="rect">
            <a:avLst/>
          </a:prstGeom>
        </p:spPr>
      </p:pic>
      <p:pic>
        <p:nvPicPr>
          <p:cNvPr id="500" name="Рисунок 499">
            <a:extLst>
              <a:ext uri="{FF2B5EF4-FFF2-40B4-BE49-F238E27FC236}">
                <a16:creationId xmlns:a16="http://schemas.microsoft.com/office/drawing/2014/main" id="{84A99C99-2C24-E431-C435-3F1169C1BD53}"/>
              </a:ext>
            </a:extLst>
          </p:cNvPr>
          <p:cNvPicPr>
            <a:picLocks noChangeAspect="1"/>
          </p:cNvPicPr>
          <p:nvPr/>
        </p:nvPicPr>
        <p:blipFill>
          <a:blip r:embed="rId125">
            <a:extLst>
              <a:ext uri="{96DAC541-7B7A-43D3-8B79-37D633B846F1}">
                <asvg:svgBlip xmlns:asvg="http://schemas.microsoft.com/office/drawing/2016/SVG/main" r:embed="rId126"/>
              </a:ext>
            </a:extLst>
          </a:blip>
          <a:stretch>
            <a:fillRect/>
          </a:stretch>
        </p:blipFill>
        <p:spPr>
          <a:xfrm>
            <a:off x="16992511" y="6898509"/>
            <a:ext cx="571500" cy="571500"/>
          </a:xfrm>
          <a:prstGeom prst="rect">
            <a:avLst/>
          </a:prstGeom>
        </p:spPr>
      </p:pic>
      <p:pic>
        <p:nvPicPr>
          <p:cNvPr id="502" name="Рисунок 501">
            <a:extLst>
              <a:ext uri="{FF2B5EF4-FFF2-40B4-BE49-F238E27FC236}">
                <a16:creationId xmlns:a16="http://schemas.microsoft.com/office/drawing/2014/main" id="{95FBCE3F-F64F-851A-2046-9760167D4C06}"/>
              </a:ext>
            </a:extLst>
          </p:cNvPr>
          <p:cNvPicPr>
            <a:picLocks noChangeAspect="1"/>
          </p:cNvPicPr>
          <p:nvPr/>
        </p:nvPicPr>
        <p:blipFill>
          <a:blip r:embed="rId127">
            <a:extLst>
              <a:ext uri="{96DAC541-7B7A-43D3-8B79-37D633B846F1}">
                <asvg:svgBlip xmlns:asvg="http://schemas.microsoft.com/office/drawing/2016/SVG/main" r:embed="rId128"/>
              </a:ext>
            </a:extLst>
          </a:blip>
          <a:stretch>
            <a:fillRect/>
          </a:stretch>
        </p:blipFill>
        <p:spPr>
          <a:xfrm>
            <a:off x="15997438" y="5992589"/>
            <a:ext cx="571500" cy="571500"/>
          </a:xfrm>
          <a:prstGeom prst="rect">
            <a:avLst/>
          </a:prstGeom>
        </p:spPr>
      </p:pic>
      <p:pic>
        <p:nvPicPr>
          <p:cNvPr id="504" name="Рисунок 503">
            <a:extLst>
              <a:ext uri="{FF2B5EF4-FFF2-40B4-BE49-F238E27FC236}">
                <a16:creationId xmlns:a16="http://schemas.microsoft.com/office/drawing/2014/main" id="{174713BF-9360-1FD3-881E-D551875164AA}"/>
              </a:ext>
            </a:extLst>
          </p:cNvPr>
          <p:cNvPicPr>
            <a:picLocks noChangeAspect="1"/>
          </p:cNvPicPr>
          <p:nvPr/>
        </p:nvPicPr>
        <p:blipFill>
          <a:blip r:embed="rId129">
            <a:extLst>
              <a:ext uri="{96DAC541-7B7A-43D3-8B79-37D633B846F1}">
                <asvg:svgBlip xmlns:asvg="http://schemas.microsoft.com/office/drawing/2016/SVG/main" r:embed="rId130"/>
              </a:ext>
            </a:extLst>
          </a:blip>
          <a:stretch>
            <a:fillRect/>
          </a:stretch>
        </p:blipFill>
        <p:spPr>
          <a:xfrm>
            <a:off x="15997438" y="7801538"/>
            <a:ext cx="571500" cy="571500"/>
          </a:xfrm>
          <a:prstGeom prst="rect">
            <a:avLst/>
          </a:prstGeom>
        </p:spPr>
      </p:pic>
      <p:pic>
        <p:nvPicPr>
          <p:cNvPr id="506" name="Рисунок 505">
            <a:extLst>
              <a:ext uri="{FF2B5EF4-FFF2-40B4-BE49-F238E27FC236}">
                <a16:creationId xmlns:a16="http://schemas.microsoft.com/office/drawing/2014/main" id="{D5A442D4-7511-6177-26FC-8F15DD08F6F3}"/>
              </a:ext>
            </a:extLst>
          </p:cNvPr>
          <p:cNvPicPr>
            <a:picLocks noChangeAspect="1"/>
          </p:cNvPicPr>
          <p:nvPr/>
        </p:nvPicPr>
        <p:blipFill>
          <a:blip r:embed="rId131">
            <a:extLst>
              <a:ext uri="{96DAC541-7B7A-43D3-8B79-37D633B846F1}">
                <asvg:svgBlip xmlns:asvg="http://schemas.microsoft.com/office/drawing/2016/SVG/main" r:embed="rId132"/>
              </a:ext>
            </a:extLst>
          </a:blip>
          <a:stretch>
            <a:fillRect/>
          </a:stretch>
        </p:blipFill>
        <p:spPr>
          <a:xfrm>
            <a:off x="13098226" y="6898509"/>
            <a:ext cx="571500" cy="571500"/>
          </a:xfrm>
          <a:prstGeom prst="rect">
            <a:avLst/>
          </a:prstGeom>
        </p:spPr>
      </p:pic>
      <p:pic>
        <p:nvPicPr>
          <p:cNvPr id="508" name="Рисунок 507">
            <a:extLst>
              <a:ext uri="{FF2B5EF4-FFF2-40B4-BE49-F238E27FC236}">
                <a16:creationId xmlns:a16="http://schemas.microsoft.com/office/drawing/2014/main" id="{9FAB054D-9888-9CBC-8D10-B2794C232F9B}"/>
              </a:ext>
            </a:extLst>
          </p:cNvPr>
          <p:cNvPicPr>
            <a:picLocks noChangeAspect="1"/>
          </p:cNvPicPr>
          <p:nvPr/>
        </p:nvPicPr>
        <p:blipFill>
          <a:blip r:embed="rId133">
            <a:extLst>
              <a:ext uri="{96DAC541-7B7A-43D3-8B79-37D633B846F1}">
                <asvg:svgBlip xmlns:asvg="http://schemas.microsoft.com/office/drawing/2016/SVG/main" r:embed="rId134"/>
              </a:ext>
            </a:extLst>
          </a:blip>
          <a:stretch>
            <a:fillRect/>
          </a:stretch>
        </p:blipFill>
        <p:spPr>
          <a:xfrm>
            <a:off x="15019930" y="5992589"/>
            <a:ext cx="571500" cy="571500"/>
          </a:xfrm>
          <a:prstGeom prst="rect">
            <a:avLst/>
          </a:prstGeom>
        </p:spPr>
      </p:pic>
      <p:pic>
        <p:nvPicPr>
          <p:cNvPr id="510" name="Рисунок 509">
            <a:extLst>
              <a:ext uri="{FF2B5EF4-FFF2-40B4-BE49-F238E27FC236}">
                <a16:creationId xmlns:a16="http://schemas.microsoft.com/office/drawing/2014/main" id="{03724DA1-E39B-90B4-226B-E8F9528B83CD}"/>
              </a:ext>
            </a:extLst>
          </p:cNvPr>
          <p:cNvPicPr>
            <a:picLocks noChangeAspect="1"/>
          </p:cNvPicPr>
          <p:nvPr/>
        </p:nvPicPr>
        <p:blipFill>
          <a:blip r:embed="rId135">
            <a:extLst>
              <a:ext uri="{96DAC541-7B7A-43D3-8B79-37D633B846F1}">
                <asvg:svgBlip xmlns:asvg="http://schemas.microsoft.com/office/drawing/2016/SVG/main" r:embed="rId136"/>
              </a:ext>
            </a:extLst>
          </a:blip>
          <a:stretch>
            <a:fillRect/>
          </a:stretch>
        </p:blipFill>
        <p:spPr>
          <a:xfrm>
            <a:off x="14041397" y="5009944"/>
            <a:ext cx="571500" cy="571500"/>
          </a:xfrm>
          <a:prstGeom prst="rect">
            <a:avLst/>
          </a:prstGeom>
        </p:spPr>
      </p:pic>
      <p:pic>
        <p:nvPicPr>
          <p:cNvPr id="512" name="Рисунок 511">
            <a:extLst>
              <a:ext uri="{FF2B5EF4-FFF2-40B4-BE49-F238E27FC236}">
                <a16:creationId xmlns:a16="http://schemas.microsoft.com/office/drawing/2014/main" id="{7A9AE07D-B5BE-8E02-33D3-20D8D25FE193}"/>
              </a:ext>
            </a:extLst>
          </p:cNvPr>
          <p:cNvPicPr>
            <a:picLocks noChangeAspect="1"/>
          </p:cNvPicPr>
          <p:nvPr/>
        </p:nvPicPr>
        <p:blipFill>
          <a:blip r:embed="rId137">
            <a:extLst>
              <a:ext uri="{96DAC541-7B7A-43D3-8B79-37D633B846F1}">
                <asvg:svgBlip xmlns:asvg="http://schemas.microsoft.com/office/drawing/2016/SVG/main" r:embed="rId138"/>
              </a:ext>
            </a:extLst>
          </a:blip>
          <a:stretch>
            <a:fillRect/>
          </a:stretch>
        </p:blipFill>
        <p:spPr>
          <a:xfrm>
            <a:off x="15997438" y="4203835"/>
            <a:ext cx="571500" cy="571500"/>
          </a:xfrm>
          <a:prstGeom prst="rect">
            <a:avLst/>
          </a:prstGeom>
        </p:spPr>
      </p:pic>
      <p:pic>
        <p:nvPicPr>
          <p:cNvPr id="514" name="Рисунок 513">
            <a:extLst>
              <a:ext uri="{FF2B5EF4-FFF2-40B4-BE49-F238E27FC236}">
                <a16:creationId xmlns:a16="http://schemas.microsoft.com/office/drawing/2014/main" id="{97733697-CD5B-F29F-C54E-4CDFFF49277E}"/>
              </a:ext>
            </a:extLst>
          </p:cNvPr>
          <p:cNvPicPr>
            <a:picLocks noChangeAspect="1"/>
          </p:cNvPicPr>
          <p:nvPr/>
        </p:nvPicPr>
        <p:blipFill>
          <a:blip r:embed="rId139">
            <a:extLst>
              <a:ext uri="{96DAC541-7B7A-43D3-8B79-37D633B846F1}">
                <asvg:svgBlip xmlns:asvg="http://schemas.microsoft.com/office/drawing/2016/SVG/main" r:embed="rId140"/>
              </a:ext>
            </a:extLst>
          </a:blip>
          <a:stretch>
            <a:fillRect/>
          </a:stretch>
        </p:blipFill>
        <p:spPr>
          <a:xfrm>
            <a:off x="15019930" y="5009944"/>
            <a:ext cx="571500" cy="571500"/>
          </a:xfrm>
          <a:prstGeom prst="rect">
            <a:avLst/>
          </a:prstGeom>
        </p:spPr>
      </p:pic>
      <p:pic>
        <p:nvPicPr>
          <p:cNvPr id="516" name="Рисунок 515">
            <a:extLst>
              <a:ext uri="{FF2B5EF4-FFF2-40B4-BE49-F238E27FC236}">
                <a16:creationId xmlns:a16="http://schemas.microsoft.com/office/drawing/2014/main" id="{B076FC13-1161-2C5D-A6EA-E7878C54705C}"/>
              </a:ext>
            </a:extLst>
          </p:cNvPr>
          <p:cNvPicPr>
            <a:picLocks noChangeAspect="1"/>
          </p:cNvPicPr>
          <p:nvPr/>
        </p:nvPicPr>
        <p:blipFill>
          <a:blip r:embed="rId141">
            <a:extLst>
              <a:ext uri="{96DAC541-7B7A-43D3-8B79-37D633B846F1}">
                <asvg:svgBlip xmlns:asvg="http://schemas.microsoft.com/office/drawing/2016/SVG/main" r:embed="rId142"/>
              </a:ext>
            </a:extLst>
          </a:blip>
          <a:stretch>
            <a:fillRect/>
          </a:stretch>
        </p:blipFill>
        <p:spPr>
          <a:xfrm>
            <a:off x="15997438" y="5009944"/>
            <a:ext cx="571500" cy="571500"/>
          </a:xfrm>
          <a:prstGeom prst="rect">
            <a:avLst/>
          </a:prstGeom>
        </p:spPr>
      </p:pic>
      <p:pic>
        <p:nvPicPr>
          <p:cNvPr id="518" name="Рисунок 517">
            <a:extLst>
              <a:ext uri="{FF2B5EF4-FFF2-40B4-BE49-F238E27FC236}">
                <a16:creationId xmlns:a16="http://schemas.microsoft.com/office/drawing/2014/main" id="{33D8E0A8-222E-232E-7B94-A2DC8BBA7BA6}"/>
              </a:ext>
            </a:extLst>
          </p:cNvPr>
          <p:cNvPicPr>
            <a:picLocks noChangeAspect="1"/>
          </p:cNvPicPr>
          <p:nvPr/>
        </p:nvPicPr>
        <p:blipFill>
          <a:blip r:embed="rId143">
            <a:extLst>
              <a:ext uri="{96DAC541-7B7A-43D3-8B79-37D633B846F1}">
                <asvg:svgBlip xmlns:asvg="http://schemas.microsoft.com/office/drawing/2016/SVG/main" r:embed="rId144"/>
              </a:ext>
            </a:extLst>
          </a:blip>
          <a:stretch>
            <a:fillRect/>
          </a:stretch>
        </p:blipFill>
        <p:spPr>
          <a:xfrm>
            <a:off x="15997438" y="3321879"/>
            <a:ext cx="571500" cy="571500"/>
          </a:xfrm>
          <a:prstGeom prst="rect">
            <a:avLst/>
          </a:prstGeom>
        </p:spPr>
      </p:pic>
      <p:pic>
        <p:nvPicPr>
          <p:cNvPr id="520" name="Рисунок 519">
            <a:extLst>
              <a:ext uri="{FF2B5EF4-FFF2-40B4-BE49-F238E27FC236}">
                <a16:creationId xmlns:a16="http://schemas.microsoft.com/office/drawing/2014/main" id="{21BE9E59-7A25-21BA-E086-2FD78AF248F0}"/>
              </a:ext>
            </a:extLst>
          </p:cNvPr>
          <p:cNvPicPr>
            <a:picLocks noChangeAspect="1"/>
          </p:cNvPicPr>
          <p:nvPr/>
        </p:nvPicPr>
        <p:blipFill>
          <a:blip r:embed="rId145">
            <a:extLst>
              <a:ext uri="{96DAC541-7B7A-43D3-8B79-37D633B846F1}">
                <asvg:svgBlip xmlns:asvg="http://schemas.microsoft.com/office/drawing/2016/SVG/main" r:embed="rId146"/>
              </a:ext>
            </a:extLst>
          </a:blip>
          <a:stretch>
            <a:fillRect/>
          </a:stretch>
        </p:blipFill>
        <p:spPr>
          <a:xfrm>
            <a:off x="10246126" y="9373646"/>
            <a:ext cx="571500" cy="571500"/>
          </a:xfrm>
          <a:prstGeom prst="rect">
            <a:avLst/>
          </a:prstGeom>
        </p:spPr>
      </p:pic>
      <p:pic>
        <p:nvPicPr>
          <p:cNvPr id="524" name="Рисунок 523">
            <a:extLst>
              <a:ext uri="{FF2B5EF4-FFF2-40B4-BE49-F238E27FC236}">
                <a16:creationId xmlns:a16="http://schemas.microsoft.com/office/drawing/2014/main" id="{367BB83C-2005-6DED-F3B2-12341BD86CFD}"/>
              </a:ext>
            </a:extLst>
          </p:cNvPr>
          <p:cNvPicPr>
            <a:picLocks noChangeAspect="1"/>
          </p:cNvPicPr>
          <p:nvPr/>
        </p:nvPicPr>
        <p:blipFill>
          <a:blip r:embed="rId147">
            <a:extLst>
              <a:ext uri="{96DAC541-7B7A-43D3-8B79-37D633B846F1}">
                <asvg:svgBlip xmlns:asvg="http://schemas.microsoft.com/office/drawing/2016/SVG/main" r:embed="rId148"/>
              </a:ext>
            </a:extLst>
          </a:blip>
          <a:stretch>
            <a:fillRect/>
          </a:stretch>
        </p:blipFill>
        <p:spPr>
          <a:xfrm>
            <a:off x="3685446" y="2465973"/>
            <a:ext cx="571500" cy="571500"/>
          </a:xfrm>
          <a:prstGeom prst="rect">
            <a:avLst/>
          </a:prstGeom>
        </p:spPr>
      </p:pic>
      <p:pic>
        <p:nvPicPr>
          <p:cNvPr id="526" name="Рисунок 525">
            <a:extLst>
              <a:ext uri="{FF2B5EF4-FFF2-40B4-BE49-F238E27FC236}">
                <a16:creationId xmlns:a16="http://schemas.microsoft.com/office/drawing/2014/main" id="{131695C9-9A59-AC74-AD45-92A1F187BF34}"/>
              </a:ext>
            </a:extLst>
          </p:cNvPr>
          <p:cNvPicPr>
            <a:picLocks noChangeAspect="1"/>
          </p:cNvPicPr>
          <p:nvPr/>
        </p:nvPicPr>
        <p:blipFill>
          <a:blip r:embed="rId149">
            <a:extLst>
              <a:ext uri="{96DAC541-7B7A-43D3-8B79-37D633B846F1}">
                <asvg:svgBlip xmlns:asvg="http://schemas.microsoft.com/office/drawing/2016/SVG/main" r:embed="rId150"/>
              </a:ext>
            </a:extLst>
          </a:blip>
          <a:stretch>
            <a:fillRect/>
          </a:stretch>
        </p:blipFill>
        <p:spPr>
          <a:xfrm>
            <a:off x="4629269" y="2465973"/>
            <a:ext cx="571500" cy="571500"/>
          </a:xfrm>
          <a:prstGeom prst="rect">
            <a:avLst/>
          </a:prstGeom>
        </p:spPr>
      </p:pic>
      <p:pic>
        <p:nvPicPr>
          <p:cNvPr id="528" name="Рисунок 527">
            <a:extLst>
              <a:ext uri="{FF2B5EF4-FFF2-40B4-BE49-F238E27FC236}">
                <a16:creationId xmlns:a16="http://schemas.microsoft.com/office/drawing/2014/main" id="{15C6C993-471C-3811-C8B2-12F971141C0D}"/>
              </a:ext>
            </a:extLst>
          </p:cNvPr>
          <p:cNvPicPr>
            <a:picLocks noChangeAspect="1"/>
          </p:cNvPicPr>
          <p:nvPr/>
        </p:nvPicPr>
        <p:blipFill>
          <a:blip r:embed="rId151">
            <a:extLst>
              <a:ext uri="{96DAC541-7B7A-43D3-8B79-37D633B846F1}">
                <asvg:svgBlip xmlns:asvg="http://schemas.microsoft.com/office/drawing/2016/SVG/main" r:embed="rId152"/>
              </a:ext>
            </a:extLst>
          </a:blip>
          <a:stretch>
            <a:fillRect/>
          </a:stretch>
        </p:blipFill>
        <p:spPr>
          <a:xfrm>
            <a:off x="15997438" y="2465973"/>
            <a:ext cx="571500" cy="571500"/>
          </a:xfrm>
          <a:prstGeom prst="rect">
            <a:avLst/>
          </a:prstGeom>
        </p:spPr>
      </p:pic>
      <p:pic>
        <p:nvPicPr>
          <p:cNvPr id="530" name="Рисунок 529">
            <a:extLst>
              <a:ext uri="{FF2B5EF4-FFF2-40B4-BE49-F238E27FC236}">
                <a16:creationId xmlns:a16="http://schemas.microsoft.com/office/drawing/2014/main" id="{98464BD3-74D5-E4F7-26B5-9791B95B4B00}"/>
              </a:ext>
            </a:extLst>
          </p:cNvPr>
          <p:cNvPicPr>
            <a:picLocks noChangeAspect="1"/>
          </p:cNvPicPr>
          <p:nvPr/>
        </p:nvPicPr>
        <p:blipFill>
          <a:blip r:embed="rId153">
            <a:extLst>
              <a:ext uri="{96DAC541-7B7A-43D3-8B79-37D633B846F1}">
                <asvg:svgBlip xmlns:asvg="http://schemas.microsoft.com/office/drawing/2016/SVG/main" r:embed="rId154"/>
              </a:ext>
            </a:extLst>
          </a:blip>
          <a:stretch>
            <a:fillRect/>
          </a:stretch>
        </p:blipFill>
        <p:spPr>
          <a:xfrm>
            <a:off x="2723695" y="3321879"/>
            <a:ext cx="571500" cy="571500"/>
          </a:xfrm>
          <a:prstGeom prst="rect">
            <a:avLst/>
          </a:prstGeom>
        </p:spPr>
      </p:pic>
      <p:pic>
        <p:nvPicPr>
          <p:cNvPr id="532" name="Рисунок 531">
            <a:extLst>
              <a:ext uri="{FF2B5EF4-FFF2-40B4-BE49-F238E27FC236}">
                <a16:creationId xmlns:a16="http://schemas.microsoft.com/office/drawing/2014/main" id="{DA5F55B9-285F-7A7E-A661-2C4C96C3C198}"/>
              </a:ext>
            </a:extLst>
          </p:cNvPr>
          <p:cNvPicPr>
            <a:picLocks noChangeAspect="1"/>
          </p:cNvPicPr>
          <p:nvPr/>
        </p:nvPicPr>
        <p:blipFill>
          <a:blip r:embed="rId155">
            <a:extLst>
              <a:ext uri="{96DAC541-7B7A-43D3-8B79-37D633B846F1}">
                <asvg:svgBlip xmlns:asvg="http://schemas.microsoft.com/office/drawing/2016/SVG/main" r:embed="rId156"/>
              </a:ext>
            </a:extLst>
          </a:blip>
          <a:stretch>
            <a:fillRect/>
          </a:stretch>
        </p:blipFill>
        <p:spPr>
          <a:xfrm>
            <a:off x="5537233" y="3321879"/>
            <a:ext cx="571500" cy="571500"/>
          </a:xfrm>
          <a:prstGeom prst="rect">
            <a:avLst/>
          </a:prstGeom>
        </p:spPr>
      </p:pic>
      <p:pic>
        <p:nvPicPr>
          <p:cNvPr id="534" name="Рисунок 533">
            <a:extLst>
              <a:ext uri="{FF2B5EF4-FFF2-40B4-BE49-F238E27FC236}">
                <a16:creationId xmlns:a16="http://schemas.microsoft.com/office/drawing/2014/main" id="{A7A29FF4-6BCA-7D62-6732-F137575A3460}"/>
              </a:ext>
            </a:extLst>
          </p:cNvPr>
          <p:cNvPicPr>
            <a:picLocks noChangeAspect="1"/>
          </p:cNvPicPr>
          <p:nvPr/>
        </p:nvPicPr>
        <p:blipFill>
          <a:blip r:embed="rId157">
            <a:extLst>
              <a:ext uri="{96DAC541-7B7A-43D3-8B79-37D633B846F1}">
                <asvg:svgBlip xmlns:asvg="http://schemas.microsoft.com/office/drawing/2016/SVG/main" r:embed="rId158"/>
              </a:ext>
            </a:extLst>
          </a:blip>
          <a:stretch>
            <a:fillRect/>
          </a:stretch>
        </p:blipFill>
        <p:spPr>
          <a:xfrm>
            <a:off x="16992511" y="1637538"/>
            <a:ext cx="571500" cy="571500"/>
          </a:xfrm>
          <a:prstGeom prst="rect">
            <a:avLst/>
          </a:prstGeom>
        </p:spPr>
      </p:pic>
      <p:pic>
        <p:nvPicPr>
          <p:cNvPr id="536" name="Рисунок 535">
            <a:extLst>
              <a:ext uri="{FF2B5EF4-FFF2-40B4-BE49-F238E27FC236}">
                <a16:creationId xmlns:a16="http://schemas.microsoft.com/office/drawing/2014/main" id="{27157511-FE21-604B-01FD-D46E1D1A39CA}"/>
              </a:ext>
            </a:extLst>
          </p:cNvPr>
          <p:cNvPicPr>
            <a:picLocks noChangeAspect="1"/>
          </p:cNvPicPr>
          <p:nvPr/>
        </p:nvPicPr>
        <p:blipFill>
          <a:blip r:embed="rId159">
            <a:extLst>
              <a:ext uri="{96DAC541-7B7A-43D3-8B79-37D633B846F1}">
                <asvg:svgBlip xmlns:asvg="http://schemas.microsoft.com/office/drawing/2016/SVG/main" r:embed="rId160"/>
              </a:ext>
            </a:extLst>
          </a:blip>
          <a:stretch>
            <a:fillRect/>
          </a:stretch>
        </p:blipFill>
        <p:spPr>
          <a:xfrm>
            <a:off x="15997438" y="1637538"/>
            <a:ext cx="571500" cy="571500"/>
          </a:xfrm>
          <a:prstGeom prst="rect">
            <a:avLst/>
          </a:prstGeom>
        </p:spPr>
      </p:pic>
      <p:pic>
        <p:nvPicPr>
          <p:cNvPr id="538" name="Рисунок 537">
            <a:extLst>
              <a:ext uri="{FF2B5EF4-FFF2-40B4-BE49-F238E27FC236}">
                <a16:creationId xmlns:a16="http://schemas.microsoft.com/office/drawing/2014/main" id="{0056AF25-1D09-2A88-183D-4DB3EAD052BA}"/>
              </a:ext>
            </a:extLst>
          </p:cNvPr>
          <p:cNvPicPr>
            <a:picLocks noChangeAspect="1"/>
          </p:cNvPicPr>
          <p:nvPr/>
        </p:nvPicPr>
        <p:blipFill>
          <a:blip r:embed="rId161">
            <a:extLst>
              <a:ext uri="{96DAC541-7B7A-43D3-8B79-37D633B846F1}">
                <asvg:svgBlip xmlns:asvg="http://schemas.microsoft.com/office/drawing/2016/SVG/main" r:embed="rId162"/>
              </a:ext>
            </a:extLst>
          </a:blip>
          <a:stretch>
            <a:fillRect/>
          </a:stretch>
        </p:blipFill>
        <p:spPr>
          <a:xfrm>
            <a:off x="6481056" y="5009944"/>
            <a:ext cx="571500" cy="571500"/>
          </a:xfrm>
          <a:prstGeom prst="rect">
            <a:avLst/>
          </a:prstGeom>
        </p:spPr>
      </p:pic>
      <p:pic>
        <p:nvPicPr>
          <p:cNvPr id="540" name="Рисунок 539">
            <a:extLst>
              <a:ext uri="{FF2B5EF4-FFF2-40B4-BE49-F238E27FC236}">
                <a16:creationId xmlns:a16="http://schemas.microsoft.com/office/drawing/2014/main" id="{BAFB01CE-A251-3B10-8D59-5FB41DE944DB}"/>
              </a:ext>
            </a:extLst>
          </p:cNvPr>
          <p:cNvPicPr>
            <a:picLocks noChangeAspect="1"/>
          </p:cNvPicPr>
          <p:nvPr/>
        </p:nvPicPr>
        <p:blipFill>
          <a:blip r:embed="rId163">
            <a:extLst>
              <a:ext uri="{96DAC541-7B7A-43D3-8B79-37D633B846F1}">
                <asvg:svgBlip xmlns:asvg="http://schemas.microsoft.com/office/drawing/2016/SVG/main" r:embed="rId164"/>
              </a:ext>
            </a:extLst>
          </a:blip>
          <a:stretch>
            <a:fillRect/>
          </a:stretch>
        </p:blipFill>
        <p:spPr>
          <a:xfrm>
            <a:off x="15019930" y="1637538"/>
            <a:ext cx="571500" cy="571500"/>
          </a:xfrm>
          <a:prstGeom prst="rect">
            <a:avLst/>
          </a:prstGeom>
        </p:spPr>
      </p:pic>
      <p:pic>
        <p:nvPicPr>
          <p:cNvPr id="542" name="Рисунок 541">
            <a:extLst>
              <a:ext uri="{FF2B5EF4-FFF2-40B4-BE49-F238E27FC236}">
                <a16:creationId xmlns:a16="http://schemas.microsoft.com/office/drawing/2014/main" id="{5278FF63-F361-B160-7718-576A232791FC}"/>
              </a:ext>
            </a:extLst>
          </p:cNvPr>
          <p:cNvPicPr>
            <a:picLocks noChangeAspect="1"/>
          </p:cNvPicPr>
          <p:nvPr/>
        </p:nvPicPr>
        <p:blipFill>
          <a:blip r:embed="rId165">
            <a:extLst>
              <a:ext uri="{96DAC541-7B7A-43D3-8B79-37D633B846F1}">
                <asvg:svgBlip xmlns:asvg="http://schemas.microsoft.com/office/drawing/2016/SVG/main" r:embed="rId166"/>
              </a:ext>
            </a:extLst>
          </a:blip>
          <a:stretch>
            <a:fillRect/>
          </a:stretch>
        </p:blipFill>
        <p:spPr>
          <a:xfrm>
            <a:off x="6481056" y="1637538"/>
            <a:ext cx="571500" cy="571500"/>
          </a:xfrm>
          <a:prstGeom prst="rect">
            <a:avLst/>
          </a:prstGeom>
        </p:spPr>
      </p:pic>
      <p:pic>
        <p:nvPicPr>
          <p:cNvPr id="544" name="Рисунок 543">
            <a:extLst>
              <a:ext uri="{FF2B5EF4-FFF2-40B4-BE49-F238E27FC236}">
                <a16:creationId xmlns:a16="http://schemas.microsoft.com/office/drawing/2014/main" id="{F1F39BEE-7793-0BAA-8405-C1E3BC3419DF}"/>
              </a:ext>
            </a:extLst>
          </p:cNvPr>
          <p:cNvPicPr>
            <a:picLocks noChangeAspect="1"/>
          </p:cNvPicPr>
          <p:nvPr/>
        </p:nvPicPr>
        <p:blipFill>
          <a:blip r:embed="rId167">
            <a:extLst>
              <a:ext uri="{96DAC541-7B7A-43D3-8B79-37D633B846F1}">
                <asvg:svgBlip xmlns:asvg="http://schemas.microsoft.com/office/drawing/2016/SVG/main" r:embed="rId168"/>
              </a:ext>
            </a:extLst>
          </a:blip>
          <a:stretch>
            <a:fillRect/>
          </a:stretch>
        </p:blipFill>
        <p:spPr>
          <a:xfrm>
            <a:off x="14041397" y="1637538"/>
            <a:ext cx="571500" cy="571500"/>
          </a:xfrm>
          <a:prstGeom prst="rect">
            <a:avLst/>
          </a:prstGeom>
        </p:spPr>
      </p:pic>
      <p:pic>
        <p:nvPicPr>
          <p:cNvPr id="546" name="Рисунок 545">
            <a:extLst>
              <a:ext uri="{FF2B5EF4-FFF2-40B4-BE49-F238E27FC236}">
                <a16:creationId xmlns:a16="http://schemas.microsoft.com/office/drawing/2014/main" id="{6D707D33-5E09-933D-B4B3-B0A23683CCE8}"/>
              </a:ext>
            </a:extLst>
          </p:cNvPr>
          <p:cNvPicPr>
            <a:picLocks noChangeAspect="1"/>
          </p:cNvPicPr>
          <p:nvPr/>
        </p:nvPicPr>
        <p:blipFill>
          <a:blip r:embed="rId169">
            <a:extLst>
              <a:ext uri="{96DAC541-7B7A-43D3-8B79-37D633B846F1}">
                <asvg:svgBlip xmlns:asvg="http://schemas.microsoft.com/office/drawing/2016/SVG/main" r:embed="rId170"/>
              </a:ext>
            </a:extLst>
          </a:blip>
          <a:stretch>
            <a:fillRect/>
          </a:stretch>
        </p:blipFill>
        <p:spPr>
          <a:xfrm>
            <a:off x="4629269" y="3321879"/>
            <a:ext cx="571500" cy="571500"/>
          </a:xfrm>
          <a:prstGeom prst="rect">
            <a:avLst/>
          </a:prstGeom>
        </p:spPr>
      </p:pic>
      <p:pic>
        <p:nvPicPr>
          <p:cNvPr id="548" name="Рисунок 547">
            <a:extLst>
              <a:ext uri="{FF2B5EF4-FFF2-40B4-BE49-F238E27FC236}">
                <a16:creationId xmlns:a16="http://schemas.microsoft.com/office/drawing/2014/main" id="{0BEC00B3-9627-E405-1E05-D0757B74E666}"/>
              </a:ext>
            </a:extLst>
          </p:cNvPr>
          <p:cNvPicPr>
            <a:picLocks noChangeAspect="1"/>
          </p:cNvPicPr>
          <p:nvPr/>
        </p:nvPicPr>
        <p:blipFill>
          <a:blip r:embed="rId171">
            <a:extLst>
              <a:ext uri="{96DAC541-7B7A-43D3-8B79-37D633B846F1}">
                <asvg:svgBlip xmlns:asvg="http://schemas.microsoft.com/office/drawing/2016/SVG/main" r:embed="rId172"/>
              </a:ext>
            </a:extLst>
          </a:blip>
          <a:stretch>
            <a:fillRect/>
          </a:stretch>
        </p:blipFill>
        <p:spPr>
          <a:xfrm>
            <a:off x="13098226" y="1637538"/>
            <a:ext cx="571500" cy="571500"/>
          </a:xfrm>
          <a:prstGeom prst="rect">
            <a:avLst/>
          </a:prstGeom>
        </p:spPr>
      </p:pic>
      <p:pic>
        <p:nvPicPr>
          <p:cNvPr id="550" name="Рисунок 549">
            <a:extLst>
              <a:ext uri="{FF2B5EF4-FFF2-40B4-BE49-F238E27FC236}">
                <a16:creationId xmlns:a16="http://schemas.microsoft.com/office/drawing/2014/main" id="{4A632B38-102D-22FC-5408-4370A5620A5D}"/>
              </a:ext>
            </a:extLst>
          </p:cNvPr>
          <p:cNvPicPr>
            <a:picLocks noChangeAspect="1"/>
          </p:cNvPicPr>
          <p:nvPr/>
        </p:nvPicPr>
        <p:blipFill>
          <a:blip r:embed="rId173">
            <a:extLst>
              <a:ext uri="{96DAC541-7B7A-43D3-8B79-37D633B846F1}">
                <asvg:svgBlip xmlns:asvg="http://schemas.microsoft.com/office/drawing/2016/SVG/main" r:embed="rId174"/>
              </a:ext>
            </a:extLst>
          </a:blip>
          <a:stretch>
            <a:fillRect/>
          </a:stretch>
        </p:blipFill>
        <p:spPr>
          <a:xfrm>
            <a:off x="10310128" y="1637538"/>
            <a:ext cx="571500" cy="571500"/>
          </a:xfrm>
          <a:prstGeom prst="rect">
            <a:avLst/>
          </a:prstGeom>
        </p:spPr>
      </p:pic>
      <p:pic>
        <p:nvPicPr>
          <p:cNvPr id="552" name="Рисунок 551">
            <a:extLst>
              <a:ext uri="{FF2B5EF4-FFF2-40B4-BE49-F238E27FC236}">
                <a16:creationId xmlns:a16="http://schemas.microsoft.com/office/drawing/2014/main" id="{5BD7C58A-E46C-32AE-1DB0-DB9B35097559}"/>
              </a:ext>
            </a:extLst>
          </p:cNvPr>
          <p:cNvPicPr>
            <a:picLocks noChangeAspect="1"/>
          </p:cNvPicPr>
          <p:nvPr/>
        </p:nvPicPr>
        <p:blipFill>
          <a:blip r:embed="rId175">
            <a:extLst>
              <a:ext uri="{96DAC541-7B7A-43D3-8B79-37D633B846F1}">
                <asvg:svgBlip xmlns:asvg="http://schemas.microsoft.com/office/drawing/2016/SVG/main" r:embed="rId176"/>
              </a:ext>
            </a:extLst>
          </a:blip>
          <a:stretch>
            <a:fillRect/>
          </a:stretch>
        </p:blipFill>
        <p:spPr>
          <a:xfrm>
            <a:off x="12120606" y="1637538"/>
            <a:ext cx="571500" cy="571500"/>
          </a:xfrm>
          <a:prstGeom prst="rect">
            <a:avLst/>
          </a:prstGeom>
        </p:spPr>
      </p:pic>
      <p:pic>
        <p:nvPicPr>
          <p:cNvPr id="554" name="Рисунок 553">
            <a:extLst>
              <a:ext uri="{FF2B5EF4-FFF2-40B4-BE49-F238E27FC236}">
                <a16:creationId xmlns:a16="http://schemas.microsoft.com/office/drawing/2014/main" id="{FA4AD04B-9B1C-D474-67FC-C4B754D0693D}"/>
              </a:ext>
            </a:extLst>
          </p:cNvPr>
          <p:cNvPicPr>
            <a:picLocks noChangeAspect="1"/>
          </p:cNvPicPr>
          <p:nvPr/>
        </p:nvPicPr>
        <p:blipFill>
          <a:blip r:embed="rId177">
            <a:extLst>
              <a:ext uri="{96DAC541-7B7A-43D3-8B79-37D633B846F1}">
                <asvg:svgBlip xmlns:asvg="http://schemas.microsoft.com/office/drawing/2016/SVG/main" r:embed="rId178"/>
              </a:ext>
            </a:extLst>
          </a:blip>
          <a:stretch>
            <a:fillRect/>
          </a:stretch>
        </p:blipFill>
        <p:spPr>
          <a:xfrm>
            <a:off x="11182231" y="1637538"/>
            <a:ext cx="571500" cy="571500"/>
          </a:xfrm>
          <a:prstGeom prst="rect">
            <a:avLst/>
          </a:prstGeom>
        </p:spPr>
      </p:pic>
      <p:pic>
        <p:nvPicPr>
          <p:cNvPr id="556" name="Рисунок 555">
            <a:extLst>
              <a:ext uri="{FF2B5EF4-FFF2-40B4-BE49-F238E27FC236}">
                <a16:creationId xmlns:a16="http://schemas.microsoft.com/office/drawing/2014/main" id="{64C9A2D6-A33C-3981-EED8-B87759E059EA}"/>
              </a:ext>
            </a:extLst>
          </p:cNvPr>
          <p:cNvPicPr>
            <a:picLocks noChangeAspect="1"/>
          </p:cNvPicPr>
          <p:nvPr/>
        </p:nvPicPr>
        <p:blipFill>
          <a:blip r:embed="rId179">
            <a:extLst>
              <a:ext uri="{96DAC541-7B7A-43D3-8B79-37D633B846F1}">
                <asvg:svgBlip xmlns:asvg="http://schemas.microsoft.com/office/drawing/2016/SVG/main" r:embed="rId180"/>
              </a:ext>
            </a:extLst>
          </a:blip>
          <a:stretch>
            <a:fillRect/>
          </a:stretch>
        </p:blipFill>
        <p:spPr>
          <a:xfrm>
            <a:off x="11183366" y="9373646"/>
            <a:ext cx="571500" cy="571500"/>
          </a:xfrm>
          <a:prstGeom prst="rect">
            <a:avLst/>
          </a:prstGeom>
        </p:spPr>
      </p:pic>
      <p:pic>
        <p:nvPicPr>
          <p:cNvPr id="558" name="Рисунок 557">
            <a:extLst>
              <a:ext uri="{FF2B5EF4-FFF2-40B4-BE49-F238E27FC236}">
                <a16:creationId xmlns:a16="http://schemas.microsoft.com/office/drawing/2014/main" id="{C1C892BD-AD46-8A46-3ABF-7DA9EB04802E}"/>
              </a:ext>
            </a:extLst>
          </p:cNvPr>
          <p:cNvPicPr>
            <a:picLocks noChangeAspect="1"/>
          </p:cNvPicPr>
          <p:nvPr/>
        </p:nvPicPr>
        <p:blipFill>
          <a:blip r:embed="rId181">
            <a:extLst>
              <a:ext uri="{96DAC541-7B7A-43D3-8B79-37D633B846F1}">
                <asvg:svgBlip xmlns:asvg="http://schemas.microsoft.com/office/drawing/2016/SVG/main" r:embed="rId182"/>
              </a:ext>
            </a:extLst>
          </a:blip>
          <a:stretch>
            <a:fillRect/>
          </a:stretch>
        </p:blipFill>
        <p:spPr>
          <a:xfrm>
            <a:off x="4629269" y="1637538"/>
            <a:ext cx="571500" cy="571500"/>
          </a:xfrm>
          <a:prstGeom prst="rect">
            <a:avLst/>
          </a:prstGeom>
        </p:spPr>
      </p:pic>
      <p:pic>
        <p:nvPicPr>
          <p:cNvPr id="560" name="Рисунок 559">
            <a:extLst>
              <a:ext uri="{FF2B5EF4-FFF2-40B4-BE49-F238E27FC236}">
                <a16:creationId xmlns:a16="http://schemas.microsoft.com/office/drawing/2014/main" id="{9703DE6E-6529-F71B-7CA2-278DD98ACCCE}"/>
              </a:ext>
            </a:extLst>
          </p:cNvPr>
          <p:cNvPicPr>
            <a:picLocks noChangeAspect="1"/>
          </p:cNvPicPr>
          <p:nvPr/>
        </p:nvPicPr>
        <p:blipFill>
          <a:blip r:embed="rId183">
            <a:extLst>
              <a:ext uri="{96DAC541-7B7A-43D3-8B79-37D633B846F1}">
                <asvg:svgBlip xmlns:asvg="http://schemas.microsoft.com/office/drawing/2016/SVG/main" r:embed="rId184"/>
              </a:ext>
            </a:extLst>
          </a:blip>
          <a:stretch>
            <a:fillRect/>
          </a:stretch>
        </p:blipFill>
        <p:spPr>
          <a:xfrm>
            <a:off x="3685446" y="1637538"/>
            <a:ext cx="571500" cy="571500"/>
          </a:xfrm>
          <a:prstGeom prst="rect">
            <a:avLst/>
          </a:prstGeom>
        </p:spPr>
      </p:pic>
      <p:pic>
        <p:nvPicPr>
          <p:cNvPr id="562" name="Рисунок 561">
            <a:extLst>
              <a:ext uri="{FF2B5EF4-FFF2-40B4-BE49-F238E27FC236}">
                <a16:creationId xmlns:a16="http://schemas.microsoft.com/office/drawing/2014/main" id="{D299B65D-F5EE-D44D-3BA8-74187E5B27D5}"/>
              </a:ext>
            </a:extLst>
          </p:cNvPr>
          <p:cNvPicPr>
            <a:picLocks noChangeAspect="1"/>
          </p:cNvPicPr>
          <p:nvPr/>
        </p:nvPicPr>
        <p:blipFill>
          <a:blip r:embed="rId185">
            <a:extLst>
              <a:ext uri="{96DAC541-7B7A-43D3-8B79-37D633B846F1}">
                <asvg:svgBlip xmlns:asvg="http://schemas.microsoft.com/office/drawing/2016/SVG/main" r:embed="rId186"/>
              </a:ext>
            </a:extLst>
          </a:blip>
          <a:stretch>
            <a:fillRect/>
          </a:stretch>
        </p:blipFill>
        <p:spPr>
          <a:xfrm>
            <a:off x="5537233" y="1637538"/>
            <a:ext cx="571500" cy="571500"/>
          </a:xfrm>
          <a:prstGeom prst="rect">
            <a:avLst/>
          </a:prstGeom>
        </p:spPr>
      </p:pic>
      <p:pic>
        <p:nvPicPr>
          <p:cNvPr id="564" name="Рисунок 563">
            <a:extLst>
              <a:ext uri="{FF2B5EF4-FFF2-40B4-BE49-F238E27FC236}">
                <a16:creationId xmlns:a16="http://schemas.microsoft.com/office/drawing/2014/main" id="{CDBA5ECE-F65E-967F-4EB2-95DD167B08EE}"/>
              </a:ext>
            </a:extLst>
          </p:cNvPr>
          <p:cNvPicPr>
            <a:picLocks noChangeAspect="1"/>
          </p:cNvPicPr>
          <p:nvPr/>
        </p:nvPicPr>
        <p:blipFill>
          <a:blip r:embed="rId187">
            <a:extLst>
              <a:ext uri="{96DAC541-7B7A-43D3-8B79-37D633B846F1}">
                <asvg:svgBlip xmlns:asvg="http://schemas.microsoft.com/office/drawing/2016/SVG/main" r:embed="rId188"/>
              </a:ext>
            </a:extLst>
          </a:blip>
          <a:stretch>
            <a:fillRect/>
          </a:stretch>
        </p:blipFill>
        <p:spPr>
          <a:xfrm>
            <a:off x="837166" y="1637538"/>
            <a:ext cx="571500" cy="571500"/>
          </a:xfrm>
          <a:prstGeom prst="rect">
            <a:avLst/>
          </a:prstGeom>
        </p:spPr>
      </p:pic>
      <p:pic>
        <p:nvPicPr>
          <p:cNvPr id="566" name="Рисунок 565">
            <a:extLst>
              <a:ext uri="{FF2B5EF4-FFF2-40B4-BE49-F238E27FC236}">
                <a16:creationId xmlns:a16="http://schemas.microsoft.com/office/drawing/2014/main" id="{97DF3F3E-D7C5-A2B5-270B-F20DF3E7A6AC}"/>
              </a:ext>
            </a:extLst>
          </p:cNvPr>
          <p:cNvPicPr>
            <a:picLocks noChangeAspect="1"/>
          </p:cNvPicPr>
          <p:nvPr/>
        </p:nvPicPr>
        <p:blipFill>
          <a:blip r:embed="rId189">
            <a:extLst>
              <a:ext uri="{96DAC541-7B7A-43D3-8B79-37D633B846F1}">
                <asvg:svgBlip xmlns:asvg="http://schemas.microsoft.com/office/drawing/2016/SVG/main" r:embed="rId190"/>
              </a:ext>
            </a:extLst>
          </a:blip>
          <a:stretch>
            <a:fillRect/>
          </a:stretch>
        </p:blipFill>
        <p:spPr>
          <a:xfrm>
            <a:off x="1761943" y="1637538"/>
            <a:ext cx="571500" cy="571500"/>
          </a:xfrm>
          <a:prstGeom prst="rect">
            <a:avLst/>
          </a:prstGeom>
        </p:spPr>
      </p:pic>
      <p:pic>
        <p:nvPicPr>
          <p:cNvPr id="568" name="Рисунок 567">
            <a:extLst>
              <a:ext uri="{FF2B5EF4-FFF2-40B4-BE49-F238E27FC236}">
                <a16:creationId xmlns:a16="http://schemas.microsoft.com/office/drawing/2014/main" id="{F427A98A-DFF5-6668-4D53-7531D9757B41}"/>
              </a:ext>
            </a:extLst>
          </p:cNvPr>
          <p:cNvPicPr>
            <a:picLocks noChangeAspect="1"/>
          </p:cNvPicPr>
          <p:nvPr/>
        </p:nvPicPr>
        <p:blipFill>
          <a:blip r:embed="rId191">
            <a:extLst>
              <a:ext uri="{96DAC541-7B7A-43D3-8B79-37D633B846F1}">
                <asvg:svgBlip xmlns:asvg="http://schemas.microsoft.com/office/drawing/2016/SVG/main" r:embed="rId192"/>
              </a:ext>
            </a:extLst>
          </a:blip>
          <a:stretch>
            <a:fillRect/>
          </a:stretch>
        </p:blipFill>
        <p:spPr>
          <a:xfrm>
            <a:off x="1761943" y="2465973"/>
            <a:ext cx="571500" cy="571500"/>
          </a:xfrm>
          <a:prstGeom prst="rect">
            <a:avLst/>
          </a:prstGeom>
        </p:spPr>
      </p:pic>
      <p:pic>
        <p:nvPicPr>
          <p:cNvPr id="570" name="Рисунок 569">
            <a:extLst>
              <a:ext uri="{FF2B5EF4-FFF2-40B4-BE49-F238E27FC236}">
                <a16:creationId xmlns:a16="http://schemas.microsoft.com/office/drawing/2014/main" id="{84E4EEC7-113A-B4CD-B2D3-C7CFFEE6F5B2}"/>
              </a:ext>
            </a:extLst>
          </p:cNvPr>
          <p:cNvPicPr>
            <a:picLocks noChangeAspect="1"/>
          </p:cNvPicPr>
          <p:nvPr/>
        </p:nvPicPr>
        <p:blipFill>
          <a:blip r:embed="rId193">
            <a:extLst>
              <a:ext uri="{96DAC541-7B7A-43D3-8B79-37D633B846F1}">
                <asvg:svgBlip xmlns:asvg="http://schemas.microsoft.com/office/drawing/2016/SVG/main" r:embed="rId194"/>
              </a:ext>
            </a:extLst>
          </a:blip>
          <a:stretch>
            <a:fillRect/>
          </a:stretch>
        </p:blipFill>
        <p:spPr>
          <a:xfrm>
            <a:off x="2723695" y="2465973"/>
            <a:ext cx="571500" cy="571500"/>
          </a:xfrm>
          <a:prstGeom prst="rect">
            <a:avLst/>
          </a:prstGeom>
        </p:spPr>
      </p:pic>
      <p:pic>
        <p:nvPicPr>
          <p:cNvPr id="572" name="Рисунок 571">
            <a:extLst>
              <a:ext uri="{FF2B5EF4-FFF2-40B4-BE49-F238E27FC236}">
                <a16:creationId xmlns:a16="http://schemas.microsoft.com/office/drawing/2014/main" id="{549D9C9D-1769-7A7E-3A99-75EEB639A7CF}"/>
              </a:ext>
            </a:extLst>
          </p:cNvPr>
          <p:cNvPicPr>
            <a:picLocks noChangeAspect="1"/>
          </p:cNvPicPr>
          <p:nvPr/>
        </p:nvPicPr>
        <p:blipFill>
          <a:blip r:embed="rId195">
            <a:extLst>
              <a:ext uri="{96DAC541-7B7A-43D3-8B79-37D633B846F1}">
                <asvg:svgBlip xmlns:asvg="http://schemas.microsoft.com/office/drawing/2016/SVG/main" r:embed="rId196"/>
              </a:ext>
            </a:extLst>
          </a:blip>
          <a:stretch>
            <a:fillRect/>
          </a:stretch>
        </p:blipFill>
        <p:spPr>
          <a:xfrm>
            <a:off x="4629269" y="5992589"/>
            <a:ext cx="571500" cy="571500"/>
          </a:xfrm>
          <a:prstGeom prst="rect">
            <a:avLst/>
          </a:prstGeom>
        </p:spPr>
      </p:pic>
      <p:pic>
        <p:nvPicPr>
          <p:cNvPr id="574" name="Рисунок 573">
            <a:extLst>
              <a:ext uri="{FF2B5EF4-FFF2-40B4-BE49-F238E27FC236}">
                <a16:creationId xmlns:a16="http://schemas.microsoft.com/office/drawing/2014/main" id="{27F8C111-6E1E-648A-F91B-D7AAD762C663}"/>
              </a:ext>
            </a:extLst>
          </p:cNvPr>
          <p:cNvPicPr>
            <a:picLocks noChangeAspect="1"/>
          </p:cNvPicPr>
          <p:nvPr/>
        </p:nvPicPr>
        <p:blipFill>
          <a:blip r:embed="rId197">
            <a:extLst>
              <a:ext uri="{96DAC541-7B7A-43D3-8B79-37D633B846F1}">
                <asvg:svgBlip xmlns:asvg="http://schemas.microsoft.com/office/drawing/2016/SVG/main" r:embed="rId198"/>
              </a:ext>
            </a:extLst>
          </a:blip>
          <a:stretch>
            <a:fillRect/>
          </a:stretch>
        </p:blipFill>
        <p:spPr>
          <a:xfrm>
            <a:off x="2723695" y="4203835"/>
            <a:ext cx="571500" cy="571500"/>
          </a:xfrm>
          <a:prstGeom prst="rect">
            <a:avLst/>
          </a:prstGeom>
        </p:spPr>
      </p:pic>
      <p:pic>
        <p:nvPicPr>
          <p:cNvPr id="576" name="Рисунок 575">
            <a:extLst>
              <a:ext uri="{FF2B5EF4-FFF2-40B4-BE49-F238E27FC236}">
                <a16:creationId xmlns:a16="http://schemas.microsoft.com/office/drawing/2014/main" id="{4FD5E98F-1C51-7336-C0FC-85BA70DA3EF6}"/>
              </a:ext>
            </a:extLst>
          </p:cNvPr>
          <p:cNvPicPr>
            <a:picLocks noChangeAspect="1"/>
          </p:cNvPicPr>
          <p:nvPr/>
        </p:nvPicPr>
        <p:blipFill>
          <a:blip r:embed="rId199">
            <a:extLst>
              <a:ext uri="{96DAC541-7B7A-43D3-8B79-37D633B846F1}">
                <asvg:svgBlip xmlns:asvg="http://schemas.microsoft.com/office/drawing/2016/SVG/main" r:embed="rId200"/>
              </a:ext>
            </a:extLst>
          </a:blip>
          <a:stretch>
            <a:fillRect/>
          </a:stretch>
        </p:blipFill>
        <p:spPr>
          <a:xfrm>
            <a:off x="1761943" y="5009944"/>
            <a:ext cx="571500" cy="571500"/>
          </a:xfrm>
          <a:prstGeom prst="rect">
            <a:avLst/>
          </a:prstGeom>
        </p:spPr>
      </p:pic>
      <p:pic>
        <p:nvPicPr>
          <p:cNvPr id="578" name="Рисунок 577">
            <a:extLst>
              <a:ext uri="{FF2B5EF4-FFF2-40B4-BE49-F238E27FC236}">
                <a16:creationId xmlns:a16="http://schemas.microsoft.com/office/drawing/2014/main" id="{29B9E222-12A0-A384-5B74-0567782AAFDA}"/>
              </a:ext>
            </a:extLst>
          </p:cNvPr>
          <p:cNvPicPr>
            <a:picLocks noChangeAspect="1"/>
          </p:cNvPicPr>
          <p:nvPr/>
        </p:nvPicPr>
        <p:blipFill>
          <a:blip r:embed="rId201">
            <a:extLst>
              <a:ext uri="{96DAC541-7B7A-43D3-8B79-37D633B846F1}">
                <asvg:svgBlip xmlns:asvg="http://schemas.microsoft.com/office/drawing/2016/SVG/main" r:embed="rId202"/>
              </a:ext>
            </a:extLst>
          </a:blip>
          <a:stretch>
            <a:fillRect/>
          </a:stretch>
        </p:blipFill>
        <p:spPr>
          <a:xfrm>
            <a:off x="4629269" y="6898509"/>
            <a:ext cx="571500" cy="571500"/>
          </a:xfrm>
          <a:prstGeom prst="rect">
            <a:avLst/>
          </a:prstGeom>
        </p:spPr>
      </p:pic>
      <p:pic>
        <p:nvPicPr>
          <p:cNvPr id="580" name="Рисунок 579">
            <a:extLst>
              <a:ext uri="{FF2B5EF4-FFF2-40B4-BE49-F238E27FC236}">
                <a16:creationId xmlns:a16="http://schemas.microsoft.com/office/drawing/2014/main" id="{488A5FF2-AF0A-F781-3A93-A006E1236749}"/>
              </a:ext>
            </a:extLst>
          </p:cNvPr>
          <p:cNvPicPr>
            <a:picLocks noChangeAspect="1"/>
          </p:cNvPicPr>
          <p:nvPr/>
        </p:nvPicPr>
        <p:blipFill>
          <a:blip r:embed="rId203">
            <a:extLst>
              <a:ext uri="{96DAC541-7B7A-43D3-8B79-37D633B846F1}">
                <asvg:svgBlip xmlns:asvg="http://schemas.microsoft.com/office/drawing/2016/SVG/main" r:embed="rId204"/>
              </a:ext>
            </a:extLst>
          </a:blip>
          <a:stretch>
            <a:fillRect/>
          </a:stretch>
        </p:blipFill>
        <p:spPr>
          <a:xfrm>
            <a:off x="1761943" y="6898509"/>
            <a:ext cx="571500" cy="571500"/>
          </a:xfrm>
          <a:prstGeom prst="rect">
            <a:avLst/>
          </a:prstGeom>
        </p:spPr>
      </p:pic>
      <p:pic>
        <p:nvPicPr>
          <p:cNvPr id="582" name="Рисунок 581">
            <a:extLst>
              <a:ext uri="{FF2B5EF4-FFF2-40B4-BE49-F238E27FC236}">
                <a16:creationId xmlns:a16="http://schemas.microsoft.com/office/drawing/2014/main" id="{B7BA840E-14D8-5C46-FE84-81253CE14C79}"/>
              </a:ext>
            </a:extLst>
          </p:cNvPr>
          <p:cNvPicPr>
            <a:picLocks noChangeAspect="1"/>
          </p:cNvPicPr>
          <p:nvPr/>
        </p:nvPicPr>
        <p:blipFill>
          <a:blip r:embed="rId205">
            <a:extLst>
              <a:ext uri="{96DAC541-7B7A-43D3-8B79-37D633B846F1}">
                <asvg:svgBlip xmlns:asvg="http://schemas.microsoft.com/office/drawing/2016/SVG/main" r:embed="rId206"/>
              </a:ext>
            </a:extLst>
          </a:blip>
          <a:stretch>
            <a:fillRect/>
          </a:stretch>
        </p:blipFill>
        <p:spPr>
          <a:xfrm>
            <a:off x="2723695" y="7801538"/>
            <a:ext cx="571500" cy="571500"/>
          </a:xfrm>
          <a:prstGeom prst="rect">
            <a:avLst/>
          </a:prstGeom>
        </p:spPr>
      </p:pic>
      <p:pic>
        <p:nvPicPr>
          <p:cNvPr id="584" name="Рисунок 583">
            <a:extLst>
              <a:ext uri="{FF2B5EF4-FFF2-40B4-BE49-F238E27FC236}">
                <a16:creationId xmlns:a16="http://schemas.microsoft.com/office/drawing/2014/main" id="{A16BA6CA-098A-7124-AC00-70AC8BB5ACD5}"/>
              </a:ext>
            </a:extLst>
          </p:cNvPr>
          <p:cNvPicPr>
            <a:picLocks noChangeAspect="1"/>
          </p:cNvPicPr>
          <p:nvPr/>
        </p:nvPicPr>
        <p:blipFill>
          <a:blip r:embed="rId207">
            <a:extLst>
              <a:ext uri="{96DAC541-7B7A-43D3-8B79-37D633B846F1}">
                <asvg:svgBlip xmlns:asvg="http://schemas.microsoft.com/office/drawing/2016/SVG/main" r:embed="rId208"/>
              </a:ext>
            </a:extLst>
          </a:blip>
          <a:stretch>
            <a:fillRect/>
          </a:stretch>
        </p:blipFill>
        <p:spPr>
          <a:xfrm>
            <a:off x="1761943" y="5992589"/>
            <a:ext cx="571500" cy="571500"/>
          </a:xfrm>
          <a:prstGeom prst="rect">
            <a:avLst/>
          </a:prstGeom>
        </p:spPr>
      </p:pic>
      <p:pic>
        <p:nvPicPr>
          <p:cNvPr id="586" name="Рисунок 585">
            <a:extLst>
              <a:ext uri="{FF2B5EF4-FFF2-40B4-BE49-F238E27FC236}">
                <a16:creationId xmlns:a16="http://schemas.microsoft.com/office/drawing/2014/main" id="{3300B726-C826-F14F-4C3A-A0B9851C5935}"/>
              </a:ext>
            </a:extLst>
          </p:cNvPr>
          <p:cNvPicPr>
            <a:picLocks noChangeAspect="1"/>
          </p:cNvPicPr>
          <p:nvPr/>
        </p:nvPicPr>
        <p:blipFill>
          <a:blip r:embed="rId209">
            <a:extLst>
              <a:ext uri="{96DAC541-7B7A-43D3-8B79-37D633B846F1}">
                <asvg:svgBlip xmlns:asvg="http://schemas.microsoft.com/office/drawing/2016/SVG/main" r:embed="rId210"/>
              </a:ext>
            </a:extLst>
          </a:blip>
          <a:stretch>
            <a:fillRect/>
          </a:stretch>
        </p:blipFill>
        <p:spPr>
          <a:xfrm>
            <a:off x="4629269" y="4203835"/>
            <a:ext cx="571500" cy="571500"/>
          </a:xfrm>
          <a:prstGeom prst="rect">
            <a:avLst/>
          </a:prstGeom>
        </p:spPr>
      </p:pic>
      <p:pic>
        <p:nvPicPr>
          <p:cNvPr id="588" name="Рисунок 587">
            <a:extLst>
              <a:ext uri="{FF2B5EF4-FFF2-40B4-BE49-F238E27FC236}">
                <a16:creationId xmlns:a16="http://schemas.microsoft.com/office/drawing/2014/main" id="{483AC29D-D85B-726B-8500-F48F737F03E4}"/>
              </a:ext>
            </a:extLst>
          </p:cNvPr>
          <p:cNvPicPr>
            <a:picLocks noChangeAspect="1"/>
          </p:cNvPicPr>
          <p:nvPr/>
        </p:nvPicPr>
        <p:blipFill>
          <a:blip r:embed="rId211">
            <a:extLst>
              <a:ext uri="{96DAC541-7B7A-43D3-8B79-37D633B846F1}">
                <asvg:svgBlip xmlns:asvg="http://schemas.microsoft.com/office/drawing/2016/SVG/main" r:embed="rId212"/>
              </a:ext>
            </a:extLst>
          </a:blip>
          <a:stretch>
            <a:fillRect/>
          </a:stretch>
        </p:blipFill>
        <p:spPr>
          <a:xfrm>
            <a:off x="3685446" y="4203835"/>
            <a:ext cx="571500" cy="571500"/>
          </a:xfrm>
          <a:prstGeom prst="rect">
            <a:avLst/>
          </a:prstGeom>
        </p:spPr>
      </p:pic>
      <p:pic>
        <p:nvPicPr>
          <p:cNvPr id="590" name="Рисунок 589">
            <a:extLst>
              <a:ext uri="{FF2B5EF4-FFF2-40B4-BE49-F238E27FC236}">
                <a16:creationId xmlns:a16="http://schemas.microsoft.com/office/drawing/2014/main" id="{33F6FDE7-092F-45CC-57EB-6DAFCCDD1A30}"/>
              </a:ext>
            </a:extLst>
          </p:cNvPr>
          <p:cNvPicPr>
            <a:picLocks noChangeAspect="1"/>
          </p:cNvPicPr>
          <p:nvPr/>
        </p:nvPicPr>
        <p:blipFill>
          <a:blip r:embed="rId213">
            <a:extLst>
              <a:ext uri="{96DAC541-7B7A-43D3-8B79-37D633B846F1}">
                <asvg:svgBlip xmlns:asvg="http://schemas.microsoft.com/office/drawing/2016/SVG/main" r:embed="rId214"/>
              </a:ext>
            </a:extLst>
          </a:blip>
          <a:stretch>
            <a:fillRect/>
          </a:stretch>
        </p:blipFill>
        <p:spPr>
          <a:xfrm>
            <a:off x="9402165" y="4203835"/>
            <a:ext cx="571500" cy="571500"/>
          </a:xfrm>
          <a:prstGeom prst="rect">
            <a:avLst/>
          </a:prstGeom>
        </p:spPr>
      </p:pic>
      <p:pic>
        <p:nvPicPr>
          <p:cNvPr id="592" name="Рисунок 591">
            <a:extLst>
              <a:ext uri="{FF2B5EF4-FFF2-40B4-BE49-F238E27FC236}">
                <a16:creationId xmlns:a16="http://schemas.microsoft.com/office/drawing/2014/main" id="{8F1B7FF9-1F9B-2041-C29A-3CA6373CEA12}"/>
              </a:ext>
            </a:extLst>
          </p:cNvPr>
          <p:cNvPicPr>
            <a:picLocks noChangeAspect="1"/>
          </p:cNvPicPr>
          <p:nvPr/>
        </p:nvPicPr>
        <p:blipFill>
          <a:blip r:embed="rId215">
            <a:extLst>
              <a:ext uri="{96DAC541-7B7A-43D3-8B79-37D633B846F1}">
                <asvg:svgBlip xmlns:asvg="http://schemas.microsoft.com/office/drawing/2016/SVG/main" r:embed="rId216"/>
              </a:ext>
            </a:extLst>
          </a:blip>
          <a:stretch>
            <a:fillRect/>
          </a:stretch>
        </p:blipFill>
        <p:spPr>
          <a:xfrm>
            <a:off x="2723695" y="6898509"/>
            <a:ext cx="571500" cy="571500"/>
          </a:xfrm>
          <a:prstGeom prst="rect">
            <a:avLst/>
          </a:prstGeom>
        </p:spPr>
      </p:pic>
      <p:pic>
        <p:nvPicPr>
          <p:cNvPr id="594" name="Рисунок 593">
            <a:extLst>
              <a:ext uri="{FF2B5EF4-FFF2-40B4-BE49-F238E27FC236}">
                <a16:creationId xmlns:a16="http://schemas.microsoft.com/office/drawing/2014/main" id="{29F8B8D0-0750-B29D-B52F-F28AA85A66B2}"/>
              </a:ext>
            </a:extLst>
          </p:cNvPr>
          <p:cNvPicPr>
            <a:picLocks noChangeAspect="1"/>
          </p:cNvPicPr>
          <p:nvPr/>
        </p:nvPicPr>
        <p:blipFill>
          <a:blip r:embed="rId217">
            <a:extLst>
              <a:ext uri="{96DAC541-7B7A-43D3-8B79-37D633B846F1}">
                <asvg:svgBlip xmlns:asvg="http://schemas.microsoft.com/office/drawing/2016/SVG/main" r:embed="rId218"/>
              </a:ext>
            </a:extLst>
          </a:blip>
          <a:stretch>
            <a:fillRect/>
          </a:stretch>
        </p:blipFill>
        <p:spPr>
          <a:xfrm>
            <a:off x="2723695" y="5992589"/>
            <a:ext cx="571500" cy="571500"/>
          </a:xfrm>
          <a:prstGeom prst="rect">
            <a:avLst/>
          </a:prstGeom>
        </p:spPr>
      </p:pic>
      <p:pic>
        <p:nvPicPr>
          <p:cNvPr id="596" name="Рисунок 595">
            <a:extLst>
              <a:ext uri="{FF2B5EF4-FFF2-40B4-BE49-F238E27FC236}">
                <a16:creationId xmlns:a16="http://schemas.microsoft.com/office/drawing/2014/main" id="{A7679D57-E02D-5173-D766-0EA783D94B0D}"/>
              </a:ext>
            </a:extLst>
          </p:cNvPr>
          <p:cNvPicPr>
            <a:picLocks noChangeAspect="1"/>
          </p:cNvPicPr>
          <p:nvPr/>
        </p:nvPicPr>
        <p:blipFill>
          <a:blip r:embed="rId219">
            <a:extLst>
              <a:ext uri="{96DAC541-7B7A-43D3-8B79-37D633B846F1}">
                <asvg:svgBlip xmlns:asvg="http://schemas.microsoft.com/office/drawing/2016/SVG/main" r:embed="rId220"/>
              </a:ext>
            </a:extLst>
          </a:blip>
          <a:stretch>
            <a:fillRect/>
          </a:stretch>
        </p:blipFill>
        <p:spPr>
          <a:xfrm>
            <a:off x="2723695" y="5009944"/>
            <a:ext cx="571500" cy="571500"/>
          </a:xfrm>
          <a:prstGeom prst="rect">
            <a:avLst/>
          </a:prstGeom>
        </p:spPr>
      </p:pic>
      <p:pic>
        <p:nvPicPr>
          <p:cNvPr id="598" name="Рисунок 597">
            <a:extLst>
              <a:ext uri="{FF2B5EF4-FFF2-40B4-BE49-F238E27FC236}">
                <a16:creationId xmlns:a16="http://schemas.microsoft.com/office/drawing/2014/main" id="{960ED9B5-442B-428D-0CF6-662A7F5946C3}"/>
              </a:ext>
            </a:extLst>
          </p:cNvPr>
          <p:cNvPicPr>
            <a:picLocks noChangeAspect="1"/>
          </p:cNvPicPr>
          <p:nvPr/>
        </p:nvPicPr>
        <p:blipFill>
          <a:blip r:embed="rId221">
            <a:extLst>
              <a:ext uri="{96DAC541-7B7A-43D3-8B79-37D633B846F1}">
                <asvg:svgBlip xmlns:asvg="http://schemas.microsoft.com/office/drawing/2016/SVG/main" r:embed="rId222"/>
              </a:ext>
            </a:extLst>
          </a:blip>
          <a:stretch>
            <a:fillRect/>
          </a:stretch>
        </p:blipFill>
        <p:spPr>
          <a:xfrm>
            <a:off x="5537233" y="4203835"/>
            <a:ext cx="571500" cy="571500"/>
          </a:xfrm>
          <a:prstGeom prst="rect">
            <a:avLst/>
          </a:prstGeom>
        </p:spPr>
      </p:pic>
      <p:pic>
        <p:nvPicPr>
          <p:cNvPr id="600" name="Рисунок 599">
            <a:extLst>
              <a:ext uri="{FF2B5EF4-FFF2-40B4-BE49-F238E27FC236}">
                <a16:creationId xmlns:a16="http://schemas.microsoft.com/office/drawing/2014/main" id="{637E8579-22BD-38F2-97D0-4DD0A49DD7A8}"/>
              </a:ext>
            </a:extLst>
          </p:cNvPr>
          <p:cNvPicPr>
            <a:picLocks noChangeAspect="1"/>
          </p:cNvPicPr>
          <p:nvPr/>
        </p:nvPicPr>
        <p:blipFill>
          <a:blip r:embed="rId223">
            <a:extLst>
              <a:ext uri="{96DAC541-7B7A-43D3-8B79-37D633B846F1}">
                <asvg:svgBlip xmlns:asvg="http://schemas.microsoft.com/office/drawing/2016/SVG/main" r:embed="rId224"/>
              </a:ext>
            </a:extLst>
          </a:blip>
          <a:stretch>
            <a:fillRect/>
          </a:stretch>
        </p:blipFill>
        <p:spPr>
          <a:xfrm>
            <a:off x="8440417" y="7801538"/>
            <a:ext cx="571500" cy="571500"/>
          </a:xfrm>
          <a:prstGeom prst="rect">
            <a:avLst/>
          </a:prstGeom>
        </p:spPr>
      </p:pic>
      <p:pic>
        <p:nvPicPr>
          <p:cNvPr id="602" name="Рисунок 601">
            <a:extLst>
              <a:ext uri="{FF2B5EF4-FFF2-40B4-BE49-F238E27FC236}">
                <a16:creationId xmlns:a16="http://schemas.microsoft.com/office/drawing/2014/main" id="{74280F5E-7C03-C383-EBA9-06405730C776}"/>
              </a:ext>
            </a:extLst>
          </p:cNvPr>
          <p:cNvPicPr>
            <a:picLocks noChangeAspect="1"/>
          </p:cNvPicPr>
          <p:nvPr/>
        </p:nvPicPr>
        <p:blipFill>
          <a:blip r:embed="rId225">
            <a:extLst>
              <a:ext uri="{96DAC541-7B7A-43D3-8B79-37D633B846F1}">
                <asvg:svgBlip xmlns:asvg="http://schemas.microsoft.com/office/drawing/2016/SVG/main" r:embed="rId226"/>
              </a:ext>
            </a:extLst>
          </a:blip>
          <a:stretch>
            <a:fillRect/>
          </a:stretch>
        </p:blipFill>
        <p:spPr>
          <a:xfrm>
            <a:off x="12120606" y="6898509"/>
            <a:ext cx="571500" cy="571500"/>
          </a:xfrm>
          <a:prstGeom prst="rect">
            <a:avLst/>
          </a:prstGeom>
        </p:spPr>
      </p:pic>
      <p:pic>
        <p:nvPicPr>
          <p:cNvPr id="604" name="Рисунок 603">
            <a:extLst>
              <a:ext uri="{FF2B5EF4-FFF2-40B4-BE49-F238E27FC236}">
                <a16:creationId xmlns:a16="http://schemas.microsoft.com/office/drawing/2014/main" id="{2AAE3F70-101B-8EE6-8C0D-2713AA737DCB}"/>
              </a:ext>
            </a:extLst>
          </p:cNvPr>
          <p:cNvPicPr>
            <a:picLocks noChangeAspect="1"/>
          </p:cNvPicPr>
          <p:nvPr/>
        </p:nvPicPr>
        <p:blipFill>
          <a:blip r:embed="rId227">
            <a:extLst>
              <a:ext uri="{96DAC541-7B7A-43D3-8B79-37D633B846F1}">
                <asvg:svgBlip xmlns:asvg="http://schemas.microsoft.com/office/drawing/2016/SVG/main" r:embed="rId228"/>
              </a:ext>
            </a:extLst>
          </a:blip>
          <a:stretch>
            <a:fillRect/>
          </a:stretch>
        </p:blipFill>
        <p:spPr>
          <a:xfrm>
            <a:off x="11182231" y="5992589"/>
            <a:ext cx="571500" cy="571500"/>
          </a:xfrm>
          <a:prstGeom prst="rect">
            <a:avLst/>
          </a:prstGeom>
        </p:spPr>
      </p:pic>
      <p:pic>
        <p:nvPicPr>
          <p:cNvPr id="606" name="Рисунок 605">
            <a:extLst>
              <a:ext uri="{FF2B5EF4-FFF2-40B4-BE49-F238E27FC236}">
                <a16:creationId xmlns:a16="http://schemas.microsoft.com/office/drawing/2014/main" id="{9C3FFCB8-EC37-2E19-5D5A-13C40727E2BA}"/>
              </a:ext>
            </a:extLst>
          </p:cNvPr>
          <p:cNvPicPr>
            <a:picLocks noChangeAspect="1"/>
          </p:cNvPicPr>
          <p:nvPr/>
        </p:nvPicPr>
        <p:blipFill>
          <a:blip r:embed="rId229">
            <a:extLst>
              <a:ext uri="{96DAC541-7B7A-43D3-8B79-37D633B846F1}">
                <asvg:svgBlip xmlns:asvg="http://schemas.microsoft.com/office/drawing/2016/SVG/main" r:embed="rId230"/>
              </a:ext>
            </a:extLst>
          </a:blip>
          <a:stretch>
            <a:fillRect/>
          </a:stretch>
        </p:blipFill>
        <p:spPr>
          <a:xfrm>
            <a:off x="13098226" y="5009944"/>
            <a:ext cx="571500" cy="571500"/>
          </a:xfrm>
          <a:prstGeom prst="rect">
            <a:avLst/>
          </a:prstGeom>
        </p:spPr>
      </p:pic>
      <p:pic>
        <p:nvPicPr>
          <p:cNvPr id="608" name="Рисунок 607">
            <a:extLst>
              <a:ext uri="{FF2B5EF4-FFF2-40B4-BE49-F238E27FC236}">
                <a16:creationId xmlns:a16="http://schemas.microsoft.com/office/drawing/2014/main" id="{35EBAFB5-E6D5-E51B-C242-DA61A58757CA}"/>
              </a:ext>
            </a:extLst>
          </p:cNvPr>
          <p:cNvPicPr>
            <a:picLocks noChangeAspect="1"/>
          </p:cNvPicPr>
          <p:nvPr/>
        </p:nvPicPr>
        <p:blipFill>
          <a:blip r:embed="rId231">
            <a:extLst>
              <a:ext uri="{96DAC541-7B7A-43D3-8B79-37D633B846F1}">
                <asvg:svgBlip xmlns:asvg="http://schemas.microsoft.com/office/drawing/2016/SVG/main" r:embed="rId232"/>
              </a:ext>
            </a:extLst>
          </a:blip>
          <a:stretch>
            <a:fillRect/>
          </a:stretch>
        </p:blipFill>
        <p:spPr>
          <a:xfrm>
            <a:off x="10310128" y="6898509"/>
            <a:ext cx="571500" cy="571500"/>
          </a:xfrm>
          <a:prstGeom prst="rect">
            <a:avLst/>
          </a:prstGeom>
        </p:spPr>
      </p:pic>
      <p:pic>
        <p:nvPicPr>
          <p:cNvPr id="610" name="Рисунок 609">
            <a:extLst>
              <a:ext uri="{FF2B5EF4-FFF2-40B4-BE49-F238E27FC236}">
                <a16:creationId xmlns:a16="http://schemas.microsoft.com/office/drawing/2014/main" id="{4A494F5B-374E-8145-78D5-B8472C5B9589}"/>
              </a:ext>
            </a:extLst>
          </p:cNvPr>
          <p:cNvPicPr>
            <a:picLocks noChangeAspect="1"/>
          </p:cNvPicPr>
          <p:nvPr/>
        </p:nvPicPr>
        <p:blipFill>
          <a:blip r:embed="rId233">
            <a:extLst>
              <a:ext uri="{96DAC541-7B7A-43D3-8B79-37D633B846F1}">
                <asvg:svgBlip xmlns:asvg="http://schemas.microsoft.com/office/drawing/2016/SVG/main" r:embed="rId234"/>
              </a:ext>
            </a:extLst>
          </a:blip>
          <a:stretch>
            <a:fillRect/>
          </a:stretch>
        </p:blipFill>
        <p:spPr>
          <a:xfrm>
            <a:off x="12120606" y="5992589"/>
            <a:ext cx="571500" cy="571500"/>
          </a:xfrm>
          <a:prstGeom prst="rect">
            <a:avLst/>
          </a:prstGeom>
        </p:spPr>
      </p:pic>
      <p:pic>
        <p:nvPicPr>
          <p:cNvPr id="612" name="Рисунок 611">
            <a:extLst>
              <a:ext uri="{FF2B5EF4-FFF2-40B4-BE49-F238E27FC236}">
                <a16:creationId xmlns:a16="http://schemas.microsoft.com/office/drawing/2014/main" id="{6C974535-9D0A-1CC5-8450-05BE4DA94F22}"/>
              </a:ext>
            </a:extLst>
          </p:cNvPr>
          <p:cNvPicPr>
            <a:picLocks noChangeAspect="1"/>
          </p:cNvPicPr>
          <p:nvPr/>
        </p:nvPicPr>
        <p:blipFill>
          <a:blip r:embed="rId235">
            <a:extLst>
              <a:ext uri="{96DAC541-7B7A-43D3-8B79-37D633B846F1}">
                <asvg:svgBlip xmlns:asvg="http://schemas.microsoft.com/office/drawing/2016/SVG/main" r:embed="rId236"/>
              </a:ext>
            </a:extLst>
          </a:blip>
          <a:stretch>
            <a:fillRect/>
          </a:stretch>
        </p:blipFill>
        <p:spPr>
          <a:xfrm>
            <a:off x="9402165" y="6898509"/>
            <a:ext cx="571500" cy="571500"/>
          </a:xfrm>
          <a:prstGeom prst="rect">
            <a:avLst/>
          </a:prstGeom>
        </p:spPr>
      </p:pic>
      <p:pic>
        <p:nvPicPr>
          <p:cNvPr id="614" name="Рисунок 613">
            <a:extLst>
              <a:ext uri="{FF2B5EF4-FFF2-40B4-BE49-F238E27FC236}">
                <a16:creationId xmlns:a16="http://schemas.microsoft.com/office/drawing/2014/main" id="{6C9D67EA-A384-8BC8-4D1F-C8574BD61469}"/>
              </a:ext>
            </a:extLst>
          </p:cNvPr>
          <p:cNvPicPr>
            <a:picLocks noChangeAspect="1"/>
          </p:cNvPicPr>
          <p:nvPr/>
        </p:nvPicPr>
        <p:blipFill>
          <a:blip r:embed="rId237">
            <a:extLst>
              <a:ext uri="{96DAC541-7B7A-43D3-8B79-37D633B846F1}">
                <asvg:svgBlip xmlns:asvg="http://schemas.microsoft.com/office/drawing/2016/SVG/main" r:embed="rId238"/>
              </a:ext>
            </a:extLst>
          </a:blip>
          <a:stretch>
            <a:fillRect/>
          </a:stretch>
        </p:blipFill>
        <p:spPr>
          <a:xfrm>
            <a:off x="8440417" y="6898509"/>
            <a:ext cx="571500" cy="571500"/>
          </a:xfrm>
          <a:prstGeom prst="rect">
            <a:avLst/>
          </a:prstGeom>
        </p:spPr>
      </p:pic>
      <p:pic>
        <p:nvPicPr>
          <p:cNvPr id="616" name="Рисунок 615">
            <a:extLst>
              <a:ext uri="{FF2B5EF4-FFF2-40B4-BE49-F238E27FC236}">
                <a16:creationId xmlns:a16="http://schemas.microsoft.com/office/drawing/2014/main" id="{1BC1CE75-13E1-4B09-1444-81DAAA7E10A3}"/>
              </a:ext>
            </a:extLst>
          </p:cNvPr>
          <p:cNvPicPr>
            <a:picLocks noChangeAspect="1"/>
          </p:cNvPicPr>
          <p:nvPr/>
        </p:nvPicPr>
        <p:blipFill>
          <a:blip r:embed="rId239">
            <a:extLst>
              <a:ext uri="{96DAC541-7B7A-43D3-8B79-37D633B846F1}">
                <asvg:svgBlip xmlns:asvg="http://schemas.microsoft.com/office/drawing/2016/SVG/main" r:embed="rId240"/>
              </a:ext>
            </a:extLst>
          </a:blip>
          <a:stretch>
            <a:fillRect/>
          </a:stretch>
        </p:blipFill>
        <p:spPr>
          <a:xfrm>
            <a:off x="14041397" y="5992589"/>
            <a:ext cx="571500" cy="571500"/>
          </a:xfrm>
          <a:prstGeom prst="rect">
            <a:avLst/>
          </a:prstGeom>
        </p:spPr>
      </p:pic>
      <p:pic>
        <p:nvPicPr>
          <p:cNvPr id="618" name="Рисунок 617">
            <a:extLst>
              <a:ext uri="{FF2B5EF4-FFF2-40B4-BE49-F238E27FC236}">
                <a16:creationId xmlns:a16="http://schemas.microsoft.com/office/drawing/2014/main" id="{9AA46236-109D-F98F-B73E-E50C0AF75346}"/>
              </a:ext>
            </a:extLst>
          </p:cNvPr>
          <p:cNvPicPr>
            <a:picLocks noChangeAspect="1"/>
          </p:cNvPicPr>
          <p:nvPr/>
        </p:nvPicPr>
        <p:blipFill>
          <a:blip r:embed="rId241">
            <a:extLst>
              <a:ext uri="{96DAC541-7B7A-43D3-8B79-37D633B846F1}">
                <asvg:svgBlip xmlns:asvg="http://schemas.microsoft.com/office/drawing/2016/SVG/main" r:embed="rId242"/>
              </a:ext>
            </a:extLst>
          </a:blip>
          <a:stretch>
            <a:fillRect/>
          </a:stretch>
        </p:blipFill>
        <p:spPr>
          <a:xfrm>
            <a:off x="13098226" y="5992589"/>
            <a:ext cx="571500" cy="571500"/>
          </a:xfrm>
          <a:prstGeom prst="rect">
            <a:avLst/>
          </a:prstGeom>
        </p:spPr>
      </p:pic>
      <p:pic>
        <p:nvPicPr>
          <p:cNvPr id="620" name="Рисунок 619">
            <a:extLst>
              <a:ext uri="{FF2B5EF4-FFF2-40B4-BE49-F238E27FC236}">
                <a16:creationId xmlns:a16="http://schemas.microsoft.com/office/drawing/2014/main" id="{41123785-AD05-B5DB-FCD3-F2551F162CDE}"/>
              </a:ext>
            </a:extLst>
          </p:cNvPr>
          <p:cNvPicPr>
            <a:picLocks noChangeAspect="1"/>
          </p:cNvPicPr>
          <p:nvPr/>
        </p:nvPicPr>
        <p:blipFill>
          <a:blip r:embed="rId243">
            <a:extLst>
              <a:ext uri="{96DAC541-7B7A-43D3-8B79-37D633B846F1}">
                <asvg:svgBlip xmlns:asvg="http://schemas.microsoft.com/office/drawing/2016/SVG/main" r:embed="rId244"/>
              </a:ext>
            </a:extLst>
          </a:blip>
          <a:stretch>
            <a:fillRect/>
          </a:stretch>
        </p:blipFill>
        <p:spPr>
          <a:xfrm>
            <a:off x="10310128" y="5992589"/>
            <a:ext cx="571500" cy="571500"/>
          </a:xfrm>
          <a:prstGeom prst="rect">
            <a:avLst/>
          </a:prstGeom>
        </p:spPr>
      </p:pic>
      <p:pic>
        <p:nvPicPr>
          <p:cNvPr id="622" name="Рисунок 621">
            <a:extLst>
              <a:ext uri="{FF2B5EF4-FFF2-40B4-BE49-F238E27FC236}">
                <a16:creationId xmlns:a16="http://schemas.microsoft.com/office/drawing/2014/main" id="{1DFB6DF6-FD95-310F-E5F3-4507EEF02866}"/>
              </a:ext>
            </a:extLst>
          </p:cNvPr>
          <p:cNvPicPr>
            <a:picLocks noChangeAspect="1"/>
          </p:cNvPicPr>
          <p:nvPr/>
        </p:nvPicPr>
        <p:blipFill>
          <a:blip r:embed="rId245">
            <a:extLst>
              <a:ext uri="{96DAC541-7B7A-43D3-8B79-37D633B846F1}">
                <asvg:svgBlip xmlns:asvg="http://schemas.microsoft.com/office/drawing/2016/SVG/main" r:embed="rId246"/>
              </a:ext>
            </a:extLst>
          </a:blip>
          <a:stretch>
            <a:fillRect/>
          </a:stretch>
        </p:blipFill>
        <p:spPr>
          <a:xfrm>
            <a:off x="7460735" y="6898509"/>
            <a:ext cx="571500" cy="571500"/>
          </a:xfrm>
          <a:prstGeom prst="rect">
            <a:avLst/>
          </a:prstGeom>
        </p:spPr>
      </p:pic>
      <p:pic>
        <p:nvPicPr>
          <p:cNvPr id="624" name="Рисунок 623">
            <a:extLst>
              <a:ext uri="{FF2B5EF4-FFF2-40B4-BE49-F238E27FC236}">
                <a16:creationId xmlns:a16="http://schemas.microsoft.com/office/drawing/2014/main" id="{CA38C4E7-A49B-459F-60D8-DC1622E3537D}"/>
              </a:ext>
            </a:extLst>
          </p:cNvPr>
          <p:cNvPicPr>
            <a:picLocks noChangeAspect="1"/>
          </p:cNvPicPr>
          <p:nvPr/>
        </p:nvPicPr>
        <p:blipFill>
          <a:blip r:embed="rId247">
            <a:extLst>
              <a:ext uri="{96DAC541-7B7A-43D3-8B79-37D633B846F1}">
                <asvg:svgBlip xmlns:asvg="http://schemas.microsoft.com/office/drawing/2016/SVG/main" r:embed="rId248"/>
              </a:ext>
            </a:extLst>
          </a:blip>
          <a:stretch>
            <a:fillRect/>
          </a:stretch>
        </p:blipFill>
        <p:spPr>
          <a:xfrm>
            <a:off x="9402165" y="5009944"/>
            <a:ext cx="571500" cy="571500"/>
          </a:xfrm>
          <a:prstGeom prst="rect">
            <a:avLst/>
          </a:prstGeom>
        </p:spPr>
      </p:pic>
      <p:pic>
        <p:nvPicPr>
          <p:cNvPr id="626" name="Рисунок 625">
            <a:extLst>
              <a:ext uri="{FF2B5EF4-FFF2-40B4-BE49-F238E27FC236}">
                <a16:creationId xmlns:a16="http://schemas.microsoft.com/office/drawing/2014/main" id="{87069685-F217-2B42-08B9-81EEB012295C}"/>
              </a:ext>
            </a:extLst>
          </p:cNvPr>
          <p:cNvPicPr>
            <a:picLocks noChangeAspect="1"/>
          </p:cNvPicPr>
          <p:nvPr/>
        </p:nvPicPr>
        <p:blipFill>
          <a:blip r:embed="rId249">
            <a:extLst>
              <a:ext uri="{96DAC541-7B7A-43D3-8B79-37D633B846F1}">
                <asvg:svgBlip xmlns:asvg="http://schemas.microsoft.com/office/drawing/2016/SVG/main" r:embed="rId250"/>
              </a:ext>
            </a:extLst>
          </a:blip>
          <a:stretch>
            <a:fillRect/>
          </a:stretch>
        </p:blipFill>
        <p:spPr>
          <a:xfrm>
            <a:off x="5537233" y="8587592"/>
            <a:ext cx="571500" cy="571500"/>
          </a:xfrm>
          <a:prstGeom prst="rect">
            <a:avLst/>
          </a:prstGeom>
        </p:spPr>
      </p:pic>
      <p:pic>
        <p:nvPicPr>
          <p:cNvPr id="628" name="Рисунок 627">
            <a:extLst>
              <a:ext uri="{FF2B5EF4-FFF2-40B4-BE49-F238E27FC236}">
                <a16:creationId xmlns:a16="http://schemas.microsoft.com/office/drawing/2014/main" id="{C33F8C1E-2548-2534-1A32-78A31AC5B61F}"/>
              </a:ext>
            </a:extLst>
          </p:cNvPr>
          <p:cNvPicPr>
            <a:picLocks noChangeAspect="1"/>
          </p:cNvPicPr>
          <p:nvPr/>
        </p:nvPicPr>
        <p:blipFill>
          <a:blip r:embed="rId251">
            <a:extLst>
              <a:ext uri="{96DAC541-7B7A-43D3-8B79-37D633B846F1}">
                <asvg:svgBlip xmlns:asvg="http://schemas.microsoft.com/office/drawing/2016/SVG/main" r:embed="rId252"/>
              </a:ext>
            </a:extLst>
          </a:blip>
          <a:stretch>
            <a:fillRect/>
          </a:stretch>
        </p:blipFill>
        <p:spPr>
          <a:xfrm>
            <a:off x="3685446" y="7801538"/>
            <a:ext cx="571500" cy="571500"/>
          </a:xfrm>
          <a:prstGeom prst="rect">
            <a:avLst/>
          </a:prstGeom>
        </p:spPr>
      </p:pic>
      <p:pic>
        <p:nvPicPr>
          <p:cNvPr id="630" name="Рисунок 629">
            <a:extLst>
              <a:ext uri="{FF2B5EF4-FFF2-40B4-BE49-F238E27FC236}">
                <a16:creationId xmlns:a16="http://schemas.microsoft.com/office/drawing/2014/main" id="{E4011D20-5994-8BDD-4F3D-9D38D9A2BA00}"/>
              </a:ext>
            </a:extLst>
          </p:cNvPr>
          <p:cNvPicPr>
            <a:picLocks noChangeAspect="1"/>
          </p:cNvPicPr>
          <p:nvPr/>
        </p:nvPicPr>
        <p:blipFill>
          <a:blip r:embed="rId253">
            <a:extLst>
              <a:ext uri="{96DAC541-7B7A-43D3-8B79-37D633B846F1}">
                <asvg:svgBlip xmlns:asvg="http://schemas.microsoft.com/office/drawing/2016/SVG/main" r:embed="rId254"/>
              </a:ext>
            </a:extLst>
          </a:blip>
          <a:stretch>
            <a:fillRect/>
          </a:stretch>
        </p:blipFill>
        <p:spPr>
          <a:xfrm>
            <a:off x="837166" y="9373646"/>
            <a:ext cx="571500" cy="571500"/>
          </a:xfrm>
          <a:prstGeom prst="rect">
            <a:avLst/>
          </a:prstGeom>
        </p:spPr>
      </p:pic>
      <p:pic>
        <p:nvPicPr>
          <p:cNvPr id="632" name="Рисунок 631">
            <a:extLst>
              <a:ext uri="{FF2B5EF4-FFF2-40B4-BE49-F238E27FC236}">
                <a16:creationId xmlns:a16="http://schemas.microsoft.com/office/drawing/2014/main" id="{79D309CA-6200-DAE5-22E2-D258719E6712}"/>
              </a:ext>
            </a:extLst>
          </p:cNvPr>
          <p:cNvPicPr>
            <a:picLocks noChangeAspect="1"/>
          </p:cNvPicPr>
          <p:nvPr/>
        </p:nvPicPr>
        <p:blipFill>
          <a:blip r:embed="rId255">
            <a:extLst>
              <a:ext uri="{96DAC541-7B7A-43D3-8B79-37D633B846F1}">
                <asvg:svgBlip xmlns:asvg="http://schemas.microsoft.com/office/drawing/2016/SVG/main" r:embed="rId256"/>
              </a:ext>
            </a:extLst>
          </a:blip>
          <a:stretch>
            <a:fillRect/>
          </a:stretch>
        </p:blipFill>
        <p:spPr>
          <a:xfrm>
            <a:off x="4629269" y="7801538"/>
            <a:ext cx="571500" cy="571500"/>
          </a:xfrm>
          <a:prstGeom prst="rect">
            <a:avLst/>
          </a:prstGeom>
        </p:spPr>
      </p:pic>
      <p:pic>
        <p:nvPicPr>
          <p:cNvPr id="634" name="Рисунок 633">
            <a:extLst>
              <a:ext uri="{FF2B5EF4-FFF2-40B4-BE49-F238E27FC236}">
                <a16:creationId xmlns:a16="http://schemas.microsoft.com/office/drawing/2014/main" id="{9EB1AC4A-C47C-5EF1-1BCC-8143396365EA}"/>
              </a:ext>
            </a:extLst>
          </p:cNvPr>
          <p:cNvPicPr>
            <a:picLocks noChangeAspect="1"/>
          </p:cNvPicPr>
          <p:nvPr/>
        </p:nvPicPr>
        <p:blipFill>
          <a:blip r:embed="rId257">
            <a:extLst>
              <a:ext uri="{96DAC541-7B7A-43D3-8B79-37D633B846F1}">
                <asvg:svgBlip xmlns:asvg="http://schemas.microsoft.com/office/drawing/2016/SVG/main" r:embed="rId258"/>
              </a:ext>
            </a:extLst>
          </a:blip>
          <a:stretch>
            <a:fillRect/>
          </a:stretch>
        </p:blipFill>
        <p:spPr>
          <a:xfrm>
            <a:off x="3685446" y="5992589"/>
            <a:ext cx="571500" cy="571500"/>
          </a:xfrm>
          <a:prstGeom prst="rect">
            <a:avLst/>
          </a:prstGeom>
        </p:spPr>
      </p:pic>
      <p:pic>
        <p:nvPicPr>
          <p:cNvPr id="636" name="Рисунок 635">
            <a:extLst>
              <a:ext uri="{FF2B5EF4-FFF2-40B4-BE49-F238E27FC236}">
                <a16:creationId xmlns:a16="http://schemas.microsoft.com/office/drawing/2014/main" id="{BAC9BAAF-B25E-AE75-FF29-22E8067B3C24}"/>
              </a:ext>
            </a:extLst>
          </p:cNvPr>
          <p:cNvPicPr>
            <a:picLocks noChangeAspect="1"/>
          </p:cNvPicPr>
          <p:nvPr/>
        </p:nvPicPr>
        <p:blipFill>
          <a:blip r:embed="rId259">
            <a:extLst>
              <a:ext uri="{96DAC541-7B7A-43D3-8B79-37D633B846F1}">
                <asvg:svgBlip xmlns:asvg="http://schemas.microsoft.com/office/drawing/2016/SVG/main" r:embed="rId260"/>
              </a:ext>
            </a:extLst>
          </a:blip>
          <a:stretch>
            <a:fillRect/>
          </a:stretch>
        </p:blipFill>
        <p:spPr>
          <a:xfrm>
            <a:off x="3685446" y="6898509"/>
            <a:ext cx="571500" cy="571500"/>
          </a:xfrm>
          <a:prstGeom prst="rect">
            <a:avLst/>
          </a:prstGeom>
        </p:spPr>
      </p:pic>
      <p:pic>
        <p:nvPicPr>
          <p:cNvPr id="638" name="Рисунок 637">
            <a:extLst>
              <a:ext uri="{FF2B5EF4-FFF2-40B4-BE49-F238E27FC236}">
                <a16:creationId xmlns:a16="http://schemas.microsoft.com/office/drawing/2014/main" id="{353262FA-9A04-88EC-3C07-ECBD697CF062}"/>
              </a:ext>
            </a:extLst>
          </p:cNvPr>
          <p:cNvPicPr>
            <a:picLocks noChangeAspect="1"/>
          </p:cNvPicPr>
          <p:nvPr/>
        </p:nvPicPr>
        <p:blipFill>
          <a:blip r:embed="rId261">
            <a:extLst>
              <a:ext uri="{96DAC541-7B7A-43D3-8B79-37D633B846F1}">
                <asvg:svgBlip xmlns:asvg="http://schemas.microsoft.com/office/drawing/2016/SVG/main" r:embed="rId262"/>
              </a:ext>
            </a:extLst>
          </a:blip>
          <a:stretch>
            <a:fillRect/>
          </a:stretch>
        </p:blipFill>
        <p:spPr>
          <a:xfrm>
            <a:off x="5537233" y="5009944"/>
            <a:ext cx="571500" cy="571500"/>
          </a:xfrm>
          <a:prstGeom prst="rect">
            <a:avLst/>
          </a:prstGeom>
        </p:spPr>
      </p:pic>
      <p:pic>
        <p:nvPicPr>
          <p:cNvPr id="640" name="Рисунок 639">
            <a:extLst>
              <a:ext uri="{FF2B5EF4-FFF2-40B4-BE49-F238E27FC236}">
                <a16:creationId xmlns:a16="http://schemas.microsoft.com/office/drawing/2014/main" id="{D7822D59-7641-9192-8938-671EDAE33F05}"/>
              </a:ext>
            </a:extLst>
          </p:cNvPr>
          <p:cNvPicPr>
            <a:picLocks noChangeAspect="1"/>
          </p:cNvPicPr>
          <p:nvPr/>
        </p:nvPicPr>
        <p:blipFill>
          <a:blip r:embed="rId263">
            <a:extLst>
              <a:ext uri="{96DAC541-7B7A-43D3-8B79-37D633B846F1}">
                <asvg:svgBlip xmlns:asvg="http://schemas.microsoft.com/office/drawing/2016/SVG/main" r:embed="rId264"/>
              </a:ext>
            </a:extLst>
          </a:blip>
          <a:stretch>
            <a:fillRect/>
          </a:stretch>
        </p:blipFill>
        <p:spPr>
          <a:xfrm>
            <a:off x="3685446" y="5009944"/>
            <a:ext cx="571500" cy="571500"/>
          </a:xfrm>
          <a:prstGeom prst="rect">
            <a:avLst/>
          </a:prstGeom>
        </p:spPr>
      </p:pic>
      <p:pic>
        <p:nvPicPr>
          <p:cNvPr id="642" name="Рисунок 641">
            <a:extLst>
              <a:ext uri="{FF2B5EF4-FFF2-40B4-BE49-F238E27FC236}">
                <a16:creationId xmlns:a16="http://schemas.microsoft.com/office/drawing/2014/main" id="{C92EC0A8-C25C-023C-3FD9-A44C735D84EA}"/>
              </a:ext>
            </a:extLst>
          </p:cNvPr>
          <p:cNvPicPr>
            <a:picLocks noChangeAspect="1"/>
          </p:cNvPicPr>
          <p:nvPr/>
        </p:nvPicPr>
        <p:blipFill>
          <a:blip r:embed="rId265">
            <a:extLst>
              <a:ext uri="{96DAC541-7B7A-43D3-8B79-37D633B846F1}">
                <asvg:svgBlip xmlns:asvg="http://schemas.microsoft.com/office/drawing/2016/SVG/main" r:embed="rId266"/>
              </a:ext>
            </a:extLst>
          </a:blip>
          <a:stretch>
            <a:fillRect/>
          </a:stretch>
        </p:blipFill>
        <p:spPr>
          <a:xfrm>
            <a:off x="7460735" y="5009944"/>
            <a:ext cx="571500" cy="571500"/>
          </a:xfrm>
          <a:prstGeom prst="rect">
            <a:avLst/>
          </a:prstGeom>
        </p:spPr>
      </p:pic>
      <p:pic>
        <p:nvPicPr>
          <p:cNvPr id="644" name="Рисунок 643">
            <a:extLst>
              <a:ext uri="{FF2B5EF4-FFF2-40B4-BE49-F238E27FC236}">
                <a16:creationId xmlns:a16="http://schemas.microsoft.com/office/drawing/2014/main" id="{23256B8C-1300-BCAD-3523-BCED05ADC83F}"/>
              </a:ext>
            </a:extLst>
          </p:cNvPr>
          <p:cNvPicPr>
            <a:picLocks noChangeAspect="1"/>
          </p:cNvPicPr>
          <p:nvPr/>
        </p:nvPicPr>
        <p:blipFill>
          <a:blip r:embed="rId267">
            <a:extLst>
              <a:ext uri="{96DAC541-7B7A-43D3-8B79-37D633B846F1}">
                <asvg:svgBlip xmlns:asvg="http://schemas.microsoft.com/office/drawing/2016/SVG/main" r:embed="rId268"/>
              </a:ext>
            </a:extLst>
          </a:blip>
          <a:stretch>
            <a:fillRect/>
          </a:stretch>
        </p:blipFill>
        <p:spPr>
          <a:xfrm>
            <a:off x="5537233" y="5992589"/>
            <a:ext cx="571500" cy="571500"/>
          </a:xfrm>
          <a:prstGeom prst="rect">
            <a:avLst/>
          </a:prstGeom>
        </p:spPr>
      </p:pic>
      <p:pic>
        <p:nvPicPr>
          <p:cNvPr id="646" name="Рисунок 645">
            <a:extLst>
              <a:ext uri="{FF2B5EF4-FFF2-40B4-BE49-F238E27FC236}">
                <a16:creationId xmlns:a16="http://schemas.microsoft.com/office/drawing/2014/main" id="{C00374CF-4997-9A24-7545-ADEA117561D0}"/>
              </a:ext>
            </a:extLst>
          </p:cNvPr>
          <p:cNvPicPr>
            <a:picLocks noChangeAspect="1"/>
          </p:cNvPicPr>
          <p:nvPr/>
        </p:nvPicPr>
        <p:blipFill>
          <a:blip r:embed="rId269">
            <a:extLst>
              <a:ext uri="{96DAC541-7B7A-43D3-8B79-37D633B846F1}">
                <asvg:svgBlip xmlns:asvg="http://schemas.microsoft.com/office/drawing/2016/SVG/main" r:embed="rId270"/>
              </a:ext>
            </a:extLst>
          </a:blip>
          <a:stretch>
            <a:fillRect/>
          </a:stretch>
        </p:blipFill>
        <p:spPr>
          <a:xfrm>
            <a:off x="12120606" y="5009944"/>
            <a:ext cx="571500" cy="571500"/>
          </a:xfrm>
          <a:prstGeom prst="rect">
            <a:avLst/>
          </a:prstGeom>
        </p:spPr>
      </p:pic>
      <p:pic>
        <p:nvPicPr>
          <p:cNvPr id="648" name="Рисунок 647">
            <a:extLst>
              <a:ext uri="{FF2B5EF4-FFF2-40B4-BE49-F238E27FC236}">
                <a16:creationId xmlns:a16="http://schemas.microsoft.com/office/drawing/2014/main" id="{031E4C73-D585-E04B-32B1-8BDBA572C0E6}"/>
              </a:ext>
            </a:extLst>
          </p:cNvPr>
          <p:cNvPicPr>
            <a:picLocks noChangeAspect="1"/>
          </p:cNvPicPr>
          <p:nvPr/>
        </p:nvPicPr>
        <p:blipFill>
          <a:blip r:embed="rId271">
            <a:extLst>
              <a:ext uri="{96DAC541-7B7A-43D3-8B79-37D633B846F1}">
                <asvg:svgBlip xmlns:asvg="http://schemas.microsoft.com/office/drawing/2016/SVG/main" r:embed="rId272"/>
              </a:ext>
            </a:extLst>
          </a:blip>
          <a:stretch>
            <a:fillRect/>
          </a:stretch>
        </p:blipFill>
        <p:spPr>
          <a:xfrm>
            <a:off x="9402165" y="5992589"/>
            <a:ext cx="571500" cy="571500"/>
          </a:xfrm>
          <a:prstGeom prst="rect">
            <a:avLst/>
          </a:prstGeom>
        </p:spPr>
      </p:pic>
      <p:pic>
        <p:nvPicPr>
          <p:cNvPr id="650" name="Рисунок 649">
            <a:extLst>
              <a:ext uri="{FF2B5EF4-FFF2-40B4-BE49-F238E27FC236}">
                <a16:creationId xmlns:a16="http://schemas.microsoft.com/office/drawing/2014/main" id="{CEB10D31-3497-6289-DD4B-3C0A0A1A38AA}"/>
              </a:ext>
            </a:extLst>
          </p:cNvPr>
          <p:cNvPicPr>
            <a:picLocks noChangeAspect="1"/>
          </p:cNvPicPr>
          <p:nvPr/>
        </p:nvPicPr>
        <p:blipFill>
          <a:blip r:embed="rId273">
            <a:extLst>
              <a:ext uri="{96DAC541-7B7A-43D3-8B79-37D633B846F1}">
                <asvg:svgBlip xmlns:asvg="http://schemas.microsoft.com/office/drawing/2016/SVG/main" r:embed="rId274"/>
              </a:ext>
            </a:extLst>
          </a:blip>
          <a:stretch>
            <a:fillRect/>
          </a:stretch>
        </p:blipFill>
        <p:spPr>
          <a:xfrm>
            <a:off x="5537233" y="6898509"/>
            <a:ext cx="571500" cy="571500"/>
          </a:xfrm>
          <a:prstGeom prst="rect">
            <a:avLst/>
          </a:prstGeom>
        </p:spPr>
      </p:pic>
      <p:pic>
        <p:nvPicPr>
          <p:cNvPr id="652" name="Рисунок 651">
            <a:extLst>
              <a:ext uri="{FF2B5EF4-FFF2-40B4-BE49-F238E27FC236}">
                <a16:creationId xmlns:a16="http://schemas.microsoft.com/office/drawing/2014/main" id="{E862BF78-82F9-AD2C-B3CC-03D002CA8CF4}"/>
              </a:ext>
            </a:extLst>
          </p:cNvPr>
          <p:cNvPicPr>
            <a:picLocks noChangeAspect="1"/>
          </p:cNvPicPr>
          <p:nvPr/>
        </p:nvPicPr>
        <p:blipFill>
          <a:blip r:embed="rId275">
            <a:extLst>
              <a:ext uri="{96DAC541-7B7A-43D3-8B79-37D633B846F1}">
                <asvg:svgBlip xmlns:asvg="http://schemas.microsoft.com/office/drawing/2016/SVG/main" r:embed="rId276"/>
              </a:ext>
            </a:extLst>
          </a:blip>
          <a:stretch>
            <a:fillRect/>
          </a:stretch>
        </p:blipFill>
        <p:spPr>
          <a:xfrm>
            <a:off x="6481056" y="6898509"/>
            <a:ext cx="571500" cy="571500"/>
          </a:xfrm>
          <a:prstGeom prst="rect">
            <a:avLst/>
          </a:prstGeom>
        </p:spPr>
      </p:pic>
      <p:pic>
        <p:nvPicPr>
          <p:cNvPr id="654" name="Рисунок 653">
            <a:extLst>
              <a:ext uri="{FF2B5EF4-FFF2-40B4-BE49-F238E27FC236}">
                <a16:creationId xmlns:a16="http://schemas.microsoft.com/office/drawing/2014/main" id="{D6FD7422-8EA0-CC75-9E96-CA8BA5FED076}"/>
              </a:ext>
            </a:extLst>
          </p:cNvPr>
          <p:cNvPicPr>
            <a:picLocks noChangeAspect="1"/>
          </p:cNvPicPr>
          <p:nvPr/>
        </p:nvPicPr>
        <p:blipFill>
          <a:blip r:embed="rId277">
            <a:extLst>
              <a:ext uri="{96DAC541-7B7A-43D3-8B79-37D633B846F1}">
                <asvg:svgBlip xmlns:asvg="http://schemas.microsoft.com/office/drawing/2016/SVG/main" r:embed="rId278"/>
              </a:ext>
            </a:extLst>
          </a:blip>
          <a:stretch>
            <a:fillRect/>
          </a:stretch>
        </p:blipFill>
        <p:spPr>
          <a:xfrm>
            <a:off x="6481056" y="5992589"/>
            <a:ext cx="571500" cy="571500"/>
          </a:xfrm>
          <a:prstGeom prst="rect">
            <a:avLst/>
          </a:prstGeom>
        </p:spPr>
      </p:pic>
      <p:pic>
        <p:nvPicPr>
          <p:cNvPr id="656" name="Рисунок 655">
            <a:extLst>
              <a:ext uri="{FF2B5EF4-FFF2-40B4-BE49-F238E27FC236}">
                <a16:creationId xmlns:a16="http://schemas.microsoft.com/office/drawing/2014/main" id="{7E151D56-6906-7565-28E7-A01F6ABF135D}"/>
              </a:ext>
            </a:extLst>
          </p:cNvPr>
          <p:cNvPicPr>
            <a:picLocks noChangeAspect="1"/>
          </p:cNvPicPr>
          <p:nvPr/>
        </p:nvPicPr>
        <p:blipFill>
          <a:blip r:embed="rId279">
            <a:extLst>
              <a:ext uri="{96DAC541-7B7A-43D3-8B79-37D633B846F1}">
                <asvg:svgBlip xmlns:asvg="http://schemas.microsoft.com/office/drawing/2016/SVG/main" r:embed="rId280"/>
              </a:ext>
            </a:extLst>
          </a:blip>
          <a:stretch>
            <a:fillRect/>
          </a:stretch>
        </p:blipFill>
        <p:spPr>
          <a:xfrm>
            <a:off x="9402165" y="1637538"/>
            <a:ext cx="571500" cy="571500"/>
          </a:xfrm>
          <a:prstGeom prst="rect">
            <a:avLst/>
          </a:prstGeom>
        </p:spPr>
      </p:pic>
      <p:pic>
        <p:nvPicPr>
          <p:cNvPr id="658" name="Рисунок 657">
            <a:extLst>
              <a:ext uri="{FF2B5EF4-FFF2-40B4-BE49-F238E27FC236}">
                <a16:creationId xmlns:a16="http://schemas.microsoft.com/office/drawing/2014/main" id="{3A963ED2-E764-CD55-CE87-66D167129555}"/>
              </a:ext>
            </a:extLst>
          </p:cNvPr>
          <p:cNvPicPr>
            <a:picLocks noChangeAspect="1"/>
          </p:cNvPicPr>
          <p:nvPr/>
        </p:nvPicPr>
        <p:blipFill>
          <a:blip r:embed="rId281">
            <a:extLst>
              <a:ext uri="{96DAC541-7B7A-43D3-8B79-37D633B846F1}">
                <asvg:svgBlip xmlns:asvg="http://schemas.microsoft.com/office/drawing/2016/SVG/main" r:embed="rId282"/>
              </a:ext>
            </a:extLst>
          </a:blip>
          <a:stretch>
            <a:fillRect/>
          </a:stretch>
        </p:blipFill>
        <p:spPr>
          <a:xfrm>
            <a:off x="7460735" y="5992589"/>
            <a:ext cx="571500" cy="571500"/>
          </a:xfrm>
          <a:prstGeom prst="rect">
            <a:avLst/>
          </a:prstGeom>
        </p:spPr>
      </p:pic>
      <p:pic>
        <p:nvPicPr>
          <p:cNvPr id="660" name="Рисунок 659">
            <a:extLst>
              <a:ext uri="{FF2B5EF4-FFF2-40B4-BE49-F238E27FC236}">
                <a16:creationId xmlns:a16="http://schemas.microsoft.com/office/drawing/2014/main" id="{8DEE3BB9-DA22-B84E-63B8-12A5E43AE1B2}"/>
              </a:ext>
            </a:extLst>
          </p:cNvPr>
          <p:cNvPicPr>
            <a:picLocks noChangeAspect="1"/>
          </p:cNvPicPr>
          <p:nvPr/>
        </p:nvPicPr>
        <p:blipFill>
          <a:blip r:embed="rId283">
            <a:extLst>
              <a:ext uri="{96DAC541-7B7A-43D3-8B79-37D633B846F1}">
                <asvg:svgBlip xmlns:asvg="http://schemas.microsoft.com/office/drawing/2016/SVG/main" r:embed="rId284"/>
              </a:ext>
            </a:extLst>
          </a:blip>
          <a:stretch>
            <a:fillRect/>
          </a:stretch>
        </p:blipFill>
        <p:spPr>
          <a:xfrm>
            <a:off x="6481056" y="3321879"/>
            <a:ext cx="571500" cy="571500"/>
          </a:xfrm>
          <a:prstGeom prst="rect">
            <a:avLst/>
          </a:prstGeom>
        </p:spPr>
      </p:pic>
      <p:pic>
        <p:nvPicPr>
          <p:cNvPr id="662" name="Рисунок 661">
            <a:extLst>
              <a:ext uri="{FF2B5EF4-FFF2-40B4-BE49-F238E27FC236}">
                <a16:creationId xmlns:a16="http://schemas.microsoft.com/office/drawing/2014/main" id="{0105A342-16B4-0DA2-29E1-30058B0610C6}"/>
              </a:ext>
            </a:extLst>
          </p:cNvPr>
          <p:cNvPicPr>
            <a:picLocks noChangeAspect="1"/>
          </p:cNvPicPr>
          <p:nvPr/>
        </p:nvPicPr>
        <p:blipFill>
          <a:blip r:embed="rId285">
            <a:extLst>
              <a:ext uri="{96DAC541-7B7A-43D3-8B79-37D633B846F1}">
                <asvg:svgBlip xmlns:asvg="http://schemas.microsoft.com/office/drawing/2016/SVG/main" r:embed="rId286"/>
              </a:ext>
            </a:extLst>
          </a:blip>
          <a:stretch>
            <a:fillRect/>
          </a:stretch>
        </p:blipFill>
        <p:spPr>
          <a:xfrm>
            <a:off x="6481056" y="4203835"/>
            <a:ext cx="571500" cy="571500"/>
          </a:xfrm>
          <a:prstGeom prst="rect">
            <a:avLst/>
          </a:prstGeom>
        </p:spPr>
      </p:pic>
      <p:pic>
        <p:nvPicPr>
          <p:cNvPr id="664" name="Рисунок 663">
            <a:extLst>
              <a:ext uri="{FF2B5EF4-FFF2-40B4-BE49-F238E27FC236}">
                <a16:creationId xmlns:a16="http://schemas.microsoft.com/office/drawing/2014/main" id="{41BE613A-D6C1-259C-DC37-F3A845080E6D}"/>
              </a:ext>
            </a:extLst>
          </p:cNvPr>
          <p:cNvPicPr>
            <a:picLocks noChangeAspect="1"/>
          </p:cNvPicPr>
          <p:nvPr/>
        </p:nvPicPr>
        <p:blipFill>
          <a:blip r:embed="rId287">
            <a:extLst>
              <a:ext uri="{96DAC541-7B7A-43D3-8B79-37D633B846F1}">
                <asvg:svgBlip xmlns:asvg="http://schemas.microsoft.com/office/drawing/2016/SVG/main" r:embed="rId288"/>
              </a:ext>
            </a:extLst>
          </a:blip>
          <a:stretch>
            <a:fillRect/>
          </a:stretch>
        </p:blipFill>
        <p:spPr>
          <a:xfrm>
            <a:off x="6481056" y="2465973"/>
            <a:ext cx="571500" cy="571500"/>
          </a:xfrm>
          <a:prstGeom prst="rect">
            <a:avLst/>
          </a:prstGeom>
        </p:spPr>
      </p:pic>
      <p:pic>
        <p:nvPicPr>
          <p:cNvPr id="666" name="Рисунок 665">
            <a:extLst>
              <a:ext uri="{FF2B5EF4-FFF2-40B4-BE49-F238E27FC236}">
                <a16:creationId xmlns:a16="http://schemas.microsoft.com/office/drawing/2014/main" id="{B42E1DD7-74A7-59EB-82AF-354089D418AE}"/>
              </a:ext>
            </a:extLst>
          </p:cNvPr>
          <p:cNvPicPr>
            <a:picLocks noChangeAspect="1"/>
          </p:cNvPicPr>
          <p:nvPr/>
        </p:nvPicPr>
        <p:blipFill>
          <a:blip r:embed="rId289">
            <a:extLst>
              <a:ext uri="{96DAC541-7B7A-43D3-8B79-37D633B846F1}">
                <asvg:svgBlip xmlns:asvg="http://schemas.microsoft.com/office/drawing/2016/SVG/main" r:embed="rId290"/>
              </a:ext>
            </a:extLst>
          </a:blip>
          <a:stretch>
            <a:fillRect/>
          </a:stretch>
        </p:blipFill>
        <p:spPr>
          <a:xfrm>
            <a:off x="7460735" y="1637538"/>
            <a:ext cx="571500" cy="571500"/>
          </a:xfrm>
          <a:prstGeom prst="rect">
            <a:avLst/>
          </a:prstGeom>
        </p:spPr>
      </p:pic>
      <p:pic>
        <p:nvPicPr>
          <p:cNvPr id="668" name="Рисунок 667">
            <a:extLst>
              <a:ext uri="{FF2B5EF4-FFF2-40B4-BE49-F238E27FC236}">
                <a16:creationId xmlns:a16="http://schemas.microsoft.com/office/drawing/2014/main" id="{7165FE04-6607-942A-BB5A-67920CAA49D1}"/>
              </a:ext>
            </a:extLst>
          </p:cNvPr>
          <p:cNvPicPr>
            <a:picLocks noChangeAspect="1"/>
          </p:cNvPicPr>
          <p:nvPr/>
        </p:nvPicPr>
        <p:blipFill>
          <a:blip r:embed="rId291">
            <a:extLst>
              <a:ext uri="{96DAC541-7B7A-43D3-8B79-37D633B846F1}">
                <asvg:svgBlip xmlns:asvg="http://schemas.microsoft.com/office/drawing/2016/SVG/main" r:embed="rId292"/>
              </a:ext>
            </a:extLst>
          </a:blip>
          <a:stretch>
            <a:fillRect/>
          </a:stretch>
        </p:blipFill>
        <p:spPr>
          <a:xfrm>
            <a:off x="8440417" y="1637538"/>
            <a:ext cx="571500" cy="571500"/>
          </a:xfrm>
          <a:prstGeom prst="rect">
            <a:avLst/>
          </a:prstGeom>
        </p:spPr>
      </p:pic>
      <p:pic>
        <p:nvPicPr>
          <p:cNvPr id="670" name="Рисунок 669">
            <a:extLst>
              <a:ext uri="{FF2B5EF4-FFF2-40B4-BE49-F238E27FC236}">
                <a16:creationId xmlns:a16="http://schemas.microsoft.com/office/drawing/2014/main" id="{0076128B-3448-6EA4-79B2-9C954F926355}"/>
              </a:ext>
            </a:extLst>
          </p:cNvPr>
          <p:cNvPicPr>
            <a:picLocks noChangeAspect="1"/>
          </p:cNvPicPr>
          <p:nvPr/>
        </p:nvPicPr>
        <p:blipFill>
          <a:blip r:embed="rId293">
            <a:extLst>
              <a:ext uri="{96DAC541-7B7A-43D3-8B79-37D633B846F1}">
                <asvg:svgBlip xmlns:asvg="http://schemas.microsoft.com/office/drawing/2016/SVG/main" r:embed="rId294"/>
              </a:ext>
            </a:extLst>
          </a:blip>
          <a:stretch>
            <a:fillRect/>
          </a:stretch>
        </p:blipFill>
        <p:spPr>
          <a:xfrm>
            <a:off x="13098226" y="2465973"/>
            <a:ext cx="571500" cy="571500"/>
          </a:xfrm>
          <a:prstGeom prst="rect">
            <a:avLst/>
          </a:prstGeom>
        </p:spPr>
      </p:pic>
      <p:pic>
        <p:nvPicPr>
          <p:cNvPr id="672" name="Рисунок 671">
            <a:extLst>
              <a:ext uri="{FF2B5EF4-FFF2-40B4-BE49-F238E27FC236}">
                <a16:creationId xmlns:a16="http://schemas.microsoft.com/office/drawing/2014/main" id="{0992BB00-D7AC-5865-1675-1F2C4D59EAE9}"/>
              </a:ext>
            </a:extLst>
          </p:cNvPr>
          <p:cNvPicPr>
            <a:picLocks noChangeAspect="1"/>
          </p:cNvPicPr>
          <p:nvPr/>
        </p:nvPicPr>
        <p:blipFill>
          <a:blip r:embed="rId295">
            <a:extLst>
              <a:ext uri="{96DAC541-7B7A-43D3-8B79-37D633B846F1}">
                <asvg:svgBlip xmlns:asvg="http://schemas.microsoft.com/office/drawing/2016/SVG/main" r:embed="rId296"/>
              </a:ext>
            </a:extLst>
          </a:blip>
          <a:stretch>
            <a:fillRect/>
          </a:stretch>
        </p:blipFill>
        <p:spPr>
          <a:xfrm>
            <a:off x="11182231" y="2465973"/>
            <a:ext cx="571500" cy="571500"/>
          </a:xfrm>
          <a:prstGeom prst="rect">
            <a:avLst/>
          </a:prstGeom>
        </p:spPr>
      </p:pic>
      <p:pic>
        <p:nvPicPr>
          <p:cNvPr id="674" name="Рисунок 673">
            <a:extLst>
              <a:ext uri="{FF2B5EF4-FFF2-40B4-BE49-F238E27FC236}">
                <a16:creationId xmlns:a16="http://schemas.microsoft.com/office/drawing/2014/main" id="{CEDDEBBB-5E4E-64B3-C365-AC18B4CC860F}"/>
              </a:ext>
            </a:extLst>
          </p:cNvPr>
          <p:cNvPicPr>
            <a:picLocks noChangeAspect="1"/>
          </p:cNvPicPr>
          <p:nvPr/>
        </p:nvPicPr>
        <p:blipFill>
          <a:blip r:embed="rId297">
            <a:extLst>
              <a:ext uri="{96DAC541-7B7A-43D3-8B79-37D633B846F1}">
                <asvg:svgBlip xmlns:asvg="http://schemas.microsoft.com/office/drawing/2016/SVG/main" r:embed="rId298"/>
              </a:ext>
            </a:extLst>
          </a:blip>
          <a:stretch>
            <a:fillRect/>
          </a:stretch>
        </p:blipFill>
        <p:spPr>
          <a:xfrm>
            <a:off x="10310128" y="2465973"/>
            <a:ext cx="571500" cy="571500"/>
          </a:xfrm>
          <a:prstGeom prst="rect">
            <a:avLst/>
          </a:prstGeom>
        </p:spPr>
      </p:pic>
      <p:pic>
        <p:nvPicPr>
          <p:cNvPr id="676" name="Рисунок 675">
            <a:extLst>
              <a:ext uri="{FF2B5EF4-FFF2-40B4-BE49-F238E27FC236}">
                <a16:creationId xmlns:a16="http://schemas.microsoft.com/office/drawing/2014/main" id="{9CDBB313-9BE7-DBF8-7AA1-DF86F934583D}"/>
              </a:ext>
            </a:extLst>
          </p:cNvPr>
          <p:cNvPicPr>
            <a:picLocks noChangeAspect="1"/>
          </p:cNvPicPr>
          <p:nvPr/>
        </p:nvPicPr>
        <p:blipFill>
          <a:blip r:embed="rId299">
            <a:extLst>
              <a:ext uri="{96DAC541-7B7A-43D3-8B79-37D633B846F1}">
                <asvg:svgBlip xmlns:asvg="http://schemas.microsoft.com/office/drawing/2016/SVG/main" r:embed="rId300"/>
              </a:ext>
            </a:extLst>
          </a:blip>
          <a:stretch>
            <a:fillRect/>
          </a:stretch>
        </p:blipFill>
        <p:spPr>
          <a:xfrm>
            <a:off x="14041397" y="2465973"/>
            <a:ext cx="571500" cy="571500"/>
          </a:xfrm>
          <a:prstGeom prst="rect">
            <a:avLst/>
          </a:prstGeom>
        </p:spPr>
      </p:pic>
      <p:pic>
        <p:nvPicPr>
          <p:cNvPr id="678" name="Рисунок 677">
            <a:extLst>
              <a:ext uri="{FF2B5EF4-FFF2-40B4-BE49-F238E27FC236}">
                <a16:creationId xmlns:a16="http://schemas.microsoft.com/office/drawing/2014/main" id="{CD62CC0E-F5FB-39EE-55D2-15236AF01809}"/>
              </a:ext>
            </a:extLst>
          </p:cNvPr>
          <p:cNvPicPr>
            <a:picLocks noChangeAspect="1"/>
          </p:cNvPicPr>
          <p:nvPr/>
        </p:nvPicPr>
        <p:blipFill>
          <a:blip r:embed="rId301">
            <a:extLst>
              <a:ext uri="{96DAC541-7B7A-43D3-8B79-37D633B846F1}">
                <asvg:svgBlip xmlns:asvg="http://schemas.microsoft.com/office/drawing/2016/SVG/main" r:embed="rId302"/>
              </a:ext>
            </a:extLst>
          </a:blip>
          <a:stretch>
            <a:fillRect/>
          </a:stretch>
        </p:blipFill>
        <p:spPr>
          <a:xfrm>
            <a:off x="16992511" y="2465973"/>
            <a:ext cx="571500" cy="571500"/>
          </a:xfrm>
          <a:prstGeom prst="rect">
            <a:avLst/>
          </a:prstGeom>
        </p:spPr>
      </p:pic>
      <p:pic>
        <p:nvPicPr>
          <p:cNvPr id="680" name="Рисунок 679">
            <a:extLst>
              <a:ext uri="{FF2B5EF4-FFF2-40B4-BE49-F238E27FC236}">
                <a16:creationId xmlns:a16="http://schemas.microsoft.com/office/drawing/2014/main" id="{BCFDE030-7D63-2961-2F9F-635C4D20DFA5}"/>
              </a:ext>
            </a:extLst>
          </p:cNvPr>
          <p:cNvPicPr>
            <a:picLocks noChangeAspect="1"/>
          </p:cNvPicPr>
          <p:nvPr/>
        </p:nvPicPr>
        <p:blipFill>
          <a:blip r:embed="rId303">
            <a:extLst>
              <a:ext uri="{96DAC541-7B7A-43D3-8B79-37D633B846F1}">
                <asvg:svgBlip xmlns:asvg="http://schemas.microsoft.com/office/drawing/2016/SVG/main" r:embed="rId304"/>
              </a:ext>
            </a:extLst>
          </a:blip>
          <a:stretch>
            <a:fillRect/>
          </a:stretch>
        </p:blipFill>
        <p:spPr>
          <a:xfrm>
            <a:off x="15019930" y="4203835"/>
            <a:ext cx="571500" cy="571500"/>
          </a:xfrm>
          <a:prstGeom prst="rect">
            <a:avLst/>
          </a:prstGeom>
        </p:spPr>
      </p:pic>
      <p:pic>
        <p:nvPicPr>
          <p:cNvPr id="682" name="Рисунок 681">
            <a:extLst>
              <a:ext uri="{FF2B5EF4-FFF2-40B4-BE49-F238E27FC236}">
                <a16:creationId xmlns:a16="http://schemas.microsoft.com/office/drawing/2014/main" id="{415F758B-A155-8F9B-F2C4-611E7D3A90CB}"/>
              </a:ext>
            </a:extLst>
          </p:cNvPr>
          <p:cNvPicPr>
            <a:picLocks noChangeAspect="1"/>
          </p:cNvPicPr>
          <p:nvPr/>
        </p:nvPicPr>
        <p:blipFill>
          <a:blip r:embed="rId305">
            <a:extLst>
              <a:ext uri="{96DAC541-7B7A-43D3-8B79-37D633B846F1}">
                <asvg:svgBlip xmlns:asvg="http://schemas.microsoft.com/office/drawing/2016/SVG/main" r:embed="rId306"/>
              </a:ext>
            </a:extLst>
          </a:blip>
          <a:stretch>
            <a:fillRect/>
          </a:stretch>
        </p:blipFill>
        <p:spPr>
          <a:xfrm>
            <a:off x="14041397" y="4203835"/>
            <a:ext cx="571500" cy="571500"/>
          </a:xfrm>
          <a:prstGeom prst="rect">
            <a:avLst/>
          </a:prstGeom>
        </p:spPr>
      </p:pic>
      <p:pic>
        <p:nvPicPr>
          <p:cNvPr id="684" name="Рисунок 683">
            <a:extLst>
              <a:ext uri="{FF2B5EF4-FFF2-40B4-BE49-F238E27FC236}">
                <a16:creationId xmlns:a16="http://schemas.microsoft.com/office/drawing/2014/main" id="{9E69CB4D-7AFA-6446-D7B2-193C37508FA3}"/>
              </a:ext>
            </a:extLst>
          </p:cNvPr>
          <p:cNvPicPr>
            <a:picLocks noChangeAspect="1"/>
          </p:cNvPicPr>
          <p:nvPr/>
        </p:nvPicPr>
        <p:blipFill>
          <a:blip r:embed="rId307">
            <a:extLst>
              <a:ext uri="{96DAC541-7B7A-43D3-8B79-37D633B846F1}">
                <asvg:svgBlip xmlns:asvg="http://schemas.microsoft.com/office/drawing/2016/SVG/main" r:embed="rId308"/>
              </a:ext>
            </a:extLst>
          </a:blip>
          <a:stretch>
            <a:fillRect/>
          </a:stretch>
        </p:blipFill>
        <p:spPr>
          <a:xfrm>
            <a:off x="14041397" y="3321879"/>
            <a:ext cx="571500" cy="571500"/>
          </a:xfrm>
          <a:prstGeom prst="rect">
            <a:avLst/>
          </a:prstGeom>
        </p:spPr>
      </p:pic>
      <p:pic>
        <p:nvPicPr>
          <p:cNvPr id="686" name="Рисунок 685">
            <a:extLst>
              <a:ext uri="{FF2B5EF4-FFF2-40B4-BE49-F238E27FC236}">
                <a16:creationId xmlns:a16="http://schemas.microsoft.com/office/drawing/2014/main" id="{E462CB9D-3079-8837-46C1-861D1A328527}"/>
              </a:ext>
            </a:extLst>
          </p:cNvPr>
          <p:cNvPicPr>
            <a:picLocks noChangeAspect="1"/>
          </p:cNvPicPr>
          <p:nvPr/>
        </p:nvPicPr>
        <p:blipFill>
          <a:blip r:embed="rId309">
            <a:extLst>
              <a:ext uri="{96DAC541-7B7A-43D3-8B79-37D633B846F1}">
                <asvg:svgBlip xmlns:asvg="http://schemas.microsoft.com/office/drawing/2016/SVG/main" r:embed="rId310"/>
              </a:ext>
            </a:extLst>
          </a:blip>
          <a:stretch>
            <a:fillRect/>
          </a:stretch>
        </p:blipFill>
        <p:spPr>
          <a:xfrm>
            <a:off x="8440417" y="3321879"/>
            <a:ext cx="571500" cy="571500"/>
          </a:xfrm>
          <a:prstGeom prst="rect">
            <a:avLst/>
          </a:prstGeom>
        </p:spPr>
      </p:pic>
      <p:pic>
        <p:nvPicPr>
          <p:cNvPr id="688" name="Рисунок 687">
            <a:extLst>
              <a:ext uri="{FF2B5EF4-FFF2-40B4-BE49-F238E27FC236}">
                <a16:creationId xmlns:a16="http://schemas.microsoft.com/office/drawing/2014/main" id="{23D02B6F-0072-ECA1-3351-B4E57F61E2C3}"/>
              </a:ext>
            </a:extLst>
          </p:cNvPr>
          <p:cNvPicPr>
            <a:picLocks noChangeAspect="1"/>
          </p:cNvPicPr>
          <p:nvPr/>
        </p:nvPicPr>
        <p:blipFill>
          <a:blip r:embed="rId311">
            <a:extLst>
              <a:ext uri="{96DAC541-7B7A-43D3-8B79-37D633B846F1}">
                <asvg:svgBlip xmlns:asvg="http://schemas.microsoft.com/office/drawing/2016/SVG/main" r:embed="rId312"/>
              </a:ext>
            </a:extLst>
          </a:blip>
          <a:stretch>
            <a:fillRect/>
          </a:stretch>
        </p:blipFill>
        <p:spPr>
          <a:xfrm>
            <a:off x="13098226" y="3321879"/>
            <a:ext cx="571500" cy="571500"/>
          </a:xfrm>
          <a:prstGeom prst="rect">
            <a:avLst/>
          </a:prstGeom>
        </p:spPr>
      </p:pic>
      <p:pic>
        <p:nvPicPr>
          <p:cNvPr id="690" name="Рисунок 689">
            <a:extLst>
              <a:ext uri="{FF2B5EF4-FFF2-40B4-BE49-F238E27FC236}">
                <a16:creationId xmlns:a16="http://schemas.microsoft.com/office/drawing/2014/main" id="{AC27B92C-9E39-36B8-F0FD-30F667C8E741}"/>
              </a:ext>
            </a:extLst>
          </p:cNvPr>
          <p:cNvPicPr>
            <a:picLocks noChangeAspect="1"/>
          </p:cNvPicPr>
          <p:nvPr/>
        </p:nvPicPr>
        <p:blipFill>
          <a:blip r:embed="rId313">
            <a:extLst>
              <a:ext uri="{96DAC541-7B7A-43D3-8B79-37D633B846F1}">
                <asvg:svgBlip xmlns:asvg="http://schemas.microsoft.com/office/drawing/2016/SVG/main" r:embed="rId314"/>
              </a:ext>
            </a:extLst>
          </a:blip>
          <a:stretch>
            <a:fillRect/>
          </a:stretch>
        </p:blipFill>
        <p:spPr>
          <a:xfrm>
            <a:off x="12120606" y="3321879"/>
            <a:ext cx="571500" cy="571500"/>
          </a:xfrm>
          <a:prstGeom prst="rect">
            <a:avLst/>
          </a:prstGeom>
        </p:spPr>
      </p:pic>
      <p:pic>
        <p:nvPicPr>
          <p:cNvPr id="692" name="Рисунок 691">
            <a:extLst>
              <a:ext uri="{FF2B5EF4-FFF2-40B4-BE49-F238E27FC236}">
                <a16:creationId xmlns:a16="http://schemas.microsoft.com/office/drawing/2014/main" id="{D9061CBA-1619-305E-0EB9-D4E6E3B7932F}"/>
              </a:ext>
            </a:extLst>
          </p:cNvPr>
          <p:cNvPicPr>
            <a:picLocks noChangeAspect="1"/>
          </p:cNvPicPr>
          <p:nvPr/>
        </p:nvPicPr>
        <p:blipFill>
          <a:blip r:embed="rId315">
            <a:extLst>
              <a:ext uri="{96DAC541-7B7A-43D3-8B79-37D633B846F1}">
                <asvg:svgBlip xmlns:asvg="http://schemas.microsoft.com/office/drawing/2016/SVG/main" r:embed="rId316"/>
              </a:ext>
            </a:extLst>
          </a:blip>
          <a:stretch>
            <a:fillRect/>
          </a:stretch>
        </p:blipFill>
        <p:spPr>
          <a:xfrm>
            <a:off x="12120606" y="2465973"/>
            <a:ext cx="571500" cy="571500"/>
          </a:xfrm>
          <a:prstGeom prst="rect">
            <a:avLst/>
          </a:prstGeom>
        </p:spPr>
      </p:pic>
      <p:pic>
        <p:nvPicPr>
          <p:cNvPr id="694" name="Рисунок 693">
            <a:extLst>
              <a:ext uri="{FF2B5EF4-FFF2-40B4-BE49-F238E27FC236}">
                <a16:creationId xmlns:a16="http://schemas.microsoft.com/office/drawing/2014/main" id="{D872172A-35BD-166B-A150-B74CE851B142}"/>
              </a:ext>
            </a:extLst>
          </p:cNvPr>
          <p:cNvPicPr>
            <a:picLocks noChangeAspect="1"/>
          </p:cNvPicPr>
          <p:nvPr/>
        </p:nvPicPr>
        <p:blipFill>
          <a:blip r:embed="rId317">
            <a:extLst>
              <a:ext uri="{96DAC541-7B7A-43D3-8B79-37D633B846F1}">
                <asvg:svgBlip xmlns:asvg="http://schemas.microsoft.com/office/drawing/2016/SVG/main" r:embed="rId318"/>
              </a:ext>
            </a:extLst>
          </a:blip>
          <a:stretch>
            <a:fillRect/>
          </a:stretch>
        </p:blipFill>
        <p:spPr>
          <a:xfrm>
            <a:off x="9402165" y="3321879"/>
            <a:ext cx="571500" cy="571500"/>
          </a:xfrm>
          <a:prstGeom prst="rect">
            <a:avLst/>
          </a:prstGeom>
        </p:spPr>
      </p:pic>
      <p:pic>
        <p:nvPicPr>
          <p:cNvPr id="696" name="Рисунок 695">
            <a:extLst>
              <a:ext uri="{FF2B5EF4-FFF2-40B4-BE49-F238E27FC236}">
                <a16:creationId xmlns:a16="http://schemas.microsoft.com/office/drawing/2014/main" id="{A9B9F2D9-98A6-0B78-E218-5E0827E4719E}"/>
              </a:ext>
            </a:extLst>
          </p:cNvPr>
          <p:cNvPicPr>
            <a:picLocks noChangeAspect="1"/>
          </p:cNvPicPr>
          <p:nvPr/>
        </p:nvPicPr>
        <p:blipFill>
          <a:blip r:embed="rId319">
            <a:extLst>
              <a:ext uri="{96DAC541-7B7A-43D3-8B79-37D633B846F1}">
                <asvg:svgBlip xmlns:asvg="http://schemas.microsoft.com/office/drawing/2016/SVG/main" r:embed="rId320"/>
              </a:ext>
            </a:extLst>
          </a:blip>
          <a:stretch>
            <a:fillRect/>
          </a:stretch>
        </p:blipFill>
        <p:spPr>
          <a:xfrm>
            <a:off x="10310128" y="5009944"/>
            <a:ext cx="571500" cy="571500"/>
          </a:xfrm>
          <a:prstGeom prst="rect">
            <a:avLst/>
          </a:prstGeom>
        </p:spPr>
      </p:pic>
      <p:pic>
        <p:nvPicPr>
          <p:cNvPr id="698" name="Рисунок 697">
            <a:extLst>
              <a:ext uri="{FF2B5EF4-FFF2-40B4-BE49-F238E27FC236}">
                <a16:creationId xmlns:a16="http://schemas.microsoft.com/office/drawing/2014/main" id="{C11A2447-1691-CAB4-7979-7C8F2F577358}"/>
              </a:ext>
            </a:extLst>
          </p:cNvPr>
          <p:cNvPicPr>
            <a:picLocks noChangeAspect="1"/>
          </p:cNvPicPr>
          <p:nvPr/>
        </p:nvPicPr>
        <p:blipFill>
          <a:blip r:embed="rId321">
            <a:extLst>
              <a:ext uri="{96DAC541-7B7A-43D3-8B79-37D633B846F1}">
                <asvg:svgBlip xmlns:asvg="http://schemas.microsoft.com/office/drawing/2016/SVG/main" r:embed="rId322"/>
              </a:ext>
            </a:extLst>
          </a:blip>
          <a:stretch>
            <a:fillRect/>
          </a:stretch>
        </p:blipFill>
        <p:spPr>
          <a:xfrm>
            <a:off x="8440417" y="5009944"/>
            <a:ext cx="571500" cy="571500"/>
          </a:xfrm>
          <a:prstGeom prst="rect">
            <a:avLst/>
          </a:prstGeom>
        </p:spPr>
      </p:pic>
      <p:pic>
        <p:nvPicPr>
          <p:cNvPr id="700" name="Рисунок 699">
            <a:extLst>
              <a:ext uri="{FF2B5EF4-FFF2-40B4-BE49-F238E27FC236}">
                <a16:creationId xmlns:a16="http://schemas.microsoft.com/office/drawing/2014/main" id="{EAA054FA-0B53-8B00-59E6-DEEBFBEF3ADD}"/>
              </a:ext>
            </a:extLst>
          </p:cNvPr>
          <p:cNvPicPr>
            <a:picLocks noChangeAspect="1"/>
          </p:cNvPicPr>
          <p:nvPr/>
        </p:nvPicPr>
        <p:blipFill>
          <a:blip r:embed="rId323">
            <a:extLst>
              <a:ext uri="{96DAC541-7B7A-43D3-8B79-37D633B846F1}">
                <asvg:svgBlip xmlns:asvg="http://schemas.microsoft.com/office/drawing/2016/SVG/main" r:embed="rId324"/>
              </a:ext>
            </a:extLst>
          </a:blip>
          <a:stretch>
            <a:fillRect/>
          </a:stretch>
        </p:blipFill>
        <p:spPr>
          <a:xfrm>
            <a:off x="9402165" y="2465973"/>
            <a:ext cx="571500" cy="571500"/>
          </a:xfrm>
          <a:prstGeom prst="rect">
            <a:avLst/>
          </a:prstGeom>
        </p:spPr>
      </p:pic>
      <p:pic>
        <p:nvPicPr>
          <p:cNvPr id="702" name="Рисунок 701">
            <a:extLst>
              <a:ext uri="{FF2B5EF4-FFF2-40B4-BE49-F238E27FC236}">
                <a16:creationId xmlns:a16="http://schemas.microsoft.com/office/drawing/2014/main" id="{6D664D37-5D87-AF8D-214F-A045FCA1F675}"/>
              </a:ext>
            </a:extLst>
          </p:cNvPr>
          <p:cNvPicPr>
            <a:picLocks noChangeAspect="1"/>
          </p:cNvPicPr>
          <p:nvPr/>
        </p:nvPicPr>
        <p:blipFill>
          <a:blip r:embed="rId325">
            <a:extLst>
              <a:ext uri="{96DAC541-7B7A-43D3-8B79-37D633B846F1}">
                <asvg:svgBlip xmlns:asvg="http://schemas.microsoft.com/office/drawing/2016/SVG/main" r:embed="rId326"/>
              </a:ext>
            </a:extLst>
          </a:blip>
          <a:stretch>
            <a:fillRect/>
          </a:stretch>
        </p:blipFill>
        <p:spPr>
          <a:xfrm>
            <a:off x="8440417" y="5992589"/>
            <a:ext cx="571500" cy="571500"/>
          </a:xfrm>
          <a:prstGeom prst="rect">
            <a:avLst/>
          </a:prstGeom>
        </p:spPr>
      </p:pic>
      <p:pic>
        <p:nvPicPr>
          <p:cNvPr id="704" name="Рисунок 703">
            <a:extLst>
              <a:ext uri="{FF2B5EF4-FFF2-40B4-BE49-F238E27FC236}">
                <a16:creationId xmlns:a16="http://schemas.microsoft.com/office/drawing/2014/main" id="{F1C51E82-E389-7359-8668-212B9C005239}"/>
              </a:ext>
            </a:extLst>
          </p:cNvPr>
          <p:cNvPicPr>
            <a:picLocks noChangeAspect="1"/>
          </p:cNvPicPr>
          <p:nvPr/>
        </p:nvPicPr>
        <p:blipFill>
          <a:blip r:embed="rId327">
            <a:extLst>
              <a:ext uri="{96DAC541-7B7A-43D3-8B79-37D633B846F1}">
                <asvg:svgBlip xmlns:asvg="http://schemas.microsoft.com/office/drawing/2016/SVG/main" r:embed="rId328"/>
              </a:ext>
            </a:extLst>
          </a:blip>
          <a:stretch>
            <a:fillRect/>
          </a:stretch>
        </p:blipFill>
        <p:spPr>
          <a:xfrm>
            <a:off x="12120606" y="9373646"/>
            <a:ext cx="571500" cy="571500"/>
          </a:xfrm>
          <a:prstGeom prst="rect">
            <a:avLst/>
          </a:prstGeom>
        </p:spPr>
      </p:pic>
      <p:pic>
        <p:nvPicPr>
          <p:cNvPr id="706" name="Рисунок 705">
            <a:extLst>
              <a:ext uri="{FF2B5EF4-FFF2-40B4-BE49-F238E27FC236}">
                <a16:creationId xmlns:a16="http://schemas.microsoft.com/office/drawing/2014/main" id="{B0CB9044-9287-7B77-542D-CE3299405E04}"/>
              </a:ext>
            </a:extLst>
          </p:cNvPr>
          <p:cNvPicPr>
            <a:picLocks noChangeAspect="1"/>
          </p:cNvPicPr>
          <p:nvPr/>
        </p:nvPicPr>
        <p:blipFill>
          <a:blip r:embed="rId329">
            <a:extLst>
              <a:ext uri="{96DAC541-7B7A-43D3-8B79-37D633B846F1}">
                <asvg:svgBlip xmlns:asvg="http://schemas.microsoft.com/office/drawing/2016/SVG/main" r:embed="rId330"/>
              </a:ext>
            </a:extLst>
          </a:blip>
          <a:stretch>
            <a:fillRect/>
          </a:stretch>
        </p:blipFill>
        <p:spPr>
          <a:xfrm>
            <a:off x="11182231" y="5009944"/>
            <a:ext cx="571500" cy="571500"/>
          </a:xfrm>
          <a:prstGeom prst="rect">
            <a:avLst/>
          </a:prstGeom>
        </p:spPr>
      </p:pic>
      <p:pic>
        <p:nvPicPr>
          <p:cNvPr id="708" name="Рисунок 707">
            <a:extLst>
              <a:ext uri="{FF2B5EF4-FFF2-40B4-BE49-F238E27FC236}">
                <a16:creationId xmlns:a16="http://schemas.microsoft.com/office/drawing/2014/main" id="{4EEA6E39-7B5C-4223-45E0-E3DE70B9309F}"/>
              </a:ext>
            </a:extLst>
          </p:cNvPr>
          <p:cNvPicPr>
            <a:picLocks noChangeAspect="1"/>
          </p:cNvPicPr>
          <p:nvPr/>
        </p:nvPicPr>
        <p:blipFill>
          <a:blip r:embed="rId331">
            <a:extLst>
              <a:ext uri="{96DAC541-7B7A-43D3-8B79-37D633B846F1}">
                <asvg:svgBlip xmlns:asvg="http://schemas.microsoft.com/office/drawing/2016/SVG/main" r:embed="rId332"/>
              </a:ext>
            </a:extLst>
          </a:blip>
          <a:stretch>
            <a:fillRect/>
          </a:stretch>
        </p:blipFill>
        <p:spPr>
          <a:xfrm>
            <a:off x="8440417" y="2465973"/>
            <a:ext cx="571500" cy="571500"/>
          </a:xfrm>
          <a:prstGeom prst="rect">
            <a:avLst/>
          </a:prstGeom>
        </p:spPr>
      </p:pic>
      <p:pic>
        <p:nvPicPr>
          <p:cNvPr id="710" name="Рисунок 709">
            <a:extLst>
              <a:ext uri="{FF2B5EF4-FFF2-40B4-BE49-F238E27FC236}">
                <a16:creationId xmlns:a16="http://schemas.microsoft.com/office/drawing/2014/main" id="{4028D4E2-A9D8-DB76-84F8-B1128FC089B0}"/>
              </a:ext>
            </a:extLst>
          </p:cNvPr>
          <p:cNvPicPr>
            <a:picLocks noChangeAspect="1"/>
          </p:cNvPicPr>
          <p:nvPr/>
        </p:nvPicPr>
        <p:blipFill>
          <a:blip r:embed="rId333">
            <a:extLst>
              <a:ext uri="{96DAC541-7B7A-43D3-8B79-37D633B846F1}">
                <asvg:svgBlip xmlns:asvg="http://schemas.microsoft.com/office/drawing/2016/SVG/main" r:embed="rId334"/>
              </a:ext>
            </a:extLst>
          </a:blip>
          <a:stretch>
            <a:fillRect/>
          </a:stretch>
        </p:blipFill>
        <p:spPr>
          <a:xfrm>
            <a:off x="10310128" y="4203835"/>
            <a:ext cx="571500" cy="571500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509BF2D4-99D1-B20B-1D6F-C8E45D6C19A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12" name="Рисунок 711">
            <a:extLst>
              <a:ext uri="{FF2B5EF4-FFF2-40B4-BE49-F238E27FC236}">
                <a16:creationId xmlns:a16="http://schemas.microsoft.com/office/drawing/2014/main" id="{0233A4A2-FB25-AFFA-BC53-A6F66EAD4CEE}"/>
              </a:ext>
            </a:extLst>
          </p:cNvPr>
          <p:cNvPicPr>
            <a:picLocks noChangeAspect="1"/>
          </p:cNvPicPr>
          <p:nvPr/>
        </p:nvPicPr>
        <p:blipFill>
          <a:blip r:embed="rId335">
            <a:extLst>
              <a:ext uri="{96DAC541-7B7A-43D3-8B79-37D633B846F1}">
                <asvg:svgBlip xmlns:asvg="http://schemas.microsoft.com/office/drawing/2016/SVG/main" r:embed="rId336"/>
              </a:ext>
            </a:extLst>
          </a:blip>
          <a:stretch>
            <a:fillRect/>
          </a:stretch>
        </p:blipFill>
        <p:spPr>
          <a:xfrm>
            <a:off x="12120606" y="4203835"/>
            <a:ext cx="571500" cy="571500"/>
          </a:xfrm>
          <a:prstGeom prst="rect">
            <a:avLst/>
          </a:prstGeom>
        </p:spPr>
      </p:pic>
      <p:pic>
        <p:nvPicPr>
          <p:cNvPr id="714" name="Рисунок 713">
            <a:extLst>
              <a:ext uri="{FF2B5EF4-FFF2-40B4-BE49-F238E27FC236}">
                <a16:creationId xmlns:a16="http://schemas.microsoft.com/office/drawing/2014/main" id="{2AEBA8A3-03C8-9557-D22B-6EA4BDCA0405}"/>
              </a:ext>
            </a:extLst>
          </p:cNvPr>
          <p:cNvPicPr>
            <a:picLocks noChangeAspect="1"/>
          </p:cNvPicPr>
          <p:nvPr/>
        </p:nvPicPr>
        <p:blipFill>
          <a:blip r:embed="rId337">
            <a:extLst>
              <a:ext uri="{96DAC541-7B7A-43D3-8B79-37D633B846F1}">
                <asvg:svgBlip xmlns:asvg="http://schemas.microsoft.com/office/drawing/2016/SVG/main" r:embed="rId338"/>
              </a:ext>
            </a:extLst>
          </a:blip>
          <a:stretch>
            <a:fillRect/>
          </a:stretch>
        </p:blipFill>
        <p:spPr>
          <a:xfrm>
            <a:off x="13098226" y="4203835"/>
            <a:ext cx="571500" cy="571500"/>
          </a:xfrm>
          <a:prstGeom prst="rect">
            <a:avLst/>
          </a:prstGeom>
        </p:spPr>
      </p:pic>
      <p:sp>
        <p:nvSpPr>
          <p:cNvPr id="5" name="Текст 4">
            <a:extLst>
              <a:ext uri="{FF2B5EF4-FFF2-40B4-BE49-F238E27FC236}">
                <a16:creationId xmlns:a16="http://schemas.microsoft.com/office/drawing/2014/main" id="{7F796F60-2BDF-2020-B135-E99370EEA71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16" name="Рисунок 715">
            <a:extLst>
              <a:ext uri="{FF2B5EF4-FFF2-40B4-BE49-F238E27FC236}">
                <a16:creationId xmlns:a16="http://schemas.microsoft.com/office/drawing/2014/main" id="{38D53593-E705-9DEF-E9CB-FEBAB8F6D580}"/>
              </a:ext>
            </a:extLst>
          </p:cNvPr>
          <p:cNvPicPr>
            <a:picLocks noChangeAspect="1"/>
          </p:cNvPicPr>
          <p:nvPr/>
        </p:nvPicPr>
        <p:blipFill>
          <a:blip r:embed="rId339">
            <a:extLst>
              <a:ext uri="{96DAC541-7B7A-43D3-8B79-37D633B846F1}">
                <asvg:svgBlip xmlns:asvg="http://schemas.microsoft.com/office/drawing/2016/SVG/main" r:embed="rId340"/>
              </a:ext>
            </a:extLst>
          </a:blip>
          <a:stretch>
            <a:fillRect/>
          </a:stretch>
        </p:blipFill>
        <p:spPr>
          <a:xfrm>
            <a:off x="11182231" y="4203835"/>
            <a:ext cx="571500" cy="571500"/>
          </a:xfrm>
          <a:prstGeom prst="rect">
            <a:avLst/>
          </a:prstGeom>
        </p:spPr>
      </p:pic>
      <p:pic>
        <p:nvPicPr>
          <p:cNvPr id="718" name="Рисунок 717">
            <a:extLst>
              <a:ext uri="{FF2B5EF4-FFF2-40B4-BE49-F238E27FC236}">
                <a16:creationId xmlns:a16="http://schemas.microsoft.com/office/drawing/2014/main" id="{7FAE2068-1C48-7328-0F51-1E8818214728}"/>
              </a:ext>
            </a:extLst>
          </p:cNvPr>
          <p:cNvPicPr>
            <a:picLocks noChangeAspect="1"/>
          </p:cNvPicPr>
          <p:nvPr/>
        </p:nvPicPr>
        <p:blipFill>
          <a:blip r:embed="rId341">
            <a:extLst>
              <a:ext uri="{96DAC541-7B7A-43D3-8B79-37D633B846F1}">
                <asvg:svgBlip xmlns:asvg="http://schemas.microsoft.com/office/drawing/2016/SVG/main" r:embed="rId342"/>
              </a:ext>
            </a:extLst>
          </a:blip>
          <a:stretch>
            <a:fillRect/>
          </a:stretch>
        </p:blipFill>
        <p:spPr>
          <a:xfrm>
            <a:off x="11182231" y="3321879"/>
            <a:ext cx="571500" cy="571500"/>
          </a:xfrm>
          <a:prstGeom prst="rect">
            <a:avLst/>
          </a:prstGeom>
        </p:spPr>
      </p:pic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06670655-B4DC-45BF-DFF5-58A7928F1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762001"/>
            <a:ext cx="10007048" cy="586582"/>
          </a:xfrm>
        </p:spPr>
        <p:txBody>
          <a:bodyPr>
            <a:normAutofit fontScale="90000"/>
          </a:bodyPr>
          <a:lstStyle/>
          <a:p>
            <a:r>
              <a:rPr lang="ru-RU" dirty="0"/>
              <a:t>Иконки</a:t>
            </a:r>
          </a:p>
        </p:txBody>
      </p:sp>
      <p:pic>
        <p:nvPicPr>
          <p:cNvPr id="720" name="Рисунок 719">
            <a:extLst>
              <a:ext uri="{FF2B5EF4-FFF2-40B4-BE49-F238E27FC236}">
                <a16:creationId xmlns:a16="http://schemas.microsoft.com/office/drawing/2014/main" id="{74D795B6-DFC5-C3FD-D6C0-AA8DE283A147}"/>
              </a:ext>
            </a:extLst>
          </p:cNvPr>
          <p:cNvPicPr>
            <a:picLocks noChangeAspect="1"/>
          </p:cNvPicPr>
          <p:nvPr/>
        </p:nvPicPr>
        <p:blipFill>
          <a:blip r:embed="rId343">
            <a:extLst>
              <a:ext uri="{96DAC541-7B7A-43D3-8B79-37D633B846F1}">
                <asvg:svgBlip xmlns:asvg="http://schemas.microsoft.com/office/drawing/2016/SVG/main" r:embed="rId344"/>
              </a:ext>
            </a:extLst>
          </a:blip>
          <a:stretch>
            <a:fillRect/>
          </a:stretch>
        </p:blipFill>
        <p:spPr>
          <a:xfrm>
            <a:off x="10310128" y="3321879"/>
            <a:ext cx="571500" cy="571500"/>
          </a:xfrm>
          <a:prstGeom prst="rect">
            <a:avLst/>
          </a:prstGeom>
        </p:spPr>
      </p:pic>
      <p:pic>
        <p:nvPicPr>
          <p:cNvPr id="722" name="Рисунок 721">
            <a:extLst>
              <a:ext uri="{FF2B5EF4-FFF2-40B4-BE49-F238E27FC236}">
                <a16:creationId xmlns:a16="http://schemas.microsoft.com/office/drawing/2014/main" id="{3F5CF762-EED4-3947-F489-FE412829AD9E}"/>
              </a:ext>
            </a:extLst>
          </p:cNvPr>
          <p:cNvPicPr>
            <a:picLocks noChangeAspect="1"/>
          </p:cNvPicPr>
          <p:nvPr/>
        </p:nvPicPr>
        <p:blipFill>
          <a:blip r:embed="rId345">
            <a:extLst>
              <a:ext uri="{96DAC541-7B7A-43D3-8B79-37D633B846F1}">
                <asvg:svgBlip xmlns:asvg="http://schemas.microsoft.com/office/drawing/2016/SVG/main" r:embed="rId346"/>
              </a:ext>
            </a:extLst>
          </a:blip>
          <a:stretch>
            <a:fillRect/>
          </a:stretch>
        </p:blipFill>
        <p:spPr>
          <a:xfrm>
            <a:off x="15019930" y="6898509"/>
            <a:ext cx="571500" cy="571500"/>
          </a:xfrm>
          <a:prstGeom prst="rect">
            <a:avLst/>
          </a:prstGeom>
        </p:spPr>
      </p:pic>
      <p:sp>
        <p:nvSpPr>
          <p:cNvPr id="728" name="Рисунок 727">
            <a:extLst>
              <a:ext uri="{FF2B5EF4-FFF2-40B4-BE49-F238E27FC236}">
                <a16:creationId xmlns:a16="http://schemas.microsoft.com/office/drawing/2014/main" id="{133BCB71-DCDD-DDB2-061C-76CCCC66472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pic>
        <p:nvPicPr>
          <p:cNvPr id="724" name="Рисунок 723">
            <a:extLst>
              <a:ext uri="{FF2B5EF4-FFF2-40B4-BE49-F238E27FC236}">
                <a16:creationId xmlns:a16="http://schemas.microsoft.com/office/drawing/2014/main" id="{B2217428-4D17-F167-17C7-A338C3B90967}"/>
              </a:ext>
            </a:extLst>
          </p:cNvPr>
          <p:cNvPicPr>
            <a:picLocks noChangeAspect="1"/>
          </p:cNvPicPr>
          <p:nvPr/>
        </p:nvPicPr>
        <p:blipFill>
          <a:blip r:embed="rId347">
            <a:extLst>
              <a:ext uri="{96DAC541-7B7A-43D3-8B79-37D633B846F1}">
                <asvg:svgBlip xmlns:asvg="http://schemas.microsoft.com/office/drawing/2016/SVG/main" r:embed="rId348"/>
              </a:ext>
            </a:extLst>
          </a:blip>
          <a:stretch>
            <a:fillRect/>
          </a:stretch>
        </p:blipFill>
        <p:spPr>
          <a:xfrm>
            <a:off x="14041397" y="6898509"/>
            <a:ext cx="571500" cy="571500"/>
          </a:xfrm>
          <a:prstGeom prst="rect">
            <a:avLst/>
          </a:prstGeom>
        </p:spPr>
      </p:pic>
      <p:pic>
        <p:nvPicPr>
          <p:cNvPr id="726" name="Рисунок 725">
            <a:extLst>
              <a:ext uri="{FF2B5EF4-FFF2-40B4-BE49-F238E27FC236}">
                <a16:creationId xmlns:a16="http://schemas.microsoft.com/office/drawing/2014/main" id="{74508463-57CA-AAB2-3A32-1F6D393D322B}"/>
              </a:ext>
            </a:extLst>
          </p:cNvPr>
          <p:cNvPicPr>
            <a:picLocks noChangeAspect="1"/>
          </p:cNvPicPr>
          <p:nvPr/>
        </p:nvPicPr>
        <p:blipFill>
          <a:blip r:embed="rId349">
            <a:extLst>
              <a:ext uri="{96DAC541-7B7A-43D3-8B79-37D633B846F1}">
                <asvg:svgBlip xmlns:asvg="http://schemas.microsoft.com/office/drawing/2016/SVG/main" r:embed="rId350"/>
              </a:ext>
            </a:extLst>
          </a:blip>
          <a:stretch>
            <a:fillRect/>
          </a:stretch>
        </p:blipFill>
        <p:spPr>
          <a:xfrm>
            <a:off x="11201281" y="6898509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755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2B84C-8BA5-62E2-151C-6E4F8701A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12BD1C82-4FE1-9361-6CC2-644A60F68A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74AA1EB-4002-0165-7710-5DB8BA79130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DD594CAD-F13D-1CC2-EF56-CF25C1F00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762001"/>
            <a:ext cx="10007048" cy="586582"/>
          </a:xfrm>
        </p:spPr>
        <p:txBody>
          <a:bodyPr>
            <a:normAutofit fontScale="90000"/>
          </a:bodyPr>
          <a:lstStyle/>
          <a:p>
            <a:r>
              <a:rPr lang="ru-RU" dirty="0"/>
              <a:t>Иконки</a:t>
            </a:r>
          </a:p>
        </p:txBody>
      </p:sp>
      <p:pic>
        <p:nvPicPr>
          <p:cNvPr id="8" name="Рисунок 7" descr="Изображение выглядит как символ, круг, логотип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FD85C98E-1F41-15F7-9E0C-DF5459D7B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482" y="1466228"/>
            <a:ext cx="1312975" cy="1312975"/>
          </a:xfrm>
          <a:prstGeom prst="rect">
            <a:avLst/>
          </a:prstGeom>
        </p:spPr>
      </p:pic>
      <p:pic>
        <p:nvPicPr>
          <p:cNvPr id="10" name="Рисунок 9" descr="Изображение выглядит как головоломка, пазл&#10;&#10;Автоматически созданное описание">
            <a:extLst>
              <a:ext uri="{FF2B5EF4-FFF2-40B4-BE49-F238E27FC236}">
                <a16:creationId xmlns:a16="http://schemas.microsoft.com/office/drawing/2014/main" id="{16FDC7D5-43B9-07C0-F6FB-7EEBAE6D6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761" y="1466228"/>
            <a:ext cx="1312975" cy="1312975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снимок экрана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7B1CE42C-1DB0-C343-7714-149C882CBB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5040" y="1466228"/>
            <a:ext cx="1312975" cy="1312975"/>
          </a:xfrm>
          <a:prstGeom prst="rect">
            <a:avLst/>
          </a:prstGeom>
        </p:spPr>
      </p:pic>
      <p:pic>
        <p:nvPicPr>
          <p:cNvPr id="14" name="Рисунок 13" descr="Изображение выглядит как Карминный цвет, снимок экрана, красный, сердце&#10;&#10;Автоматически созданное описание">
            <a:extLst>
              <a:ext uri="{FF2B5EF4-FFF2-40B4-BE49-F238E27FC236}">
                <a16:creationId xmlns:a16="http://schemas.microsoft.com/office/drawing/2014/main" id="{C22B6D78-6E23-16DB-1F78-7BE4282FAD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8319" y="1466228"/>
            <a:ext cx="1312975" cy="1312975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E4A2990-051A-C79A-0760-44E2E7B788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1598" y="1466228"/>
            <a:ext cx="1312975" cy="1312975"/>
          </a:xfrm>
          <a:prstGeom prst="rect">
            <a:avLst/>
          </a:prstGeom>
        </p:spPr>
      </p:pic>
      <p:pic>
        <p:nvPicPr>
          <p:cNvPr id="18" name="Рисунок 17" descr="Изображение выглядит как красный&#10;&#10;Автоматически созданное описание со средним доверительным уровнем">
            <a:extLst>
              <a:ext uri="{FF2B5EF4-FFF2-40B4-BE49-F238E27FC236}">
                <a16:creationId xmlns:a16="http://schemas.microsoft.com/office/drawing/2014/main" id="{D4F4D0F7-1DD1-A4A1-311F-7C304B8C57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04877" y="1466228"/>
            <a:ext cx="1312975" cy="1312975"/>
          </a:xfrm>
          <a:prstGeom prst="rect">
            <a:avLst/>
          </a:prstGeom>
        </p:spPr>
      </p:pic>
      <p:pic>
        <p:nvPicPr>
          <p:cNvPr id="20" name="Рисунок 19" descr="Изображение выглядит как ноутбук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9650CB7C-A0FE-66B0-EC8D-822E1F54919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18156" y="1466228"/>
            <a:ext cx="1312975" cy="1312975"/>
          </a:xfrm>
          <a:prstGeom prst="rect">
            <a:avLst/>
          </a:prstGeom>
        </p:spPr>
      </p:pic>
      <p:pic>
        <p:nvPicPr>
          <p:cNvPr id="22" name="Рисунок 21" descr="Изображение выглядит как дизайн&#10;&#10;Автоматически созданное описание со средним доверительным уровнем">
            <a:extLst>
              <a:ext uri="{FF2B5EF4-FFF2-40B4-BE49-F238E27FC236}">
                <a16:creationId xmlns:a16="http://schemas.microsoft.com/office/drawing/2014/main" id="{BC4FCA94-5158-172C-1273-4859E5EB446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544713" y="1466228"/>
            <a:ext cx="1312975" cy="1312975"/>
          </a:xfrm>
          <a:prstGeom prst="rect">
            <a:avLst/>
          </a:prstGeom>
        </p:spPr>
      </p:pic>
      <p:pic>
        <p:nvPicPr>
          <p:cNvPr id="24" name="Рисунок 23" descr="Изображение выглядит как гаджет, Мобильный телефон, красный, Мобильное устройство&#10;&#10;Автоматически созданное описание">
            <a:extLst>
              <a:ext uri="{FF2B5EF4-FFF2-40B4-BE49-F238E27FC236}">
                <a16:creationId xmlns:a16="http://schemas.microsoft.com/office/drawing/2014/main" id="{EC051737-66F3-3378-49C0-79964352B94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731435" y="1466228"/>
            <a:ext cx="1312975" cy="1312975"/>
          </a:xfrm>
          <a:prstGeom prst="rect">
            <a:avLst/>
          </a:prstGeom>
        </p:spPr>
      </p:pic>
      <p:pic>
        <p:nvPicPr>
          <p:cNvPr id="26" name="Рисунок 25" descr="Изображение выглядит как мультфильм, игрушка&#10;&#10;Автоматически созданное описание">
            <a:extLst>
              <a:ext uri="{FF2B5EF4-FFF2-40B4-BE49-F238E27FC236}">
                <a16:creationId xmlns:a16="http://schemas.microsoft.com/office/drawing/2014/main" id="{EF0C18A8-D59D-6976-321D-4113E331013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58107" y="7345508"/>
            <a:ext cx="1312975" cy="1312975"/>
          </a:xfrm>
          <a:prstGeom prst="rect">
            <a:avLst/>
          </a:prstGeom>
        </p:spPr>
      </p:pic>
      <p:pic>
        <p:nvPicPr>
          <p:cNvPr id="28" name="Рисунок 27" descr="Изображение выглядит как мультфильм, игрушка, красный, ношение&#10;&#10;Автоматически созданное описание">
            <a:extLst>
              <a:ext uri="{FF2B5EF4-FFF2-40B4-BE49-F238E27FC236}">
                <a16:creationId xmlns:a16="http://schemas.microsoft.com/office/drawing/2014/main" id="{5681BC65-A333-5304-DA42-9D4C9358782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4805" y="2642084"/>
            <a:ext cx="1312975" cy="1312975"/>
          </a:xfrm>
          <a:prstGeom prst="rect">
            <a:avLst/>
          </a:prstGeom>
        </p:spPr>
      </p:pic>
      <p:pic>
        <p:nvPicPr>
          <p:cNvPr id="30" name="Рисунок 29" descr="Изображение выглядит как сердце&#10;&#10;Автоматически созданное описание">
            <a:extLst>
              <a:ext uri="{FF2B5EF4-FFF2-40B4-BE49-F238E27FC236}">
                <a16:creationId xmlns:a16="http://schemas.microsoft.com/office/drawing/2014/main" id="{208F9909-0471-36D4-CD71-8254BCAEFC2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29239" y="2643142"/>
            <a:ext cx="1312975" cy="1312975"/>
          </a:xfrm>
          <a:prstGeom prst="rect">
            <a:avLst/>
          </a:prstGeom>
        </p:spPr>
      </p:pic>
      <p:pic>
        <p:nvPicPr>
          <p:cNvPr id="32" name="Рисунок 31" descr="Изображение выглядит как круг, символ, логотип, красный&#10;&#10;Автоматически созданное описание">
            <a:extLst>
              <a:ext uri="{FF2B5EF4-FFF2-40B4-BE49-F238E27FC236}">
                <a16:creationId xmlns:a16="http://schemas.microsoft.com/office/drawing/2014/main" id="{288D8A84-2149-FF8F-CD52-FCA932DAD60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43673" y="2643142"/>
            <a:ext cx="1312975" cy="1312975"/>
          </a:xfrm>
          <a:prstGeom prst="rect">
            <a:avLst/>
          </a:prstGeom>
        </p:spPr>
      </p:pic>
      <p:pic>
        <p:nvPicPr>
          <p:cNvPr id="34" name="Рисунок 33" descr="Изображение выглядит как круг&#10;&#10;Автоматически созданное описание">
            <a:extLst>
              <a:ext uri="{FF2B5EF4-FFF2-40B4-BE49-F238E27FC236}">
                <a16:creationId xmlns:a16="http://schemas.microsoft.com/office/drawing/2014/main" id="{3220EC8B-8CAB-AF80-D912-C5FA58C5DB2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58107" y="2642084"/>
            <a:ext cx="1312975" cy="1312975"/>
          </a:xfrm>
          <a:prstGeom prst="rect">
            <a:avLst/>
          </a:prstGeom>
        </p:spPr>
      </p:pic>
      <p:pic>
        <p:nvPicPr>
          <p:cNvPr id="36" name="Рисунок 35" descr="Изображение выглядит как круг, красный, Карминный цвет,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303D2E21-2875-0F2D-1712-53BECC6485F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72541" y="2643142"/>
            <a:ext cx="1312975" cy="1312975"/>
          </a:xfrm>
          <a:prstGeom prst="rect">
            <a:avLst/>
          </a:prstGeom>
        </p:spPr>
      </p:pic>
      <p:pic>
        <p:nvPicPr>
          <p:cNvPr id="38" name="Рисунок 37" descr="Изображение выглядит как визитная карточка, аксессуар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A6ABB785-FD88-C0BF-2DAC-B20E54A451B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86975" y="2643142"/>
            <a:ext cx="1312975" cy="1312975"/>
          </a:xfrm>
          <a:prstGeom prst="rect">
            <a:avLst/>
          </a:prstGeom>
        </p:spPr>
      </p:pic>
      <p:pic>
        <p:nvPicPr>
          <p:cNvPr id="40" name="Рисунок 39" descr="Изображение выглядит как логотип, красный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E1D90ABB-8455-9B4A-3AF2-521CD231803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101409" y="2643142"/>
            <a:ext cx="1312975" cy="1312975"/>
          </a:xfrm>
          <a:prstGeom prst="rect">
            <a:avLst/>
          </a:prstGeom>
        </p:spPr>
      </p:pic>
      <p:pic>
        <p:nvPicPr>
          <p:cNvPr id="42" name="Рисунок 41" descr="Изображение выглядит как красный, инструмент&#10;&#10;Автоматически созданное описание">
            <a:extLst>
              <a:ext uri="{FF2B5EF4-FFF2-40B4-BE49-F238E27FC236}">
                <a16:creationId xmlns:a16="http://schemas.microsoft.com/office/drawing/2014/main" id="{0399C594-E6AC-744F-4F0D-B0249AC7CF0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915843" y="2642514"/>
            <a:ext cx="1312975" cy="1312975"/>
          </a:xfrm>
          <a:prstGeom prst="rect">
            <a:avLst/>
          </a:prstGeom>
        </p:spPr>
      </p:pic>
      <p:pic>
        <p:nvPicPr>
          <p:cNvPr id="44" name="Рисунок 43" descr="Изображение выглядит как круг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2F239609-B23E-0986-6A47-08385D1E181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730277" y="2643142"/>
            <a:ext cx="1312975" cy="1312975"/>
          </a:xfrm>
          <a:prstGeom prst="rect">
            <a:avLst/>
          </a:prstGeom>
        </p:spPr>
      </p:pic>
      <p:pic>
        <p:nvPicPr>
          <p:cNvPr id="46" name="Рисунок 45" descr="Изображение выглядит как красный, мультфильм&#10;&#10;Автоматически созданное описание">
            <a:extLst>
              <a:ext uri="{FF2B5EF4-FFF2-40B4-BE49-F238E27FC236}">
                <a16:creationId xmlns:a16="http://schemas.microsoft.com/office/drawing/2014/main" id="{234FA3AF-0B17-17ED-9DCA-EB053846F60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14805" y="3817940"/>
            <a:ext cx="1312975" cy="1312975"/>
          </a:xfrm>
          <a:prstGeom prst="rect">
            <a:avLst/>
          </a:prstGeom>
        </p:spPr>
      </p:pic>
      <p:pic>
        <p:nvPicPr>
          <p:cNvPr id="48" name="Рисунок 47" descr="Изображение выглядит как мультфильм, Карминный цвет, красный&#10;&#10;Автоматически созданное описание">
            <a:extLst>
              <a:ext uri="{FF2B5EF4-FFF2-40B4-BE49-F238E27FC236}">
                <a16:creationId xmlns:a16="http://schemas.microsoft.com/office/drawing/2014/main" id="{08A78E0B-4CE4-8877-0D2D-1DB0F57733A0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029239" y="3820056"/>
            <a:ext cx="1312975" cy="1312975"/>
          </a:xfrm>
          <a:prstGeom prst="rect">
            <a:avLst/>
          </a:prstGeom>
        </p:spPr>
      </p:pic>
      <p:pic>
        <p:nvPicPr>
          <p:cNvPr id="50" name="Рисунок 49" descr="Изображение выглядит как сердце&#10;&#10;Автоматически созданное описание">
            <a:extLst>
              <a:ext uri="{FF2B5EF4-FFF2-40B4-BE49-F238E27FC236}">
                <a16:creationId xmlns:a16="http://schemas.microsoft.com/office/drawing/2014/main" id="{B466DAC2-BEEB-03A0-D873-6572E2A3A0C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843673" y="3820056"/>
            <a:ext cx="1312975" cy="1312975"/>
          </a:xfrm>
          <a:prstGeom prst="rect">
            <a:avLst/>
          </a:prstGeom>
        </p:spPr>
      </p:pic>
      <p:pic>
        <p:nvPicPr>
          <p:cNvPr id="52" name="Рисунок 51" descr="Изображение выглядит как сердце, мультфильм, Графика&#10;&#10;Автоматически созданное описание">
            <a:extLst>
              <a:ext uri="{FF2B5EF4-FFF2-40B4-BE49-F238E27FC236}">
                <a16:creationId xmlns:a16="http://schemas.microsoft.com/office/drawing/2014/main" id="{173F611D-12C5-FE53-7C68-F8B9621FBA19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658107" y="3817940"/>
            <a:ext cx="1312975" cy="1312975"/>
          </a:xfrm>
          <a:prstGeom prst="rect">
            <a:avLst/>
          </a:prstGeom>
        </p:spPr>
      </p:pic>
      <p:pic>
        <p:nvPicPr>
          <p:cNvPr id="54" name="Рисунок 53" descr="Изображение выглядит как красный&#10;&#10;Автоматически созданное описание">
            <a:extLst>
              <a:ext uri="{FF2B5EF4-FFF2-40B4-BE49-F238E27FC236}">
                <a16:creationId xmlns:a16="http://schemas.microsoft.com/office/drawing/2014/main" id="{66522D05-12C2-0943-AAFC-A45CE4454076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286975" y="3820056"/>
            <a:ext cx="1312975" cy="1312975"/>
          </a:xfrm>
          <a:prstGeom prst="rect">
            <a:avLst/>
          </a:prstGeom>
        </p:spPr>
      </p:pic>
      <p:pic>
        <p:nvPicPr>
          <p:cNvPr id="56" name="Рисунок 55" descr="Изображение выглядит как круг, логотип, красный&#10;&#10;Автоматически созданное описание">
            <a:extLst>
              <a:ext uri="{FF2B5EF4-FFF2-40B4-BE49-F238E27FC236}">
                <a16:creationId xmlns:a16="http://schemas.microsoft.com/office/drawing/2014/main" id="{48F2176B-880D-99FB-E7A9-3167C73E1F82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14805" y="1466228"/>
            <a:ext cx="1321907" cy="1312975"/>
          </a:xfrm>
          <a:prstGeom prst="rect">
            <a:avLst/>
          </a:prstGeom>
        </p:spPr>
      </p:pic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1A650ADB-577D-0B15-9FD6-03B039F06DEF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101409" y="3820056"/>
            <a:ext cx="1312975" cy="1312975"/>
          </a:xfrm>
          <a:prstGeom prst="rect">
            <a:avLst/>
          </a:prstGeom>
        </p:spPr>
      </p:pic>
      <p:pic>
        <p:nvPicPr>
          <p:cNvPr id="60" name="Рисунок 59" descr="Изображение выглядит как символ, красный, Карминный цвет, знак&#10;&#10;Автоматически созданное описание">
            <a:extLst>
              <a:ext uri="{FF2B5EF4-FFF2-40B4-BE49-F238E27FC236}">
                <a16:creationId xmlns:a16="http://schemas.microsoft.com/office/drawing/2014/main" id="{8E507A0F-61A2-FD73-A95C-815E29E5DD3F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6544713" y="3817940"/>
            <a:ext cx="1312975" cy="1312975"/>
          </a:xfrm>
          <a:prstGeom prst="rect">
            <a:avLst/>
          </a:prstGeom>
        </p:spPr>
      </p:pic>
      <p:pic>
        <p:nvPicPr>
          <p:cNvPr id="62" name="Рисунок 61" descr="Изображение выглядит как красный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E5BA45FC-258C-0610-D0BB-6C1B0CDEB9F1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4730277" y="3820056"/>
            <a:ext cx="1312975" cy="1312975"/>
          </a:xfrm>
          <a:prstGeom prst="rect">
            <a:avLst/>
          </a:prstGeom>
        </p:spPr>
      </p:pic>
      <p:pic>
        <p:nvPicPr>
          <p:cNvPr id="449" name="Рисунок 448" descr="Изображение выглядит как книга, стопка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DC5B525E-A66F-962D-60C8-30CFAD876C24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14805" y="6169652"/>
            <a:ext cx="1312975" cy="1312975"/>
          </a:xfrm>
          <a:prstGeom prst="rect">
            <a:avLst/>
          </a:prstGeom>
        </p:spPr>
      </p:pic>
      <p:pic>
        <p:nvPicPr>
          <p:cNvPr id="453" name="Рисунок 452" descr="Изображение выглядит как круг, мультфильм, Графика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F2C61ED6-F960-1555-B539-528933FF9AFA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658107" y="8521361"/>
            <a:ext cx="1312975" cy="1312975"/>
          </a:xfrm>
          <a:prstGeom prst="rect">
            <a:avLst/>
          </a:prstGeom>
        </p:spPr>
      </p:pic>
      <p:pic>
        <p:nvPicPr>
          <p:cNvPr id="457" name="Рисунок 456" descr="Изображение выглядит как сердце&#10;&#10;Автоматически созданное описание">
            <a:extLst>
              <a:ext uri="{FF2B5EF4-FFF2-40B4-BE49-F238E27FC236}">
                <a16:creationId xmlns:a16="http://schemas.microsoft.com/office/drawing/2014/main" id="{CA31C07D-2685-A0C4-D1E5-52B9EE5F2E01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029239" y="6173884"/>
            <a:ext cx="1312975" cy="1312975"/>
          </a:xfrm>
          <a:prstGeom prst="rect">
            <a:avLst/>
          </a:prstGeom>
        </p:spPr>
      </p:pic>
      <p:pic>
        <p:nvPicPr>
          <p:cNvPr id="461" name="Рисунок 460" descr="Изображение выглядит как Карминный цвет&#10;&#10;Автоматически созданное описание">
            <a:extLst>
              <a:ext uri="{FF2B5EF4-FFF2-40B4-BE49-F238E27FC236}">
                <a16:creationId xmlns:a16="http://schemas.microsoft.com/office/drawing/2014/main" id="{6B8BF6E1-4EBE-BAE6-9616-C95EFB54E2DB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843673" y="6173884"/>
            <a:ext cx="1312975" cy="1312975"/>
          </a:xfrm>
          <a:prstGeom prst="rect">
            <a:avLst/>
          </a:prstGeom>
        </p:spPr>
      </p:pic>
      <p:pic>
        <p:nvPicPr>
          <p:cNvPr id="465" name="Рисунок 464">
            <a:extLst>
              <a:ext uri="{FF2B5EF4-FFF2-40B4-BE49-F238E27FC236}">
                <a16:creationId xmlns:a16="http://schemas.microsoft.com/office/drawing/2014/main" id="{234D94E4-B5D2-59B1-9F8F-7AFE68DDD0EE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658107" y="6169652"/>
            <a:ext cx="1312975" cy="1312975"/>
          </a:xfrm>
          <a:prstGeom prst="rect">
            <a:avLst/>
          </a:prstGeom>
        </p:spPr>
      </p:pic>
      <p:pic>
        <p:nvPicPr>
          <p:cNvPr id="469" name="Рисунок 468" descr="Изображение выглядит как наушник, красный&#10;&#10;Автоматически созданное описание">
            <a:extLst>
              <a:ext uri="{FF2B5EF4-FFF2-40B4-BE49-F238E27FC236}">
                <a16:creationId xmlns:a16="http://schemas.microsoft.com/office/drawing/2014/main" id="{A405F102-A36A-2815-45FF-F9EC0CAF1260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472541" y="6173884"/>
            <a:ext cx="1312975" cy="1312975"/>
          </a:xfrm>
          <a:prstGeom prst="rect">
            <a:avLst/>
          </a:prstGeom>
        </p:spPr>
      </p:pic>
      <p:pic>
        <p:nvPicPr>
          <p:cNvPr id="471" name="Рисунок 470">
            <a:extLst>
              <a:ext uri="{FF2B5EF4-FFF2-40B4-BE49-F238E27FC236}">
                <a16:creationId xmlns:a16="http://schemas.microsoft.com/office/drawing/2014/main" id="{C9A78A72-6211-30EF-A608-4C45A483802F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286975" y="6173884"/>
            <a:ext cx="1312975" cy="1312975"/>
          </a:xfrm>
          <a:prstGeom prst="rect">
            <a:avLst/>
          </a:prstGeom>
        </p:spPr>
      </p:pic>
      <p:pic>
        <p:nvPicPr>
          <p:cNvPr id="475" name="Рисунок 474">
            <a:extLst>
              <a:ext uri="{FF2B5EF4-FFF2-40B4-BE49-F238E27FC236}">
                <a16:creationId xmlns:a16="http://schemas.microsoft.com/office/drawing/2014/main" id="{3219F3A3-12CA-FAA9-E0A4-C75524C8C18B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1101409" y="6173884"/>
            <a:ext cx="1312975" cy="1312975"/>
          </a:xfrm>
          <a:prstGeom prst="rect">
            <a:avLst/>
          </a:prstGeom>
        </p:spPr>
      </p:pic>
      <p:pic>
        <p:nvPicPr>
          <p:cNvPr id="479" name="Рисунок 478" descr="Изображение выглядит как снимок экрана, символ, красный, Карминный цвет&#10;&#10;Автоматически созданное описание">
            <a:extLst>
              <a:ext uri="{FF2B5EF4-FFF2-40B4-BE49-F238E27FC236}">
                <a16:creationId xmlns:a16="http://schemas.microsoft.com/office/drawing/2014/main" id="{B8D4BEBA-C591-9AE7-28A8-6919F5DB02F0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2915843" y="8523942"/>
            <a:ext cx="1312975" cy="1312975"/>
          </a:xfrm>
          <a:prstGeom prst="rect">
            <a:avLst/>
          </a:prstGeom>
        </p:spPr>
      </p:pic>
      <p:pic>
        <p:nvPicPr>
          <p:cNvPr id="483" name="Рисунок 482" descr="Изображение выглядит как снимок экрана, красный, символ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B872156D-D091-C872-ECF0-4C30EB6C82E8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6544714" y="2642084"/>
            <a:ext cx="1295112" cy="1312975"/>
          </a:xfrm>
          <a:prstGeom prst="rect">
            <a:avLst/>
          </a:prstGeom>
        </p:spPr>
      </p:pic>
      <p:pic>
        <p:nvPicPr>
          <p:cNvPr id="487" name="Рисунок 486" descr="Изображение выглядит как круг&#10;&#10;Автоматически созданное описание">
            <a:extLst>
              <a:ext uri="{FF2B5EF4-FFF2-40B4-BE49-F238E27FC236}">
                <a16:creationId xmlns:a16="http://schemas.microsoft.com/office/drawing/2014/main" id="{CA05AA60-01CC-A109-457D-A83235C4589A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2915843" y="6171372"/>
            <a:ext cx="1312975" cy="1312975"/>
          </a:xfrm>
          <a:prstGeom prst="rect">
            <a:avLst/>
          </a:prstGeom>
        </p:spPr>
      </p:pic>
      <p:pic>
        <p:nvPicPr>
          <p:cNvPr id="491" name="Рисунок 490" descr="Изображение выглядит как снимок экрана, Графика, символ,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9E7B170F-E7C3-5FCC-2C98-3A02EF1B17C4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6544713" y="6169652"/>
            <a:ext cx="1312975" cy="1312975"/>
          </a:xfrm>
          <a:prstGeom prst="rect">
            <a:avLst/>
          </a:prstGeom>
        </p:spPr>
      </p:pic>
      <p:pic>
        <p:nvPicPr>
          <p:cNvPr id="495" name="Рисунок 494" descr="Изображение выглядит как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EF212ED3-2637-0A21-D2E2-985F3E3455DA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4730277" y="6173884"/>
            <a:ext cx="1312975" cy="1312975"/>
          </a:xfrm>
          <a:prstGeom prst="rect">
            <a:avLst/>
          </a:prstGeom>
        </p:spPr>
      </p:pic>
      <p:pic>
        <p:nvPicPr>
          <p:cNvPr id="499" name="Рисунок 498" descr="Изображение выглядит как Бумажное изделие, аксессуар, Бумага для творчества, конверт&#10;&#10;Автоматически созданное описание">
            <a:extLst>
              <a:ext uri="{FF2B5EF4-FFF2-40B4-BE49-F238E27FC236}">
                <a16:creationId xmlns:a16="http://schemas.microsoft.com/office/drawing/2014/main" id="{220D8915-3C13-0D5B-96D8-E6B814752F3E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214805" y="7345508"/>
            <a:ext cx="1312975" cy="1312975"/>
          </a:xfrm>
          <a:prstGeom prst="rect">
            <a:avLst/>
          </a:prstGeom>
        </p:spPr>
      </p:pic>
      <p:pic>
        <p:nvPicPr>
          <p:cNvPr id="503" name="Рисунок 502" descr="Изображение выглядит как Карминный цвет&#10;&#10;Автоматически созданное описание">
            <a:extLst>
              <a:ext uri="{FF2B5EF4-FFF2-40B4-BE49-F238E27FC236}">
                <a16:creationId xmlns:a16="http://schemas.microsoft.com/office/drawing/2014/main" id="{AA250FF9-DA0A-937C-D607-E768863EA5C8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2029239" y="7350798"/>
            <a:ext cx="1312975" cy="1312975"/>
          </a:xfrm>
          <a:prstGeom prst="rect">
            <a:avLst/>
          </a:prstGeom>
        </p:spPr>
      </p:pic>
      <p:pic>
        <p:nvPicPr>
          <p:cNvPr id="507" name="Рисунок 506" descr="Изображение выглядит как сердце, Карминный цвет, красный&#10;&#10;Автоматически созданное описание">
            <a:extLst>
              <a:ext uri="{FF2B5EF4-FFF2-40B4-BE49-F238E27FC236}">
                <a16:creationId xmlns:a16="http://schemas.microsoft.com/office/drawing/2014/main" id="{F62087CF-1479-88B4-BAE3-9FF7D99F41E5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3843673" y="7350798"/>
            <a:ext cx="1312975" cy="1312975"/>
          </a:xfrm>
          <a:prstGeom prst="rect">
            <a:avLst/>
          </a:prstGeom>
        </p:spPr>
      </p:pic>
      <p:pic>
        <p:nvPicPr>
          <p:cNvPr id="511" name="Рисунок 510">
            <a:extLst>
              <a:ext uri="{FF2B5EF4-FFF2-40B4-BE49-F238E27FC236}">
                <a16:creationId xmlns:a16="http://schemas.microsoft.com/office/drawing/2014/main" id="{0B95434C-3BB7-65F4-5CE0-C9DA28E41F30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472541" y="7350798"/>
            <a:ext cx="1312975" cy="1312975"/>
          </a:xfrm>
          <a:prstGeom prst="rect">
            <a:avLst/>
          </a:prstGeom>
        </p:spPr>
      </p:pic>
      <p:pic>
        <p:nvPicPr>
          <p:cNvPr id="515" name="Рисунок 514" descr="Изображение выглядит как символ, Карминный цвет, красный&#10;&#10;Автоматически созданное описание">
            <a:extLst>
              <a:ext uri="{FF2B5EF4-FFF2-40B4-BE49-F238E27FC236}">
                <a16:creationId xmlns:a16="http://schemas.microsoft.com/office/drawing/2014/main" id="{8748B900-45B2-9652-2160-8214CF96ADC0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9286975" y="7350798"/>
            <a:ext cx="1312975" cy="1312975"/>
          </a:xfrm>
          <a:prstGeom prst="rect">
            <a:avLst/>
          </a:prstGeom>
        </p:spPr>
      </p:pic>
      <p:pic>
        <p:nvPicPr>
          <p:cNvPr id="519" name="Рисунок 518">
            <a:extLst>
              <a:ext uri="{FF2B5EF4-FFF2-40B4-BE49-F238E27FC236}">
                <a16:creationId xmlns:a16="http://schemas.microsoft.com/office/drawing/2014/main" id="{FCF58607-879F-4833-E3CA-9E380359FF23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1101409" y="7350798"/>
            <a:ext cx="1312975" cy="1312975"/>
          </a:xfrm>
          <a:prstGeom prst="rect">
            <a:avLst/>
          </a:prstGeom>
        </p:spPr>
      </p:pic>
      <p:pic>
        <p:nvPicPr>
          <p:cNvPr id="522" name="Рисунок 521" descr="Изображение выглядит как красный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997BD09-B102-54A4-B469-D33721DF181E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2915843" y="7347658"/>
            <a:ext cx="1312975" cy="1312975"/>
          </a:xfrm>
          <a:prstGeom prst="rect">
            <a:avLst/>
          </a:prstGeom>
        </p:spPr>
      </p:pic>
      <p:pic>
        <p:nvPicPr>
          <p:cNvPr id="525" name="Рисунок 524">
            <a:extLst>
              <a:ext uri="{FF2B5EF4-FFF2-40B4-BE49-F238E27FC236}">
                <a16:creationId xmlns:a16="http://schemas.microsoft.com/office/drawing/2014/main" id="{ED29DF8C-0BA7-E6AF-6552-F65BE5AA1917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4730277" y="7350798"/>
            <a:ext cx="1312975" cy="1312975"/>
          </a:xfrm>
          <a:prstGeom prst="rect">
            <a:avLst/>
          </a:prstGeom>
        </p:spPr>
      </p:pic>
      <p:pic>
        <p:nvPicPr>
          <p:cNvPr id="529" name="Рисунок 528" descr="Изображение выглядит как калькулятор, красный&#10;&#10;Автоматически созданное описание">
            <a:extLst>
              <a:ext uri="{FF2B5EF4-FFF2-40B4-BE49-F238E27FC236}">
                <a16:creationId xmlns:a16="http://schemas.microsoft.com/office/drawing/2014/main" id="{42D871F3-D4BD-8A08-4746-ED0EB9B5B56B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214805" y="8521361"/>
            <a:ext cx="1312975" cy="1321907"/>
          </a:xfrm>
          <a:prstGeom prst="rect">
            <a:avLst/>
          </a:prstGeom>
        </p:spPr>
      </p:pic>
      <p:pic>
        <p:nvPicPr>
          <p:cNvPr id="533" name="Рисунок 532" descr="Изображение выглядит как красный&#10;&#10;Автоматически созданное описание">
            <a:extLst>
              <a:ext uri="{FF2B5EF4-FFF2-40B4-BE49-F238E27FC236}">
                <a16:creationId xmlns:a16="http://schemas.microsoft.com/office/drawing/2014/main" id="{DB95B5BD-6C57-D4FE-95E8-5417AFD23067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2029239" y="8527711"/>
            <a:ext cx="1312975" cy="1312975"/>
          </a:xfrm>
          <a:prstGeom prst="rect">
            <a:avLst/>
          </a:prstGeom>
        </p:spPr>
      </p:pic>
      <p:pic>
        <p:nvPicPr>
          <p:cNvPr id="537" name="Рисунок 536" descr="Изображение выглядит как копилка, свинья, Фигурка животного, контейнер&#10;&#10;Автоматически созданное описание">
            <a:extLst>
              <a:ext uri="{FF2B5EF4-FFF2-40B4-BE49-F238E27FC236}">
                <a16:creationId xmlns:a16="http://schemas.microsoft.com/office/drawing/2014/main" id="{2CE94E6E-0E81-22D8-EDF0-793438F95F01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3843673" y="8527711"/>
            <a:ext cx="1312975" cy="1312975"/>
          </a:xfrm>
          <a:prstGeom prst="rect">
            <a:avLst/>
          </a:prstGeom>
        </p:spPr>
      </p:pic>
      <p:pic>
        <p:nvPicPr>
          <p:cNvPr id="541" name="Рисунок 540" descr="Изображение выглядит как игрушка, мультфильм&#10;&#10;Автоматически созданное описание">
            <a:extLst>
              <a:ext uri="{FF2B5EF4-FFF2-40B4-BE49-F238E27FC236}">
                <a16:creationId xmlns:a16="http://schemas.microsoft.com/office/drawing/2014/main" id="{F53F213F-5AD0-B782-67B0-042429A8A815}"/>
              </a:ext>
            </a:extLst>
      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7472541" y="8527711"/>
            <a:ext cx="1312975" cy="1312975"/>
          </a:xfrm>
          <a:prstGeom prst="rect">
            <a:avLst/>
          </a:prstGeom>
        </p:spPr>
      </p:pic>
      <p:pic>
        <p:nvPicPr>
          <p:cNvPr id="545" name="Рисунок 544" descr="Изображение выглядит как одежда, Модный аксессуар, шляпа, красный&#10;&#10;Автоматически созданное описание">
            <a:extLst>
              <a:ext uri="{FF2B5EF4-FFF2-40B4-BE49-F238E27FC236}">
                <a16:creationId xmlns:a16="http://schemas.microsoft.com/office/drawing/2014/main" id="{0B8AD61F-CD13-91DB-2908-EAC21B812357}"/>
              </a:ext>
            </a:extLst>
      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9286975" y="8527711"/>
            <a:ext cx="1312975" cy="1312975"/>
          </a:xfrm>
          <a:prstGeom prst="rect">
            <a:avLst/>
          </a:prstGeom>
        </p:spPr>
      </p:pic>
      <p:pic>
        <p:nvPicPr>
          <p:cNvPr id="549" name="Рисунок 548" descr="Изображение выглядит как игрушка, мультфильм, статуэтка&#10;&#10;Автоматически созданное описание">
            <a:extLst>
              <a:ext uri="{FF2B5EF4-FFF2-40B4-BE49-F238E27FC236}">
                <a16:creationId xmlns:a16="http://schemas.microsoft.com/office/drawing/2014/main" id="{7E558B61-6BDB-5439-B657-E0B50A3BBAEC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11101409" y="8527711"/>
            <a:ext cx="1312975" cy="1312975"/>
          </a:xfrm>
          <a:prstGeom prst="rect">
            <a:avLst/>
          </a:prstGeom>
        </p:spPr>
      </p:pic>
      <p:pic>
        <p:nvPicPr>
          <p:cNvPr id="553" name="Рисунок 552" descr="Изображение выглядит как круг, Графика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CB433179-E7BF-B3BD-3BFF-691F8E04201E}"/>
              </a:ext>
            </a:extLst>
      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14730277" y="8527711"/>
            <a:ext cx="1312975" cy="1312975"/>
          </a:xfrm>
          <a:prstGeom prst="rect">
            <a:avLst/>
          </a:prstGeom>
        </p:spPr>
      </p:pic>
      <p:pic>
        <p:nvPicPr>
          <p:cNvPr id="557" name="Рисунок 556" descr="Изображение выглядит как сердце, красный, Карминный цвет&#10;&#10;Автоматически созданное описание">
            <a:extLst>
              <a:ext uri="{FF2B5EF4-FFF2-40B4-BE49-F238E27FC236}">
                <a16:creationId xmlns:a16="http://schemas.microsoft.com/office/drawing/2014/main" id="{B2241146-C735-6A44-7613-BB6A5F364C41}"/>
              </a:ext>
            </a:extLst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2029239" y="4996970"/>
            <a:ext cx="1312975" cy="1312975"/>
          </a:xfrm>
          <a:prstGeom prst="rect">
            <a:avLst/>
          </a:prstGeom>
        </p:spPr>
      </p:pic>
      <p:pic>
        <p:nvPicPr>
          <p:cNvPr id="561" name="Рисунок 560" descr="Изображение выглядит как игрушка, зарисовка, мультфильм&#10;&#10;Автоматически созданное описание">
            <a:extLst>
              <a:ext uri="{FF2B5EF4-FFF2-40B4-BE49-F238E27FC236}">
                <a16:creationId xmlns:a16="http://schemas.microsoft.com/office/drawing/2014/main" id="{2B0411BB-1846-0298-DB15-1177969133E8}"/>
              </a:ext>
            </a:extLst>
      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3843673" y="4996970"/>
            <a:ext cx="1312975" cy="1312975"/>
          </a:xfrm>
          <a:prstGeom prst="rect">
            <a:avLst/>
          </a:prstGeom>
        </p:spPr>
      </p:pic>
      <p:pic>
        <p:nvPicPr>
          <p:cNvPr id="565" name="Рисунок 564" descr="Изображение выглядит как искусство, астрономия&#10;&#10;Автоматически созданное описание с низким доверительным уровнем">
            <a:extLst>
              <a:ext uri="{FF2B5EF4-FFF2-40B4-BE49-F238E27FC236}">
                <a16:creationId xmlns:a16="http://schemas.microsoft.com/office/drawing/2014/main" id="{990BB983-E568-01F3-11CA-3D0D79B28DC4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5658107" y="4993796"/>
            <a:ext cx="1312975" cy="1312975"/>
          </a:xfrm>
          <a:prstGeom prst="rect">
            <a:avLst/>
          </a:prstGeom>
        </p:spPr>
      </p:pic>
      <p:pic>
        <p:nvPicPr>
          <p:cNvPr id="569" name="Рисунок 568" descr="Изображение выглядит как красный, цилиндр&#10;&#10;Автоматически созданное описание">
            <a:extLst>
              <a:ext uri="{FF2B5EF4-FFF2-40B4-BE49-F238E27FC236}">
                <a16:creationId xmlns:a16="http://schemas.microsoft.com/office/drawing/2014/main" id="{5A3E8BEA-F296-D059-E006-88FC04222A3A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7472541" y="4996970"/>
            <a:ext cx="1312975" cy="1312975"/>
          </a:xfrm>
          <a:prstGeom prst="rect">
            <a:avLst/>
          </a:prstGeom>
        </p:spPr>
      </p:pic>
      <p:pic>
        <p:nvPicPr>
          <p:cNvPr id="573" name="Рисунок 572" descr="Изображение выглядит как звезда, иглокожие, морская звезда&#10;&#10;Автоматически созданное описание">
            <a:extLst>
              <a:ext uri="{FF2B5EF4-FFF2-40B4-BE49-F238E27FC236}">
                <a16:creationId xmlns:a16="http://schemas.microsoft.com/office/drawing/2014/main" id="{9B0E713C-075F-DC69-E946-E9B81A24460E}"/>
              </a:ext>
            </a:extLst>
      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7472541" y="3820056"/>
            <a:ext cx="1312975" cy="1312975"/>
          </a:xfrm>
          <a:prstGeom prst="rect">
            <a:avLst/>
          </a:prstGeom>
        </p:spPr>
      </p:pic>
      <p:pic>
        <p:nvPicPr>
          <p:cNvPr id="577" name="Рисунок 576" descr="Изображение выглядит как красный&#10;&#10;Автоматически созданное описание">
            <a:extLst>
              <a:ext uri="{FF2B5EF4-FFF2-40B4-BE49-F238E27FC236}">
                <a16:creationId xmlns:a16="http://schemas.microsoft.com/office/drawing/2014/main" id="{CFECCE81-8EA6-B8D3-7BB3-A1D2EF10D19F}"/>
              </a:ext>
            </a:extLst>
      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9286975" y="4996970"/>
            <a:ext cx="1312975" cy="1312975"/>
          </a:xfrm>
          <a:prstGeom prst="rect">
            <a:avLst/>
          </a:prstGeom>
        </p:spPr>
      </p:pic>
      <p:pic>
        <p:nvPicPr>
          <p:cNvPr id="581" name="Рисунок 580" descr="Изображение выглядит как лампа, дизайн&#10;&#10;Автоматически созданное описание со средним доверительным уровнем">
            <a:extLst>
              <a:ext uri="{FF2B5EF4-FFF2-40B4-BE49-F238E27FC236}">
                <a16:creationId xmlns:a16="http://schemas.microsoft.com/office/drawing/2014/main" id="{84728DFE-F674-5B65-304C-AE6127297F68}"/>
              </a:ext>
            </a:extLst>
      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11101409" y="4996970"/>
            <a:ext cx="1312975" cy="1312975"/>
          </a:xfrm>
          <a:prstGeom prst="rect">
            <a:avLst/>
          </a:prstGeom>
        </p:spPr>
      </p:pic>
      <p:pic>
        <p:nvPicPr>
          <p:cNvPr id="585" name="Рисунок 584" descr="Изображение выглядит как красный, символ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EF9FEB67-6B73-1D01-E5AE-74DA0A019DD3}"/>
              </a:ext>
            </a:extLst>
      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12915843" y="3818800"/>
            <a:ext cx="1312975" cy="1312975"/>
          </a:xfrm>
          <a:prstGeom prst="rect">
            <a:avLst/>
          </a:prstGeom>
        </p:spPr>
      </p:pic>
      <p:pic>
        <p:nvPicPr>
          <p:cNvPr id="589" name="Рисунок 588" descr="Изображение выглядит как Карминный цвет, красный, сердце&#10;&#10;Автоматически созданное описание">
            <a:extLst>
              <a:ext uri="{FF2B5EF4-FFF2-40B4-BE49-F238E27FC236}">
                <a16:creationId xmlns:a16="http://schemas.microsoft.com/office/drawing/2014/main" id="{0C7A0327-3BCC-904F-9135-F49035250124}"/>
              </a:ext>
            </a:extLst>
      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12915843" y="4995086"/>
            <a:ext cx="1312975" cy="1312975"/>
          </a:xfrm>
          <a:prstGeom prst="rect">
            <a:avLst/>
          </a:prstGeom>
        </p:spPr>
      </p:pic>
      <p:pic>
        <p:nvPicPr>
          <p:cNvPr id="593" name="Рисунок 592" descr="Изображение выглядит как сердце, День святого Валентина&#10;&#10;Автоматически созданное описание">
            <a:extLst>
              <a:ext uri="{FF2B5EF4-FFF2-40B4-BE49-F238E27FC236}">
                <a16:creationId xmlns:a16="http://schemas.microsoft.com/office/drawing/2014/main" id="{A3E666F5-9501-5E40-4C04-3E93387CE734}"/>
              </a:ext>
            </a:extLst>
      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16544713" y="4993796"/>
            <a:ext cx="1312975" cy="1312975"/>
          </a:xfrm>
          <a:prstGeom prst="rect">
            <a:avLst/>
          </a:prstGeom>
        </p:spPr>
      </p:pic>
      <p:pic>
        <p:nvPicPr>
          <p:cNvPr id="597" name="Рисунок 596" descr="Изображение выглядит как круг, шестерня&#10;&#10;Автоматически созданное описание">
            <a:extLst>
              <a:ext uri="{FF2B5EF4-FFF2-40B4-BE49-F238E27FC236}">
                <a16:creationId xmlns:a16="http://schemas.microsoft.com/office/drawing/2014/main" id="{4D38B530-FAD1-95C8-B4C7-9F9429B7C93E}"/>
              </a:ext>
            </a:extLst>
      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14730277" y="4996970"/>
            <a:ext cx="1312975" cy="1312975"/>
          </a:xfrm>
          <a:prstGeom prst="rect">
            <a:avLst/>
          </a:prstGeom>
        </p:spPr>
      </p:pic>
      <p:pic>
        <p:nvPicPr>
          <p:cNvPr id="601" name="Рисунок 600" descr="Изображение выглядит как сердце, Графика, символ&#10;&#10;Автоматически созданное описание">
            <a:extLst>
              <a:ext uri="{FF2B5EF4-FFF2-40B4-BE49-F238E27FC236}">
                <a16:creationId xmlns:a16="http://schemas.microsoft.com/office/drawing/2014/main" id="{E3017319-2793-4691-5520-E3BC81BAA3CE}"/>
              </a:ext>
            </a:extLst>
          </p:cNvPr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214805" y="4993796"/>
            <a:ext cx="1312975" cy="1312975"/>
          </a:xfrm>
          <a:prstGeom prst="rect">
            <a:avLst/>
          </a:prstGeom>
        </p:spPr>
      </p:pic>
      <p:sp>
        <p:nvSpPr>
          <p:cNvPr id="605" name="Рисунок 604">
            <a:extLst>
              <a:ext uri="{FF2B5EF4-FFF2-40B4-BE49-F238E27FC236}">
                <a16:creationId xmlns:a16="http://schemas.microsoft.com/office/drawing/2014/main" id="{7A559BE7-D5B1-9003-9677-498627B4A24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</p:spTree>
    <p:extLst>
      <p:ext uri="{BB962C8B-B14F-4D97-AF65-F5344CB8AC3E}">
        <p14:creationId xmlns:p14="http://schemas.microsoft.com/office/powerpoint/2010/main" val="3582057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D35B45-DDCF-AC2E-7B22-5909D2B48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1A015E9-6D37-24CE-8C98-C4F5B817020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9342064-9801-4AAF-6A55-E767CB84E15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u-RU"/>
              <a:t>ДИТ Москвы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8DBC7A8-A543-5D4B-6B38-6852F21926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E7402940-8A0D-B91B-0800-AB7803AD57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C4B2468D-643A-AB20-73AD-77435409409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5FB0954-FC65-8067-A7E8-0C325A7CAB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1AAFBB20-E8C1-46BD-A042-1DC548CB1CC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2648646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A7ED0D-2123-45CE-4AB7-07BF1DA97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500D2EF-A5C1-7115-357D-13A935B4835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8331F9-55EA-288F-EA39-5A8CE4EBABD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u-RU"/>
              <a:t>ДИТ Москвы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BDC7D99-470D-D639-3413-D38A15BA47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7194CDD9-2E2E-27FC-B2C0-DA18314F634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09228953-7E81-CAE6-3519-C7950CBAAAD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EF65C3CB-0EE4-CFC6-7AF4-0819C2172C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F369589A-BDC6-ACE7-710E-F0757C11B1C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</p:spTree>
    <p:extLst>
      <p:ext uri="{BB962C8B-B14F-4D97-AF65-F5344CB8AC3E}">
        <p14:creationId xmlns:p14="http://schemas.microsoft.com/office/powerpoint/2010/main" val="4101934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SmartArt 1">
            <a:extLst>
              <a:ext uri="{FF2B5EF4-FFF2-40B4-BE49-F238E27FC236}">
                <a16:creationId xmlns:a16="http://schemas.microsoft.com/office/drawing/2014/main" id="{62C0E703-D0F4-78EB-9637-50D4FC41DC90}"/>
              </a:ext>
            </a:extLst>
          </p:cNvPr>
          <p:cNvSpPr>
            <a:spLocks noGrp="1"/>
          </p:cNvSpPr>
          <p:nvPr>
            <p:ph type="dgm" sz="quarter" idx="73"/>
          </p:nvPr>
        </p:nvSpPr>
        <p:spPr/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3ED6979-FCBE-27B4-8E2F-69DEA897CB96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/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5B4C533-49F7-93DE-0DAB-4657DD952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4207438-99BC-4F79-D1FB-38C0C278BA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089A286-3281-A5DC-A464-6B1B5CE2786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u-RU"/>
              <a:t>ДИТ Москвы</a:t>
            </a:r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95D65C2-514D-82D1-6883-8D8EDA7A93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Рисунок SmartArt 7">
            <a:extLst>
              <a:ext uri="{FF2B5EF4-FFF2-40B4-BE49-F238E27FC236}">
                <a16:creationId xmlns:a16="http://schemas.microsoft.com/office/drawing/2014/main" id="{2672FD37-AD61-7448-A569-F3E1574BE2DA}"/>
              </a:ext>
            </a:extLst>
          </p:cNvPr>
          <p:cNvSpPr>
            <a:spLocks noGrp="1"/>
          </p:cNvSpPr>
          <p:nvPr>
            <p:ph type="dgm" sz="quarter" idx="74"/>
          </p:nvPr>
        </p:nvSpPr>
        <p:spPr/>
      </p:sp>
      <p:sp>
        <p:nvSpPr>
          <p:cNvPr id="9" name="Рисунок SmartArt 8">
            <a:extLst>
              <a:ext uri="{FF2B5EF4-FFF2-40B4-BE49-F238E27FC236}">
                <a16:creationId xmlns:a16="http://schemas.microsoft.com/office/drawing/2014/main" id="{F8E3CAE5-06BA-545F-148E-5A401D77A60D}"/>
              </a:ext>
            </a:extLst>
          </p:cNvPr>
          <p:cNvSpPr>
            <a:spLocks noGrp="1"/>
          </p:cNvSpPr>
          <p:nvPr>
            <p:ph type="dgm" sz="quarter" idx="75"/>
          </p:nvPr>
        </p:nvSpPr>
        <p:spPr/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99D192F2-5D18-AA97-2D6F-3D6E654B5E6A}"/>
              </a:ext>
            </a:extLst>
          </p:cNvPr>
          <p:cNvSpPr>
            <a:spLocks noGrp="1"/>
          </p:cNvSpPr>
          <p:nvPr>
            <p:ph type="pic" sz="quarter" idx="76"/>
          </p:nvPr>
        </p:nvSpPr>
        <p:spPr/>
      </p:sp>
      <p:sp>
        <p:nvSpPr>
          <p:cNvPr id="11" name="Рисунок SmartArt 10">
            <a:extLst>
              <a:ext uri="{FF2B5EF4-FFF2-40B4-BE49-F238E27FC236}">
                <a16:creationId xmlns:a16="http://schemas.microsoft.com/office/drawing/2014/main" id="{49B34108-DFD0-9506-0288-7BB66C73AD08}"/>
              </a:ext>
            </a:extLst>
          </p:cNvPr>
          <p:cNvSpPr>
            <a:spLocks noGrp="1"/>
          </p:cNvSpPr>
          <p:nvPr>
            <p:ph type="dgm" sz="quarter" idx="77"/>
          </p:nvPr>
        </p:nvSpPr>
        <p:spPr/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2F04B1E6-677E-E977-4B28-E8E46716B57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B85FF1C1-7460-553C-02FC-E83FCCA327C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2171470D-03ED-F441-71D8-47DF7BB2C77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068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215CC2CE-3228-65BC-1EBA-243B6EF8F3E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u-RU"/>
              <a:t>ДИТ Москвы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3C94D76-4D46-BB8B-6D62-C0E4972695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51C5B6D-6ACE-469B-888A-8F9CE2FCA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5CA0E2F-E564-DF28-D99D-9CC32FBD61E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A828EF71-5566-53A7-55BA-EC204FEB73E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7" name="Рисунок 6">
            <a:extLst>
              <a:ext uri="{FF2B5EF4-FFF2-40B4-BE49-F238E27FC236}">
                <a16:creationId xmlns:a16="http://schemas.microsoft.com/office/drawing/2014/main" id="{13DA148F-0511-0C98-5DF0-BE27421E26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2D181F1C-538A-7AB4-7890-D4FB99C387E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CD8EEED-847F-C23C-1436-68E3C4284C7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1537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73E7B467-1EF4-C3F0-09C5-03FA775A7E1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u-RU"/>
              <a:t>ДИТ Москвы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68CE86E-58CF-C65B-8F5A-888341BB88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54343C6-E08F-0ADD-A0D1-B34897BA6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0B021E3-76B9-99A5-E1E0-04698AA0B48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961F5584-4F7A-9CF6-8EFD-98869181349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02703F38-B7CC-CE3C-1071-FE85C19A7A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044FFD1F-6B21-9AAB-CFE0-AC47446BDA9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5709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F40D2077-A30F-0F65-2A83-C36780544B9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u-RU"/>
              <a:t>ДИТ Москвы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08D559D-C54A-0A07-074F-AC8ECF1118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E3D4186-C241-6061-FF2B-7D156F418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5387795-7CA8-5783-BA46-F66366806DA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729A58AF-5D20-C9F5-16A7-F9B014754C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A886C00A-332A-8AAE-BCD0-7393F1B68D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CF9C5179-F0BE-A85A-6147-5299AB2D7AD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2032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6DAE941-5986-0467-FF3D-8B386B4E5C3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u-RU"/>
              <a:t>ДИТ Москвы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D8C2FD9-E130-7252-6587-CC0686384F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0208019-DDB0-058D-00B9-74059620E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7F7A350-4B76-9082-43D5-E71D7876AD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7EFADD90-BA98-C247-0B2E-8F7ED088710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C8B8D415-24F8-A6F5-B1E6-E1E8E1D56E0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3EAEFE1E-42B4-16B6-2A37-C23385E946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DB80163A-355E-208B-C582-56239B54ED9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30472975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F98B53E6-7C10-E84F-F163-C27600CEF4D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u-RU"/>
              <a:t>ДИТ Москвы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0F77E3-E04A-AE93-F017-260882375C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34A4B99-8CF3-46D2-CC47-2875C65EA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8D42BD9-73B8-E744-2989-94A11FFE33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BA5849F0-90D1-A006-0B3D-AFF859ABB4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3FA350B-3BCF-0149-C3BB-AAEDEC14853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14E12D37-08C7-9D52-1272-575746E7478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39E12553-2583-C003-6671-FE84F2A3E15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27454197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36441DF7-2397-FC25-3547-5518C693E399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/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73F8F95-E294-7280-2D24-0FC86316F3B7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/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273E98D1-FCD8-2E22-635F-D7611C258CF5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12123010" y="2006192"/>
            <a:ext cx="5225877" cy="5926526"/>
          </a:xfrm>
        </p:spPr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E100742-9206-B87C-2F47-2A7F4D755F91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DF6AF94B-F9C7-9252-1EDE-2A5980679937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9117443-6732-C3A5-DF78-66D04310345D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FC0FAEFD-E1B0-6788-0878-4635486398AE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65858B0D-AADE-52A4-FA12-91375DD749E0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2186556" y="8094981"/>
            <a:ext cx="5103916" cy="300408"/>
          </a:xfrm>
        </p:spPr>
        <p:txBody>
          <a:bodyPr>
            <a:normAutofit fontScale="47500" lnSpcReduction="20000"/>
          </a:bodyPr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15322AD5-F3A6-D252-4681-EC9352DAF85D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2186556" y="8451453"/>
            <a:ext cx="5103916" cy="1011931"/>
          </a:xfrm>
        </p:spPr>
        <p:txBody>
          <a:bodyPr/>
          <a:lstStyle/>
          <a:p>
            <a:endParaRPr lang="ru-RU"/>
          </a:p>
        </p:txBody>
      </p:sp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9F79BCC8-6113-3483-8BB7-D07756EF0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C8EF22C4-969B-0B71-F667-C27C8E58D02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B2E12A36-F57D-3765-3D78-811FD3D5520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</p:spTree>
    <p:extLst>
      <p:ext uri="{BB962C8B-B14F-4D97-AF65-F5344CB8AC3E}">
        <p14:creationId xmlns:p14="http://schemas.microsoft.com/office/powerpoint/2010/main" val="14888945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69FA149F-41AF-72A3-8303-C0FEA145754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/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79E4837A-564E-7826-7548-D330545EB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1EB33D5-48ED-B4A9-B2A5-632E020D9C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729F90F-FA24-3CE9-4FE8-1457A11DEC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A667558-AC99-2B66-E61C-66A522ED794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Рисунок 6">
            <a:extLst>
              <a:ext uri="{FF2B5EF4-FFF2-40B4-BE49-F238E27FC236}">
                <a16:creationId xmlns:a16="http://schemas.microsoft.com/office/drawing/2014/main" id="{07B44179-9249-3A6E-0C13-9AA6F1A42A2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/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FCE280E7-464A-A2D1-360D-098496FB478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6ADE2D14-62E8-A315-52FF-1933F7E3A59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C51F4053-6659-A02E-CE35-76C60B7939F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BAB70655-149B-BC3B-002E-FE26DB40A809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/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FAE1807F-1A51-96F0-2209-FDA87556378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BB39830E-D0E1-9006-C37C-6FCA790B042A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2BC19E36-2BE2-9D43-6003-4A4663C3C09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Рисунок 14">
            <a:extLst>
              <a:ext uri="{FF2B5EF4-FFF2-40B4-BE49-F238E27FC236}">
                <a16:creationId xmlns:a16="http://schemas.microsoft.com/office/drawing/2014/main" id="{5D0E2734-647C-EB63-A233-714A9AA4707C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/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3073375F-07D4-F90B-E333-8C075856AAEE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CB631E48-54A4-D93B-8D51-F10F4465C44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CEB3E6CE-5F0D-FF70-AD70-A90D943385B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Рисунок 18">
            <a:extLst>
              <a:ext uri="{FF2B5EF4-FFF2-40B4-BE49-F238E27FC236}">
                <a16:creationId xmlns:a16="http://schemas.microsoft.com/office/drawing/2014/main" id="{1D50502C-6C29-209C-1452-E996DACB93E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F587B02-5D91-0D98-6B44-C7A2DAEFA80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0202C84B-D55C-3193-1DB5-FE3354A6AB7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01889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9CE8F9-1197-2061-1298-411AD3630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EF40373-C5A1-9DFC-5619-5C5DFFA1E70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/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B2B4F24-2340-D501-EDF2-0DA4DCD61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768B90C-9EBE-A31F-F992-4BCC8C7D84F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CCC60B4-FF75-B776-FB44-8E4873829E9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Рисунок 6">
            <a:extLst>
              <a:ext uri="{FF2B5EF4-FFF2-40B4-BE49-F238E27FC236}">
                <a16:creationId xmlns:a16="http://schemas.microsoft.com/office/drawing/2014/main" id="{9D9FEBC3-0CA0-7079-1E75-4A52B81C78CE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/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0AC2E41-C402-C79A-FDAA-C41132444730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38CE99C7-3F3B-9BDF-7C17-F21965B26BB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3FC4F1C2-5C5C-37CB-889C-5F376CC2313F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697944EB-09F8-EC19-F9CC-F0CEB519DE66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2DF9F8A2-67A8-6225-D671-0B85A2FEA16B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06E111F5-15BA-77EC-95B3-9C0B9CC3B3C4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4DAEAA35-F29B-0A01-E5A7-C9502A86E8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Рисунок 14">
            <a:extLst>
              <a:ext uri="{FF2B5EF4-FFF2-40B4-BE49-F238E27FC236}">
                <a16:creationId xmlns:a16="http://schemas.microsoft.com/office/drawing/2014/main" id="{E803592B-2A39-C02E-F19A-D901913A2931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/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E863F3BA-8940-27FA-90C4-74DD9D913BA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A4A3AD60-A4C3-6780-FE1B-6F4DBABA3E7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39D58721-150B-CE5A-3DE7-AE402077211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Рисунок 18">
            <a:extLst>
              <a:ext uri="{FF2B5EF4-FFF2-40B4-BE49-F238E27FC236}">
                <a16:creationId xmlns:a16="http://schemas.microsoft.com/office/drawing/2014/main" id="{D20C6B81-D4EE-F540-589F-51185C61867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445ADBAE-B44C-B5A6-74A3-89522DCCCF4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D112341A-6A47-AAC5-868B-6FD0E012E1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02374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130F04-9B53-1B94-23ED-BAA1F4B5E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00E4103-FE1D-527C-6266-FB83D75724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47AFFA4-97EF-8F26-1C44-AB5261A28A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F004619-D676-3E40-B03B-92CB7893069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1032201-7E77-B804-556F-789BFC859B8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BBA9922B-2092-4BFB-3DAB-CC55D8D4B43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B949A68A-D7DB-E392-97D5-87A107DEFA9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FE40F8C4-EC23-89AB-AE32-A59EC4EAE09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625A7980-FD2F-4524-3C53-B9FEDBDCE92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/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98131A60-4126-E775-B67B-51197F3E971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B8FF42E9-C6D5-A8C0-8F80-43E7F01E9B4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6069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27B07A-8712-D9EC-EBBE-89E12098B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27E0839-E60C-5F87-230C-C0BCD6039C8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A58DAD3-973B-4018-C7F3-0321ABFCB1D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0B3C987-72C4-2736-79D6-29B60D2BD3A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72342CC-E39E-ABE0-064A-2E9020E3CE4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BF614243-0630-A379-F167-61C65E119AA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7157F0BE-8722-F5B8-958A-CAC7B5FCB50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5C53E7F7-D73F-ECA6-E5C3-9971EFA113D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BBC3256A-37D0-50D3-695A-55B92F76E3E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7D709B87-A080-FFA6-F6AC-038E567F380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E0B569DF-BB88-85DA-A48A-371BE9986BF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F2D523B5-205D-9791-9422-51156B395CA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8923EEBD-9AFA-6134-5D52-06B18D0E727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98655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1BD64709-56C1-D301-F176-4443C45FF80F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/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4E21C03-F778-E2F0-B682-54C047135F5D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/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C2AB8782-9D63-A860-5BE9-C2A47A58C7A5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38E15542-FC0A-620F-5E90-7C7321301EE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/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F7A05427-CA09-9FF8-9770-C6FEA4153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210ADE7-DD55-B369-83A7-FED94BCB791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95520ED-65F7-F85A-803E-75556AC110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91CC6FE5-0271-555D-95FC-51080924637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E240DCED-51DE-4672-8657-6D480C56F0A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D04DB4ED-5F52-954B-FF7C-969E913F6A1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65896E7C-4B7C-8262-4594-F9FAA7FB96C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8C0B7BB4-BEA9-8EAA-5348-9537A161C6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67F15E0F-F860-A576-2FC0-D2D4BF65650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F805E5C9-62BE-9296-04C4-77347D75070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CBFDC533-6E09-55FC-B76C-1C58C3C4A9DB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CC9AE2C7-BC5B-2380-022C-3144797888B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214F7B76-D346-850C-CE04-C2491016380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Рисунок 18">
            <a:extLst>
              <a:ext uri="{FF2B5EF4-FFF2-40B4-BE49-F238E27FC236}">
                <a16:creationId xmlns:a16="http://schemas.microsoft.com/office/drawing/2014/main" id="{80E01DEE-073B-3392-6FA1-20855D5180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0937CFA1-B3E6-0633-87A4-4E3FA90A6BF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A8B69132-0C62-1DB3-3A03-697405FA1D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43462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8DA37F9E-07B9-7BA1-C272-DD1F5280B76B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/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2264862-847D-C848-A586-A1122D16BEF1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/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20569405-5F12-77B9-F977-A37BFD8E8524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/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00C4EEB6-0203-3A39-A11C-BA4D7F0BAFE0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/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D79FB366-B96E-7BC1-18B5-90E1B337F6A7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/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C912DDC3-2F80-D66D-76D3-90CB2505A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D30FAA50-533E-37B8-93EE-E87DA24D05A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CA847166-9D38-0E07-7269-1B5F4D463F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BD506CFD-7BAB-3CD7-A586-FE7D7F3BCAD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3EE1379D-4D93-BD71-4D63-5CFF1B8EE5D3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F2F7FE00-0113-701F-E551-4D41B885656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E41760D2-4D34-F56E-148F-08ABCE640FB4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EFF6B6EF-DFE9-F6AB-101F-613E75BE5E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F0C77907-10D2-8B39-E376-525C5A31E66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C72FB219-BD7F-CA1C-9B71-1654F220E45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650B6024-3501-7CC8-538B-FE7C34BD9EE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CFE94946-0BA1-57DF-D12F-F6BC0520935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8F01FD3A-31BF-4FB5-D72B-0E28F5FA200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5A4BA2EA-4930-6841-41F9-3F4C118619B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31D6B762-68EE-5170-B5B4-D5E0D982E579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2" name="Текст 21">
            <a:extLst>
              <a:ext uri="{FF2B5EF4-FFF2-40B4-BE49-F238E27FC236}">
                <a16:creationId xmlns:a16="http://schemas.microsoft.com/office/drawing/2014/main" id="{A0801B5D-1FC2-D6C0-0AED-9C940362D606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B85A589B-702F-F304-E0FD-F5AAD561B7C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62DB2F8F-6ACF-2B6A-3076-2110391690B4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5" name="Рисунок 24">
            <a:extLst>
              <a:ext uri="{FF2B5EF4-FFF2-40B4-BE49-F238E27FC236}">
                <a16:creationId xmlns:a16="http://schemas.microsoft.com/office/drawing/2014/main" id="{657EB994-71AB-FF82-4BBE-F96B3EFC4FB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26" name="Текст 25">
            <a:extLst>
              <a:ext uri="{FF2B5EF4-FFF2-40B4-BE49-F238E27FC236}">
                <a16:creationId xmlns:a16="http://schemas.microsoft.com/office/drawing/2014/main" id="{A2FBAF7A-4356-2E7F-2C01-929C7C53DA0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6554060D-0D36-32B6-A197-5DF0398345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43495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AABAA494-E24A-29BC-14B6-5F70BA669D2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/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32A38F2-8E54-F679-AD84-79C08432C36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/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85D62842-A78F-5F57-2266-33A5A63650D4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/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DD48AB25-AAC6-4F77-290F-6A79A820A45F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CA3E5026-E6B5-7AEE-9195-866FD630417A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/>
      </p:sp>
      <p:sp>
        <p:nvSpPr>
          <p:cNvPr id="7" name="Рисунок 6">
            <a:extLst>
              <a:ext uri="{FF2B5EF4-FFF2-40B4-BE49-F238E27FC236}">
                <a16:creationId xmlns:a16="http://schemas.microsoft.com/office/drawing/2014/main" id="{4ACFCD99-AA7D-644D-AB11-0FB9EF010211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/>
      </p:sp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83F3B8AC-79B8-E43D-A720-270126BAE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A983EF21-FE60-989D-B4C3-5896B53F9D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674814B8-361C-716C-F282-B981C9FEBC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36E46806-D81D-32A2-F20B-622B7F24010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3F25E79A-B5EE-72BA-1129-DE522A80EDC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A16EEC42-3177-42BC-5566-D78C2EE4FBC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1ACBAB14-9A13-6AB4-7DFB-F76EC6ECF2A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BAA07C23-A000-43EF-5740-FFE44A8FA73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FB20762C-6A91-918F-F2F1-210E320FCF0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6DE005F5-051F-B2D5-0A32-D79018A26FC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40ABF216-2F55-CBB8-7EAA-A4D27252A29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7C1F9E08-0B1F-3F73-67A3-208FDB32C94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7D28E31D-C84E-4C5B-4FC9-AB929D6BF38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20B20C18-E2C0-BBD9-D769-879210586C41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2" name="Текст 21">
            <a:extLst>
              <a:ext uri="{FF2B5EF4-FFF2-40B4-BE49-F238E27FC236}">
                <a16:creationId xmlns:a16="http://schemas.microsoft.com/office/drawing/2014/main" id="{C8BDB050-CDF6-D518-7D45-5064692FC5E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28FEADA5-41DD-DAF8-6402-E4FFAD9B641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25D5744A-6EF2-DA6F-7AE8-F382F88ED81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52193A8B-831D-B421-C45B-4A1A6411482B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6" name="Текст 25">
            <a:extLst>
              <a:ext uri="{FF2B5EF4-FFF2-40B4-BE49-F238E27FC236}">
                <a16:creationId xmlns:a16="http://schemas.microsoft.com/office/drawing/2014/main" id="{FB690CE3-51F2-2FB0-67B4-97CA299DCC2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7" name="Рисунок 26">
            <a:extLst>
              <a:ext uri="{FF2B5EF4-FFF2-40B4-BE49-F238E27FC236}">
                <a16:creationId xmlns:a16="http://schemas.microsoft.com/office/drawing/2014/main" id="{48527F3C-60C1-122F-CA4D-124B65EA557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D8B67A96-52D8-85D3-01FF-60D4B7AF8AA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CB2DC3C7-5331-B30F-E0A2-E21E316AA8D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5921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392C1920-B7D2-150E-785E-2615DD78A559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/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DD49775-A199-1ED6-34E1-126A9218008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229B4A8-1057-54E1-C9AA-0C55890CB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FB5EE3F-2022-A8F7-D04F-923A5C7642D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9DB7BA2-5D0A-E23A-09DD-F4D16CCDBA0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5147DA85-1F70-9744-9343-8F3FBB655A2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EAC67F92-4CA2-AC26-B79F-3A22B79B009D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/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46E7ED56-4818-E441-6E24-9798D5FE7E56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EA6C74D5-AA78-D98C-4633-2F43D796AC7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839B8C8B-7EF3-037B-AACD-0AD04715D134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D3B9A493-5992-0548-1655-85815CE975CA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/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DEBFFAB9-A744-FF0B-E341-34FA5087E759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330B49B7-17B8-87DA-3BC3-34EE95027D6D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96EE325C-B124-E21B-4501-F7C33D507C5F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Рисунок 15">
            <a:extLst>
              <a:ext uri="{FF2B5EF4-FFF2-40B4-BE49-F238E27FC236}">
                <a16:creationId xmlns:a16="http://schemas.microsoft.com/office/drawing/2014/main" id="{244A2203-23A9-BF1A-3C2C-7324E059247D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/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FB14C5B3-A477-CD17-C9B6-6641FFFB975F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66824BA7-422E-D48F-E412-7FA9667561A3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54D0DA4F-C49E-7E8D-1E66-59C0E4DED33B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0" name="Рисунок 19">
            <a:extLst>
              <a:ext uri="{FF2B5EF4-FFF2-40B4-BE49-F238E27FC236}">
                <a16:creationId xmlns:a16="http://schemas.microsoft.com/office/drawing/2014/main" id="{CC8F5840-F89A-D137-4D42-F7DA0A5B24FE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/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1963EB02-D7CE-9D79-4EEF-7BDE28CE761C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2" name="Текст 21">
            <a:extLst>
              <a:ext uri="{FF2B5EF4-FFF2-40B4-BE49-F238E27FC236}">
                <a16:creationId xmlns:a16="http://schemas.microsoft.com/office/drawing/2014/main" id="{E690824F-AFBB-F337-B095-8EBAE8F68C89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CA97F643-4393-4F9A-BDDF-F12F3C3ABB7F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E82C2907-3133-DE9D-38E0-B1D0108B177D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/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C606B8A8-89E3-B3F4-2823-23345A6E13C0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6" name="Текст 25">
            <a:extLst>
              <a:ext uri="{FF2B5EF4-FFF2-40B4-BE49-F238E27FC236}">
                <a16:creationId xmlns:a16="http://schemas.microsoft.com/office/drawing/2014/main" id="{B8429B27-31A7-D90A-D982-9CC981FC0B6F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D16A318-13E7-8860-57FC-806079C75CDD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8" name="Рисунок 27">
            <a:extLst>
              <a:ext uri="{FF2B5EF4-FFF2-40B4-BE49-F238E27FC236}">
                <a16:creationId xmlns:a16="http://schemas.microsoft.com/office/drawing/2014/main" id="{BC9CC078-3C88-1ECE-F3D2-8EF96020587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27A6EF8F-3093-50EF-D95F-22B93D70B63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0" name="Текст 29">
            <a:extLst>
              <a:ext uri="{FF2B5EF4-FFF2-40B4-BE49-F238E27FC236}">
                <a16:creationId xmlns:a16="http://schemas.microsoft.com/office/drawing/2014/main" id="{6B7DA157-BF2B-79B4-E7E7-8BFBB90C0C7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47047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0C6A30-2869-0655-CB37-8163A31BD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FA06F87-72FA-7C45-4587-B7774444F2A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C7FBF73-DE28-EEDA-C73F-D6778CF8237A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36EB1F89-B9E2-8ED9-7AB1-CC9D8165C53A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/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CB1E2D98-9D04-342A-4E29-66292C126104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33CFC7B-DED3-941C-BAA2-C99ED1F598FA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B43FCE1E-00FC-DF87-2EDA-ECD5B9ADDDE1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/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114A3166-C425-A136-81F8-26FBC010D9D4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29C10008-2B3F-A979-E409-EBEBCB4479D9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6169610E-3981-2FFB-758C-9C28E377B024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/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49C16D35-2681-6C8F-2649-CBF5F15576AB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7533DF1C-17A9-C273-7DA9-18820F57227D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55ED4430-831B-2900-874F-A3859E526B59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/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112CE223-E3AF-98A1-9C76-EC8519F4C9FD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FD37FD8E-69AE-8FE5-5826-52DE6F562673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493FB88F-8A18-6BBD-729C-020E23C87D9C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/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E8529F55-956B-7BC3-6ACB-DF76F2EE614F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3C8A28C8-6E0C-D41C-BA3A-12506F0C1A24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0" name="Рисунок 19">
            <a:extLst>
              <a:ext uri="{FF2B5EF4-FFF2-40B4-BE49-F238E27FC236}">
                <a16:creationId xmlns:a16="http://schemas.microsoft.com/office/drawing/2014/main" id="{30BCCEE6-4D08-0729-9038-EC0FA6F1618F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/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F72FEFFC-B415-03C9-7CA2-96F60B2F6714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2" name="Текст 21">
            <a:extLst>
              <a:ext uri="{FF2B5EF4-FFF2-40B4-BE49-F238E27FC236}">
                <a16:creationId xmlns:a16="http://schemas.microsoft.com/office/drawing/2014/main" id="{76F0277D-89AC-5A07-4F7C-587F0F735C89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3" name="Рисунок 22">
            <a:extLst>
              <a:ext uri="{FF2B5EF4-FFF2-40B4-BE49-F238E27FC236}">
                <a16:creationId xmlns:a16="http://schemas.microsoft.com/office/drawing/2014/main" id="{E087CF89-A5B0-F7B8-416D-B535F57F4260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/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018102B3-A4FE-4B5F-524F-6962303B0CC7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C32D904A-AB96-5BD8-70D3-838F41AD6EBA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6" name="Рисунок 25">
            <a:extLst>
              <a:ext uri="{FF2B5EF4-FFF2-40B4-BE49-F238E27FC236}">
                <a16:creationId xmlns:a16="http://schemas.microsoft.com/office/drawing/2014/main" id="{CA59D8DF-B6D6-51F0-0E33-A33A4131BC8D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/>
      </p:sp>
      <p:sp>
        <p:nvSpPr>
          <p:cNvPr id="27" name="Рисунок 26">
            <a:extLst>
              <a:ext uri="{FF2B5EF4-FFF2-40B4-BE49-F238E27FC236}">
                <a16:creationId xmlns:a16="http://schemas.microsoft.com/office/drawing/2014/main" id="{0B5867A6-14EA-1A03-41DA-15707726ECE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14CE184D-0E99-F1F6-701A-172DA777C03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BBAA1AF3-D59A-E6AB-31CE-E2017369CAB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57132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493D8F05-10B9-A3AD-444D-F9CADB403DD1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/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7CBD6AD-A698-94FE-EC60-A573E4BF0E8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/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EDC1017E-BC1F-4DEF-D636-83A865E26061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/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A17E040A-FDE3-2075-E1FD-9ADD5CDABCA8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/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25A2417-C3D9-3E4A-3654-95DCEEF44A2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12637170-4643-81DD-66B0-F1852EED9E5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F3BAA95-4493-3EE6-6D94-BFA264B387A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0A28D35B-8BDC-0577-7106-FD3901989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5B6E1671-370A-31DF-BCE5-2C6E3B5E6CC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90888668-A1E0-9A4A-01E7-F196981A881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064BE03D-BFA2-8BDB-BCD4-4DE3F7B61D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1D968EDC-61D8-0182-0F91-F016F047214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D10553EA-3DFA-4A8E-F31C-7795373BE5B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BC929185-8049-47F0-EE43-260D87356BE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E36A1E3B-9345-1A7E-9E5E-310FCE6CD9B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B56CCEAA-42E5-25BE-2140-C0542A7805E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3369A182-98B8-CC84-7D06-E4C831644FF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Рисунок 18">
            <a:extLst>
              <a:ext uri="{FF2B5EF4-FFF2-40B4-BE49-F238E27FC236}">
                <a16:creationId xmlns:a16="http://schemas.microsoft.com/office/drawing/2014/main" id="{977A455A-0AD2-E54D-671F-A9BE9688F1AD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/>
      </p:sp>
      <p:sp>
        <p:nvSpPr>
          <p:cNvPr id="20" name="Рисунок 19">
            <a:extLst>
              <a:ext uri="{FF2B5EF4-FFF2-40B4-BE49-F238E27FC236}">
                <a16:creationId xmlns:a16="http://schemas.microsoft.com/office/drawing/2014/main" id="{8AC27467-4C8E-C1B0-E077-5AA2CBF69F59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</p:sp>
      <p:sp>
        <p:nvSpPr>
          <p:cNvPr id="21" name="Рисунок 20">
            <a:extLst>
              <a:ext uri="{FF2B5EF4-FFF2-40B4-BE49-F238E27FC236}">
                <a16:creationId xmlns:a16="http://schemas.microsoft.com/office/drawing/2014/main" id="{44BBFB7F-1FA2-B80E-DD9A-3D62B52FABD1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/>
      </p:sp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5D7C23E2-6E8B-26DC-E300-2CF81C3B6474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/>
      </p:sp>
      <p:sp>
        <p:nvSpPr>
          <p:cNvPr id="23" name="Рисунок 22">
            <a:extLst>
              <a:ext uri="{FF2B5EF4-FFF2-40B4-BE49-F238E27FC236}">
                <a16:creationId xmlns:a16="http://schemas.microsoft.com/office/drawing/2014/main" id="{79F8B7D3-D708-CEF5-7C07-5C42487B313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64EC8E2C-2CF0-8E02-5179-5E756C049AD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B7407FCD-5576-EF18-2F75-85F5606E251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3027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51C699D5-FBEC-E8C7-324B-FAED424446AA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/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AC79ACD-0BF6-1301-277C-C5F442E7493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8E55A61-2333-01A0-2BD2-9C6EB7CCE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02C61DF-9F37-EC45-5BA0-B4DBE2C4457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DA9A02ED-6948-AD86-71B2-B5E559E61E6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175933D3-64CD-BEC3-E650-DEB59735154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09E95B2-D915-6FFA-3B56-7EAE87D9BCA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E7FF9F2C-5AFB-87FC-D7FE-5285C02324B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1E7A66D1-7A21-12DE-9678-DA138C01BEE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1E81B266-6382-9032-FF71-CCA45BC5C7F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886636E7-5613-200A-3026-91ACC0505F1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E23C364B-E9E9-0875-590D-6FF669BCFB3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76A50499-0FA3-40D9-BD30-6F84E4FB97A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EAD627CF-EBB4-BA3A-0A90-15C669F2370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C05FBB73-68BC-2ECF-070B-D6898B281C0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CCADE1DE-0240-4926-6762-45EBDBEC80C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503327C0-6F47-4FC6-F417-7E606199D1CA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90F0D199-4D96-C561-F915-9F4E2D503AFB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73D7C3A2-82F0-2BFA-4B2A-EA2DDFE87EC8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0C63733C-20B8-37E3-93E4-01EADB03301A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2" name="Текст 21">
            <a:extLst>
              <a:ext uri="{FF2B5EF4-FFF2-40B4-BE49-F238E27FC236}">
                <a16:creationId xmlns:a16="http://schemas.microsoft.com/office/drawing/2014/main" id="{0032B86E-B053-D866-F84A-157C0DC3099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FB8299F7-1296-0212-37FB-2769261591C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B9924458-709A-2E3B-37B6-BD176D9F28F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DBDDF05E-5AF6-1351-FD65-0DF36DABCB01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6" name="Текст 25">
            <a:extLst>
              <a:ext uri="{FF2B5EF4-FFF2-40B4-BE49-F238E27FC236}">
                <a16:creationId xmlns:a16="http://schemas.microsoft.com/office/drawing/2014/main" id="{0590B9B8-9958-7099-138E-1B0A26917CCD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44592A5C-200C-6F02-B181-1AD0B709BB80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8" name="Рисунок 27">
            <a:extLst>
              <a:ext uri="{FF2B5EF4-FFF2-40B4-BE49-F238E27FC236}">
                <a16:creationId xmlns:a16="http://schemas.microsoft.com/office/drawing/2014/main" id="{DB7A89B3-28B1-3F8F-78BE-E6345B6A597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1A073B23-9AAF-C411-FABF-570A3BB8DA5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0" name="Текст 29">
            <a:extLst>
              <a:ext uri="{FF2B5EF4-FFF2-40B4-BE49-F238E27FC236}">
                <a16:creationId xmlns:a16="http://schemas.microsoft.com/office/drawing/2014/main" id="{98D2C23D-3C9F-B4F2-D171-F6196D552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86601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99178C6D-FA7D-0E9C-03C4-2887D7038AA7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/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8DE6296-ADD7-F020-4CB8-EE51AE5DF845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/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152DD014-42FA-90FA-7725-4C675C675718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/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FF4B7ECF-69EC-6865-C6C2-C9680FE74B1F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/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17BFBB3E-EB55-5A0A-D6CF-1B6EFB7CED71}"/>
              </a:ext>
            </a:extLst>
          </p:cNvPr>
          <p:cNvSpPr>
            <a:spLocks noGrp="1"/>
          </p:cNvSpPr>
          <p:nvPr>
            <p:ph type="pic" sz="quarter" idx="76"/>
          </p:nvPr>
        </p:nvSpPr>
        <p:spPr/>
      </p:sp>
      <p:sp>
        <p:nvSpPr>
          <p:cNvPr id="7" name="Рисунок 6">
            <a:extLst>
              <a:ext uri="{FF2B5EF4-FFF2-40B4-BE49-F238E27FC236}">
                <a16:creationId xmlns:a16="http://schemas.microsoft.com/office/drawing/2014/main" id="{A544F825-B872-9994-4C7D-028530B81291}"/>
              </a:ext>
            </a:extLst>
          </p:cNvPr>
          <p:cNvSpPr>
            <a:spLocks noGrp="1"/>
          </p:cNvSpPr>
          <p:nvPr>
            <p:ph type="pic" sz="quarter" idx="77"/>
          </p:nvPr>
        </p:nvSpPr>
        <p:spPr/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5635E676-110C-E302-3B7F-9F6A4E3EE367}"/>
              </a:ext>
            </a:extLst>
          </p:cNvPr>
          <p:cNvSpPr>
            <a:spLocks noGrp="1"/>
          </p:cNvSpPr>
          <p:nvPr>
            <p:ph type="pic" sz="quarter" idx="78"/>
          </p:nvPr>
        </p:nvSpPr>
        <p:spPr/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3D96A284-8856-4309-DF0B-F6F1E25B96AC}"/>
              </a:ext>
            </a:extLst>
          </p:cNvPr>
          <p:cNvSpPr>
            <a:spLocks noGrp="1"/>
          </p:cNvSpPr>
          <p:nvPr>
            <p:ph type="pic" sz="quarter" idx="79"/>
          </p:nvPr>
        </p:nvSpPr>
        <p:spPr/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39449170-33FB-260D-9DAB-083CC10EA2AE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/>
      </p:sp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2378A0D4-F2AB-D6C6-C66F-6C5AD2B599D3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/>
      </p:sp>
      <p:sp>
        <p:nvSpPr>
          <p:cNvPr id="12" name="Заголовок 11">
            <a:extLst>
              <a:ext uri="{FF2B5EF4-FFF2-40B4-BE49-F238E27FC236}">
                <a16:creationId xmlns:a16="http://schemas.microsoft.com/office/drawing/2014/main" id="{486659F4-1AD2-6A9D-5EC4-A4E161007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A93590A6-456D-0E4D-5B26-4E96DE2E6D6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DB91AB87-7E8B-A569-7708-862AE585E864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3C91D721-4222-5FAF-96FE-9971D34C3F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058270B8-76D6-6140-5C14-CEDFCAD3AAD3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84DCC7B5-7D66-DEE5-3387-3605C2A8934E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1846CE5B-853A-A8D3-C3F3-62DB10798AF9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BFD750BD-6585-59BA-81F0-7C5FC93946D2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2FC6ECF1-42A6-1FFE-F403-B271FE10E39C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C0BA5C24-DBAD-6CE0-A65E-393465E8411C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2" name="Текст 21">
            <a:extLst>
              <a:ext uri="{FF2B5EF4-FFF2-40B4-BE49-F238E27FC236}">
                <a16:creationId xmlns:a16="http://schemas.microsoft.com/office/drawing/2014/main" id="{1D39B3C6-0335-9639-980C-E49895892230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09991B33-B623-C802-4A4D-C83A865BEF69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BDFC1620-B364-C96C-77E1-A0B2979241DB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C72A1657-4411-AC82-3FB7-652E5D99F7A4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6" name="Текст 25">
            <a:extLst>
              <a:ext uri="{FF2B5EF4-FFF2-40B4-BE49-F238E27FC236}">
                <a16:creationId xmlns:a16="http://schemas.microsoft.com/office/drawing/2014/main" id="{D4F7D567-B445-E8F6-1515-C18635ADD30C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59FAC65-F65A-17E5-2836-8ACE3CC276C0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61D34295-5C73-413A-FC28-13375DA4D51D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B6CAC5D3-81EB-6977-2421-739936CAA5F9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0" name="Текст 29">
            <a:extLst>
              <a:ext uri="{FF2B5EF4-FFF2-40B4-BE49-F238E27FC236}">
                <a16:creationId xmlns:a16="http://schemas.microsoft.com/office/drawing/2014/main" id="{8E6E0789-8F14-4BBB-AED5-37E681D62FA7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1" name="Текст 30">
            <a:extLst>
              <a:ext uri="{FF2B5EF4-FFF2-40B4-BE49-F238E27FC236}">
                <a16:creationId xmlns:a16="http://schemas.microsoft.com/office/drawing/2014/main" id="{D579E5B3-5449-AC4A-2CEB-A4592D4C9FB7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EA3C2FB7-400F-AAEC-C661-C2D104664698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3" name="Текст 32">
            <a:extLst>
              <a:ext uri="{FF2B5EF4-FFF2-40B4-BE49-F238E27FC236}">
                <a16:creationId xmlns:a16="http://schemas.microsoft.com/office/drawing/2014/main" id="{8BCFFD9A-A4EE-077D-65C8-1B37888F78B7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4" name="Текст 33">
            <a:extLst>
              <a:ext uri="{FF2B5EF4-FFF2-40B4-BE49-F238E27FC236}">
                <a16:creationId xmlns:a16="http://schemas.microsoft.com/office/drawing/2014/main" id="{3218EAEE-8AD8-1E78-D319-C9B73C5FD25A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5" name="Текст 34">
            <a:extLst>
              <a:ext uri="{FF2B5EF4-FFF2-40B4-BE49-F238E27FC236}">
                <a16:creationId xmlns:a16="http://schemas.microsoft.com/office/drawing/2014/main" id="{4D6F080E-C226-3DA2-C070-CC4AF63CB3E7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6" name="Рисунок 35">
            <a:extLst>
              <a:ext uri="{FF2B5EF4-FFF2-40B4-BE49-F238E27FC236}">
                <a16:creationId xmlns:a16="http://schemas.microsoft.com/office/drawing/2014/main" id="{F67C3414-F40E-E772-9BBE-DBB4AFDBB897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/>
      </p:sp>
      <p:sp>
        <p:nvSpPr>
          <p:cNvPr id="37" name="Рисунок 36">
            <a:extLst>
              <a:ext uri="{FF2B5EF4-FFF2-40B4-BE49-F238E27FC236}">
                <a16:creationId xmlns:a16="http://schemas.microsoft.com/office/drawing/2014/main" id="{D0796007-D9E3-224B-749C-5D815E61BDD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38" name="Текст 37">
            <a:extLst>
              <a:ext uri="{FF2B5EF4-FFF2-40B4-BE49-F238E27FC236}">
                <a16:creationId xmlns:a16="http://schemas.microsoft.com/office/drawing/2014/main" id="{E73D2DA9-46D0-F3F1-B49D-A72AFF00DF8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9" name="Текст 38">
            <a:extLst>
              <a:ext uri="{FF2B5EF4-FFF2-40B4-BE49-F238E27FC236}">
                <a16:creationId xmlns:a16="http://schemas.microsoft.com/office/drawing/2014/main" id="{4B90DAF7-7E30-C550-8A5D-D72DAD278A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85223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86E813-8338-4839-35F9-DD13F9B86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41431DF-8446-6A87-DC77-A853819C5F0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D20C9F6-C9EB-BD06-CC22-E519064DDB6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BE0AACA-ECA6-8849-40FA-B79D9FAD0E3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EED0A8C-4102-6662-D29D-45D0EE1E1F5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14FF8A0-232C-F162-FB29-EBF87517204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2887EF98-D0D9-ED14-C01B-AA472FD7E34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293A7ED8-B0CB-608F-40FF-9C80C2C04190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A550B320-F905-CEB7-F5A3-EE39D4A1921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8C1BF93E-1BA8-A3AE-8F73-93281BD4C1C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FA8418AB-1C28-E589-7A13-2C9A560DF9F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6CA61584-4283-A16A-6A50-AA9D45356EEF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3F6BAF26-F9B7-FE62-3736-5919243E3532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711407D7-6FEF-2995-4873-26030DCCCF1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1949B6CC-A4D8-37B3-C1D7-B941A7C8578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D673B962-9434-FA12-66DE-AF45622FC912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15989DC9-E109-EEB2-1C3F-7B30B8FE06D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8DD11BF0-9C76-D707-4CE4-7361136A32B5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B8203464-D297-5DBC-5FC6-C7F9AE9455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F5EBAEDB-89A5-1AA7-486C-8E6FAFA65366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2" name="Текст 21">
            <a:extLst>
              <a:ext uri="{FF2B5EF4-FFF2-40B4-BE49-F238E27FC236}">
                <a16:creationId xmlns:a16="http://schemas.microsoft.com/office/drawing/2014/main" id="{0DC6A632-9A57-1E3C-4A34-699473F7E6B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820F02E7-7D33-E88A-C5C4-C6677DB6C314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C2C167FE-8E48-6786-8BCD-151A2CBDC1BF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06E37DB2-F301-CD41-E03E-7CD267E88FA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6" name="Текст 25">
            <a:extLst>
              <a:ext uri="{FF2B5EF4-FFF2-40B4-BE49-F238E27FC236}">
                <a16:creationId xmlns:a16="http://schemas.microsoft.com/office/drawing/2014/main" id="{88CC6B4D-C355-ED2A-1E2B-3CCC27DD084C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51ACC2E0-A89E-EE35-C12D-E80EF22A959A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E7030437-7323-A20A-B6B5-3B9F096B95C8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07A11DA-5BD0-0040-A1FD-54E701732E75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0" name="Текст 29">
            <a:extLst>
              <a:ext uri="{FF2B5EF4-FFF2-40B4-BE49-F238E27FC236}">
                <a16:creationId xmlns:a16="http://schemas.microsoft.com/office/drawing/2014/main" id="{834766D6-BEC8-6A5B-BB2B-13FFB5AB61BA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1" name="Текст 30">
            <a:extLst>
              <a:ext uri="{FF2B5EF4-FFF2-40B4-BE49-F238E27FC236}">
                <a16:creationId xmlns:a16="http://schemas.microsoft.com/office/drawing/2014/main" id="{6E1EB5BA-78C2-25C4-B9CC-4B8675388759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52201866-C4C7-B278-569A-2E5F74C04758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3" name="Текст 32">
            <a:extLst>
              <a:ext uri="{FF2B5EF4-FFF2-40B4-BE49-F238E27FC236}">
                <a16:creationId xmlns:a16="http://schemas.microsoft.com/office/drawing/2014/main" id="{63ECD96B-4139-5A97-8882-6031843003C8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4" name="Текст 33">
            <a:extLst>
              <a:ext uri="{FF2B5EF4-FFF2-40B4-BE49-F238E27FC236}">
                <a16:creationId xmlns:a16="http://schemas.microsoft.com/office/drawing/2014/main" id="{F2FE7461-8DF2-0393-E675-3E3978B9BE67}"/>
              </a:ext>
            </a:extLst>
          </p:cNvPr>
          <p:cNvSpPr>
            <a:spLocks noGrp="1"/>
          </p:cNvSpPr>
          <p:nvPr>
            <p:ph type="body" sz="quarter" idx="7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5" name="Текст 34">
            <a:extLst>
              <a:ext uri="{FF2B5EF4-FFF2-40B4-BE49-F238E27FC236}">
                <a16:creationId xmlns:a16="http://schemas.microsoft.com/office/drawing/2014/main" id="{C53A739D-1450-FC63-CE41-EB9BC223FF36}"/>
              </a:ext>
            </a:extLst>
          </p:cNvPr>
          <p:cNvSpPr>
            <a:spLocks noGrp="1"/>
          </p:cNvSpPr>
          <p:nvPr>
            <p:ph type="body" sz="quarter" idx="7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5B9B264E-4CC2-C0A3-611F-ADD248A5E632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7" name="Текст 36">
            <a:extLst>
              <a:ext uri="{FF2B5EF4-FFF2-40B4-BE49-F238E27FC236}">
                <a16:creationId xmlns:a16="http://schemas.microsoft.com/office/drawing/2014/main" id="{F40D2075-0B84-418A-2C4E-0FF3773D5796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8" name="Текст 37">
            <a:extLst>
              <a:ext uri="{FF2B5EF4-FFF2-40B4-BE49-F238E27FC236}">
                <a16:creationId xmlns:a16="http://schemas.microsoft.com/office/drawing/2014/main" id="{87370B1D-2B88-A3FB-B437-27499B72968C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9" name="Текст 38">
            <a:extLst>
              <a:ext uri="{FF2B5EF4-FFF2-40B4-BE49-F238E27FC236}">
                <a16:creationId xmlns:a16="http://schemas.microsoft.com/office/drawing/2014/main" id="{1E9905C4-B3E6-858E-4700-B8708E215E81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8DE1409E-CFD9-85CB-D779-46BBE56E5B26}"/>
              </a:ext>
            </a:extLst>
          </p:cNvPr>
          <p:cNvSpPr>
            <a:spLocks noGrp="1"/>
          </p:cNvSpPr>
          <p:nvPr>
            <p:ph type="body" sz="quarter" idx="8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1" name="Текст 40">
            <a:extLst>
              <a:ext uri="{FF2B5EF4-FFF2-40B4-BE49-F238E27FC236}">
                <a16:creationId xmlns:a16="http://schemas.microsoft.com/office/drawing/2014/main" id="{9B9705AA-AD7D-0F4B-A704-596532AE4D49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2" name="Текст 41">
            <a:extLst>
              <a:ext uri="{FF2B5EF4-FFF2-40B4-BE49-F238E27FC236}">
                <a16:creationId xmlns:a16="http://schemas.microsoft.com/office/drawing/2014/main" id="{CF8ED257-54E8-64F8-1EE4-28CA4FDC099C}"/>
              </a:ext>
            </a:extLst>
          </p:cNvPr>
          <p:cNvSpPr>
            <a:spLocks noGrp="1"/>
          </p:cNvSpPr>
          <p:nvPr>
            <p:ph type="body" sz="quarter" idx="8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3" name="Текст 42">
            <a:extLst>
              <a:ext uri="{FF2B5EF4-FFF2-40B4-BE49-F238E27FC236}">
                <a16:creationId xmlns:a16="http://schemas.microsoft.com/office/drawing/2014/main" id="{6E91446F-9148-2220-AEE6-4301B960AA88}"/>
              </a:ext>
            </a:extLst>
          </p:cNvPr>
          <p:cNvSpPr>
            <a:spLocks noGrp="1"/>
          </p:cNvSpPr>
          <p:nvPr>
            <p:ph type="body" sz="quarter" idx="8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4" name="Текст 43">
            <a:extLst>
              <a:ext uri="{FF2B5EF4-FFF2-40B4-BE49-F238E27FC236}">
                <a16:creationId xmlns:a16="http://schemas.microsoft.com/office/drawing/2014/main" id="{0CF56B87-BA3B-70C9-6812-1A22FCBA0ED4}"/>
              </a:ext>
            </a:extLst>
          </p:cNvPr>
          <p:cNvSpPr>
            <a:spLocks noGrp="1"/>
          </p:cNvSpPr>
          <p:nvPr>
            <p:ph type="body" sz="quarter" idx="8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5" name="Текст 44">
            <a:extLst>
              <a:ext uri="{FF2B5EF4-FFF2-40B4-BE49-F238E27FC236}">
                <a16:creationId xmlns:a16="http://schemas.microsoft.com/office/drawing/2014/main" id="{ED347CC6-D568-6546-423A-83B1B99A775D}"/>
              </a:ext>
            </a:extLst>
          </p:cNvPr>
          <p:cNvSpPr>
            <a:spLocks noGrp="1"/>
          </p:cNvSpPr>
          <p:nvPr>
            <p:ph type="body" sz="quarter" idx="8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6" name="Текст 45">
            <a:extLst>
              <a:ext uri="{FF2B5EF4-FFF2-40B4-BE49-F238E27FC236}">
                <a16:creationId xmlns:a16="http://schemas.microsoft.com/office/drawing/2014/main" id="{BD84B86E-2F5A-4C4B-428B-E99039209378}"/>
              </a:ext>
            </a:extLst>
          </p:cNvPr>
          <p:cNvSpPr>
            <a:spLocks noGrp="1"/>
          </p:cNvSpPr>
          <p:nvPr>
            <p:ph type="body" sz="quarter" idx="9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7" name="Текст 46">
            <a:extLst>
              <a:ext uri="{FF2B5EF4-FFF2-40B4-BE49-F238E27FC236}">
                <a16:creationId xmlns:a16="http://schemas.microsoft.com/office/drawing/2014/main" id="{4B725DCE-7ADD-E1B2-3BD0-760690CD9A98}"/>
              </a:ext>
            </a:extLst>
          </p:cNvPr>
          <p:cNvSpPr>
            <a:spLocks noGrp="1"/>
          </p:cNvSpPr>
          <p:nvPr>
            <p:ph type="body" sz="quarter" idx="9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8" name="Текст 47">
            <a:extLst>
              <a:ext uri="{FF2B5EF4-FFF2-40B4-BE49-F238E27FC236}">
                <a16:creationId xmlns:a16="http://schemas.microsoft.com/office/drawing/2014/main" id="{4026779D-EDFB-C90D-7D1F-68E9C04D4B0F}"/>
              </a:ext>
            </a:extLst>
          </p:cNvPr>
          <p:cNvSpPr>
            <a:spLocks noGrp="1"/>
          </p:cNvSpPr>
          <p:nvPr>
            <p:ph type="body" sz="quarter" idx="9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9" name="Текст 48">
            <a:extLst>
              <a:ext uri="{FF2B5EF4-FFF2-40B4-BE49-F238E27FC236}">
                <a16:creationId xmlns:a16="http://schemas.microsoft.com/office/drawing/2014/main" id="{9B734FB0-4C70-149D-1325-8B3C1B447ACC}"/>
              </a:ext>
            </a:extLst>
          </p:cNvPr>
          <p:cNvSpPr>
            <a:spLocks noGrp="1"/>
          </p:cNvSpPr>
          <p:nvPr>
            <p:ph type="body" sz="quarter" idx="9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0" name="Текст 49">
            <a:extLst>
              <a:ext uri="{FF2B5EF4-FFF2-40B4-BE49-F238E27FC236}">
                <a16:creationId xmlns:a16="http://schemas.microsoft.com/office/drawing/2014/main" id="{4D1CEC6A-E881-777A-C5DD-FF08BEAD3BBE}"/>
              </a:ext>
            </a:extLst>
          </p:cNvPr>
          <p:cNvSpPr>
            <a:spLocks noGrp="1"/>
          </p:cNvSpPr>
          <p:nvPr>
            <p:ph type="body" sz="quarter" idx="9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1" name="Текст 50">
            <a:extLst>
              <a:ext uri="{FF2B5EF4-FFF2-40B4-BE49-F238E27FC236}">
                <a16:creationId xmlns:a16="http://schemas.microsoft.com/office/drawing/2014/main" id="{4275FBFB-EB23-9E50-BA17-E8DEE449B627}"/>
              </a:ext>
            </a:extLst>
          </p:cNvPr>
          <p:cNvSpPr>
            <a:spLocks noGrp="1"/>
          </p:cNvSpPr>
          <p:nvPr>
            <p:ph type="body" sz="quarter" idx="9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2" name="Текст 51">
            <a:extLst>
              <a:ext uri="{FF2B5EF4-FFF2-40B4-BE49-F238E27FC236}">
                <a16:creationId xmlns:a16="http://schemas.microsoft.com/office/drawing/2014/main" id="{E018CDFA-7A58-0D34-2E57-E914B556FD5D}"/>
              </a:ext>
            </a:extLst>
          </p:cNvPr>
          <p:cNvSpPr>
            <a:spLocks noGrp="1"/>
          </p:cNvSpPr>
          <p:nvPr>
            <p:ph type="body" sz="quarter" idx="9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3" name="Рисунок 52">
            <a:extLst>
              <a:ext uri="{FF2B5EF4-FFF2-40B4-BE49-F238E27FC236}">
                <a16:creationId xmlns:a16="http://schemas.microsoft.com/office/drawing/2014/main" id="{DD850A4E-F914-BB6D-9BAD-F2C33B42632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54" name="Текст 53">
            <a:extLst>
              <a:ext uri="{FF2B5EF4-FFF2-40B4-BE49-F238E27FC236}">
                <a16:creationId xmlns:a16="http://schemas.microsoft.com/office/drawing/2014/main" id="{BF5A28AA-782D-D143-8B32-CA928CBF3DD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5" name="Текст 54">
            <a:extLst>
              <a:ext uri="{FF2B5EF4-FFF2-40B4-BE49-F238E27FC236}">
                <a16:creationId xmlns:a16="http://schemas.microsoft.com/office/drawing/2014/main" id="{29B3435B-59B8-F8B1-D6BA-3A9612C0F1C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9491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43EAE5-A0AF-4C72-33CB-B774E1DDF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A3CCF8-01BC-41F1-2C92-EF5283B614C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68FD46B-8649-0053-0D00-63257F507F5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E885CF8-C92B-7C7D-EF53-F534AEBE935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788BDF7-0AD4-CD21-4BF5-A51C951A773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6A1709E7-6F8E-9084-4BAA-5404D439735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DAB1CC84-6C58-C1DB-1BFC-7BAE9FDE3F1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E166C6BD-FD4E-D2CB-22B9-6D3D4642F04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0A704A18-FC65-A116-F931-8211270D24A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2180B7A1-54CD-D44E-F47D-62DF6CB5595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A15FE280-5EE6-D392-D12F-BDFCA1F043D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D8CD988B-7531-0C65-614B-0916F70F6FB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B9712E7A-3291-DBDF-CBAB-E25733AAF1A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F027D5D-6D95-46C5-3067-0B8338E87E41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C0E31733-A5AA-E9E1-8BFA-D33C6C18BB66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7993529C-35E8-997F-7175-D1C557C3BF7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8D74F520-6984-5B95-9075-EC1E609DCE77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459192EE-CE0A-8EA3-7D98-C327B9D8994F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EC880630-A730-6AF4-80DE-1FA6A85A578E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56BA4635-92E7-FA73-D396-391D6A8AB391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2" name="Текст 21">
            <a:extLst>
              <a:ext uri="{FF2B5EF4-FFF2-40B4-BE49-F238E27FC236}">
                <a16:creationId xmlns:a16="http://schemas.microsoft.com/office/drawing/2014/main" id="{9FAA2A27-B0CA-8508-9FD4-BD3699108C8B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E841401F-7DA1-F701-9782-DE3BCAEB70FC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64D8F51D-DC5B-79CA-F426-D8714309B09D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E7CD5A56-3B1D-6AE2-A0CF-AEB7C1828AA7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6" name="Текст 25">
            <a:extLst>
              <a:ext uri="{FF2B5EF4-FFF2-40B4-BE49-F238E27FC236}">
                <a16:creationId xmlns:a16="http://schemas.microsoft.com/office/drawing/2014/main" id="{688F8B0F-2817-0EB4-80E0-90DB45F14A11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B8A6B07A-171A-3B18-47A6-E4F04AA2D98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A53BC159-94A4-7BEA-EA46-9DD58000531D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9F3C8603-8564-DE4A-4164-86162A64654B}"/>
              </a:ext>
            </a:extLst>
          </p:cNvPr>
          <p:cNvSpPr>
            <a:spLocks noGrp="1"/>
          </p:cNvSpPr>
          <p:nvPr>
            <p:ph type="body" sz="quarter" idx="7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0" name="Текст 29">
            <a:extLst>
              <a:ext uri="{FF2B5EF4-FFF2-40B4-BE49-F238E27FC236}">
                <a16:creationId xmlns:a16="http://schemas.microsoft.com/office/drawing/2014/main" id="{E7D2A6B7-1DBB-1782-D4E7-3BC6FD130B86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1" name="Текст 30">
            <a:extLst>
              <a:ext uri="{FF2B5EF4-FFF2-40B4-BE49-F238E27FC236}">
                <a16:creationId xmlns:a16="http://schemas.microsoft.com/office/drawing/2014/main" id="{E6081070-4ACD-7340-A5C9-E246EBF32FF9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AEA6D627-7BB6-72E2-97B6-9C91A0712F6A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3" name="Текст 32">
            <a:extLst>
              <a:ext uri="{FF2B5EF4-FFF2-40B4-BE49-F238E27FC236}">
                <a16:creationId xmlns:a16="http://schemas.microsoft.com/office/drawing/2014/main" id="{62010576-2264-EC8A-9314-8759D89966DF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4" name="Текст 33">
            <a:extLst>
              <a:ext uri="{FF2B5EF4-FFF2-40B4-BE49-F238E27FC236}">
                <a16:creationId xmlns:a16="http://schemas.microsoft.com/office/drawing/2014/main" id="{DFD4027A-CE83-EDB8-058B-691064762F60}"/>
              </a:ext>
            </a:extLst>
          </p:cNvPr>
          <p:cNvSpPr>
            <a:spLocks noGrp="1"/>
          </p:cNvSpPr>
          <p:nvPr>
            <p:ph type="body" sz="quarter" idx="8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5" name="Текст 34">
            <a:extLst>
              <a:ext uri="{FF2B5EF4-FFF2-40B4-BE49-F238E27FC236}">
                <a16:creationId xmlns:a16="http://schemas.microsoft.com/office/drawing/2014/main" id="{EE7B6D35-7FC4-DDFD-9270-F7E4B00B987C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3953E935-113D-CFBA-8AE6-A81D885EFBCD}"/>
              </a:ext>
            </a:extLst>
          </p:cNvPr>
          <p:cNvSpPr>
            <a:spLocks noGrp="1"/>
          </p:cNvSpPr>
          <p:nvPr>
            <p:ph type="body" sz="quarter" idx="8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7" name="Текст 36">
            <a:extLst>
              <a:ext uri="{FF2B5EF4-FFF2-40B4-BE49-F238E27FC236}">
                <a16:creationId xmlns:a16="http://schemas.microsoft.com/office/drawing/2014/main" id="{BB1568B4-272B-B4DE-2924-C43DA5BE3376}"/>
              </a:ext>
            </a:extLst>
          </p:cNvPr>
          <p:cNvSpPr>
            <a:spLocks noGrp="1"/>
          </p:cNvSpPr>
          <p:nvPr>
            <p:ph type="body" sz="quarter" idx="8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8" name="Текст 37">
            <a:extLst>
              <a:ext uri="{FF2B5EF4-FFF2-40B4-BE49-F238E27FC236}">
                <a16:creationId xmlns:a16="http://schemas.microsoft.com/office/drawing/2014/main" id="{A60B61D5-5283-5F4F-1BA2-51D33BEDAFD0}"/>
              </a:ext>
            </a:extLst>
          </p:cNvPr>
          <p:cNvSpPr>
            <a:spLocks noGrp="1"/>
          </p:cNvSpPr>
          <p:nvPr>
            <p:ph type="body" sz="quarter" idx="8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9" name="Текст 38">
            <a:extLst>
              <a:ext uri="{FF2B5EF4-FFF2-40B4-BE49-F238E27FC236}">
                <a16:creationId xmlns:a16="http://schemas.microsoft.com/office/drawing/2014/main" id="{E44D1772-28C7-A983-6D11-3742B2EC29B2}"/>
              </a:ext>
            </a:extLst>
          </p:cNvPr>
          <p:cNvSpPr>
            <a:spLocks noGrp="1"/>
          </p:cNvSpPr>
          <p:nvPr>
            <p:ph type="body" sz="quarter" idx="8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34AFC151-9941-8FDC-0FDC-0809A393BCF6}"/>
              </a:ext>
            </a:extLst>
          </p:cNvPr>
          <p:cNvSpPr>
            <a:spLocks noGrp="1"/>
          </p:cNvSpPr>
          <p:nvPr>
            <p:ph type="body" sz="quarter" idx="9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1" name="Текст 40">
            <a:extLst>
              <a:ext uri="{FF2B5EF4-FFF2-40B4-BE49-F238E27FC236}">
                <a16:creationId xmlns:a16="http://schemas.microsoft.com/office/drawing/2014/main" id="{DD1CB2FE-C9DC-BB5D-6C4B-FE47217F0F5D}"/>
              </a:ext>
            </a:extLst>
          </p:cNvPr>
          <p:cNvSpPr>
            <a:spLocks noGrp="1"/>
          </p:cNvSpPr>
          <p:nvPr>
            <p:ph type="body" sz="quarter" idx="9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2" name="Текст 41">
            <a:extLst>
              <a:ext uri="{FF2B5EF4-FFF2-40B4-BE49-F238E27FC236}">
                <a16:creationId xmlns:a16="http://schemas.microsoft.com/office/drawing/2014/main" id="{571A9CC2-18A6-D315-C941-DCBDDFFEB450}"/>
              </a:ext>
            </a:extLst>
          </p:cNvPr>
          <p:cNvSpPr>
            <a:spLocks noGrp="1"/>
          </p:cNvSpPr>
          <p:nvPr>
            <p:ph type="body" sz="quarter" idx="9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3" name="Рисунок 42">
            <a:extLst>
              <a:ext uri="{FF2B5EF4-FFF2-40B4-BE49-F238E27FC236}">
                <a16:creationId xmlns:a16="http://schemas.microsoft.com/office/drawing/2014/main" id="{7637176C-D449-8456-3D1F-814FD3F6374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44" name="Текст 43">
            <a:extLst>
              <a:ext uri="{FF2B5EF4-FFF2-40B4-BE49-F238E27FC236}">
                <a16:creationId xmlns:a16="http://schemas.microsoft.com/office/drawing/2014/main" id="{F6145BF1-9673-2BB1-4BCD-AE04ECDF1F0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5" name="Текст 44">
            <a:extLst>
              <a:ext uri="{FF2B5EF4-FFF2-40B4-BE49-F238E27FC236}">
                <a16:creationId xmlns:a16="http://schemas.microsoft.com/office/drawing/2014/main" id="{EEC57420-C03A-A8B4-3B3C-5A8EA5C36FD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60659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F18832-ED9A-80B3-6E9C-85510887F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89EFCBB-DEB0-EE52-4C29-886C092006D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AC9BC8E-D409-E9E3-F63E-6F55819888B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A0C4F28-16ED-2271-861B-1648B7F675D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06E403E9-9A0A-4CF2-1DDD-C8E92019CCE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1AE47D1A-71D7-FFFA-DE81-E6477D59E879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C37BC284-2ED3-34DC-C3F8-869E5A59656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08F499B3-B9A4-3265-5C85-F24B0646CAF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5E132C93-89B6-CBE9-82E2-14E0122A9BA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09DEA992-F08B-3394-B2BE-6754386BBAD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F98D7E85-C1CB-0103-6F41-44D3C8152FE9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80EDFEDE-9263-32B9-7E92-FE5FFFF6CD41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58934291-AA19-6B7A-D9CD-8B9C957F21CF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A9EBF804-B438-EE6B-FC45-569A0643D69C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71977605-12CC-E6CB-E2B8-03CA5AEB4F37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48B8FAEE-3982-39D9-0AE8-3DD41C0DAAFE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53919D0E-C6D9-E042-0CB0-8618C7F51EB8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2A7ECD87-E302-D3A1-86E7-C0D39DF7ADF4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5108C7DD-A64C-AEBA-0A30-2F704A716839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2105BB93-4A4A-4FED-DC9A-94FEA210832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2" name="Текст 21">
            <a:extLst>
              <a:ext uri="{FF2B5EF4-FFF2-40B4-BE49-F238E27FC236}">
                <a16:creationId xmlns:a16="http://schemas.microsoft.com/office/drawing/2014/main" id="{F7A0E489-BE7C-9330-395C-1F47D91E4C5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DD771558-6FA9-84BD-A763-53ED4318249A}"/>
              </a:ext>
            </a:extLst>
          </p:cNvPr>
          <p:cNvSpPr>
            <a:spLocks noGrp="1"/>
          </p:cNvSpPr>
          <p:nvPr>
            <p:ph type="body" sz="quarter" idx="7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F20D824D-EF9E-3297-3ABD-C2CB59B46166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5E49322-A16F-EC1C-7121-B5F8E17A6BBE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6" name="Текст 25">
            <a:extLst>
              <a:ext uri="{FF2B5EF4-FFF2-40B4-BE49-F238E27FC236}">
                <a16:creationId xmlns:a16="http://schemas.microsoft.com/office/drawing/2014/main" id="{36A6020B-9C11-A051-D166-ACA46AC16F54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B5EF1BA9-2998-D78C-E806-F0B840F6E9A4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12AE84F2-6747-1681-9873-F18E84684E04}"/>
              </a:ext>
            </a:extLst>
          </p:cNvPr>
          <p:cNvSpPr>
            <a:spLocks noGrp="1"/>
          </p:cNvSpPr>
          <p:nvPr>
            <p:ph type="body" sz="quarter" idx="8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D357890B-CC76-3B63-784B-8185A851043C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0" name="Текст 29">
            <a:extLst>
              <a:ext uri="{FF2B5EF4-FFF2-40B4-BE49-F238E27FC236}">
                <a16:creationId xmlns:a16="http://schemas.microsoft.com/office/drawing/2014/main" id="{5BB7424E-5622-3D91-0B48-F375CDD980F2}"/>
              </a:ext>
            </a:extLst>
          </p:cNvPr>
          <p:cNvSpPr>
            <a:spLocks noGrp="1"/>
          </p:cNvSpPr>
          <p:nvPr>
            <p:ph type="body" sz="quarter" idx="8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1" name="Текст 30">
            <a:extLst>
              <a:ext uri="{FF2B5EF4-FFF2-40B4-BE49-F238E27FC236}">
                <a16:creationId xmlns:a16="http://schemas.microsoft.com/office/drawing/2014/main" id="{035972C9-345A-C86B-3A87-6D82FE5CB73B}"/>
              </a:ext>
            </a:extLst>
          </p:cNvPr>
          <p:cNvSpPr>
            <a:spLocks noGrp="1"/>
          </p:cNvSpPr>
          <p:nvPr>
            <p:ph type="body" sz="quarter" idx="8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9C501FCA-A999-6966-0583-868970CDFD6D}"/>
              </a:ext>
            </a:extLst>
          </p:cNvPr>
          <p:cNvSpPr>
            <a:spLocks noGrp="1"/>
          </p:cNvSpPr>
          <p:nvPr>
            <p:ph type="body" sz="quarter" idx="8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3" name="Рисунок 32">
            <a:extLst>
              <a:ext uri="{FF2B5EF4-FFF2-40B4-BE49-F238E27FC236}">
                <a16:creationId xmlns:a16="http://schemas.microsoft.com/office/drawing/2014/main" id="{00B1D732-6ECC-B889-B439-DC598F28419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34" name="Текст 33">
            <a:extLst>
              <a:ext uri="{FF2B5EF4-FFF2-40B4-BE49-F238E27FC236}">
                <a16:creationId xmlns:a16="http://schemas.microsoft.com/office/drawing/2014/main" id="{23F12C8A-D69E-989B-9FC2-43320B4D210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5" name="Текст 34">
            <a:extLst>
              <a:ext uri="{FF2B5EF4-FFF2-40B4-BE49-F238E27FC236}">
                <a16:creationId xmlns:a16="http://schemas.microsoft.com/office/drawing/2014/main" id="{AB20B47C-2EE4-3283-903C-8C725F2561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3814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2A63C93D-DE45-C273-9076-B184C66C77D9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/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CA340C4-458E-90E8-3BFD-BDB352938898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/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D7007D14-A262-6244-0D30-D2C01A4C9DC9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/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C6598422-2D11-F8D9-5792-7265FD9D5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C96A9875-46FF-7C74-FA68-A8C68A2798F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71B4B8DA-2355-706A-8A9A-722EE515833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0DEE96FE-E7C8-434E-FFC1-CD3D87B9379A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78C47AC5-F6B6-90FF-CEC5-616BF4177800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B06B2321-0028-17DE-C2DF-A68AE0FCBD4D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353DFD35-1F2C-D701-085A-61CEA55C691F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5C094398-A7BC-FE5E-DD6F-4E127FFFB08A}"/>
              </a:ext>
            </a:extLst>
          </p:cNvPr>
          <p:cNvSpPr>
            <a:spLocks noGrp="1"/>
          </p:cNvSpPr>
          <p:nvPr>
            <p:ph type="body" sz="quarter" idx="8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3B9417E5-BCF4-FB76-0B29-D6EB23290F26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518304B6-9E56-A2C0-81E0-0FCFFE1BF913}"/>
              </a:ext>
            </a:extLst>
          </p:cNvPr>
          <p:cNvSpPr>
            <a:spLocks noGrp="1"/>
          </p:cNvSpPr>
          <p:nvPr>
            <p:ph type="body" sz="quarter" idx="8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AC0DC5BA-08A6-E8CA-B068-5D5CF598BBFA}"/>
              </a:ext>
            </a:extLst>
          </p:cNvPr>
          <p:cNvSpPr>
            <a:spLocks noGrp="1"/>
          </p:cNvSpPr>
          <p:nvPr>
            <p:ph type="body" sz="quarter" idx="8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1FB040A1-E88E-A761-7ED9-0AF16DE7B26C}"/>
              </a:ext>
            </a:extLst>
          </p:cNvPr>
          <p:cNvSpPr>
            <a:spLocks noGrp="1"/>
          </p:cNvSpPr>
          <p:nvPr>
            <p:ph type="body" sz="quarter" idx="8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3C93AD4B-4EAE-8EF1-0722-D9D94D592AE5}"/>
              </a:ext>
            </a:extLst>
          </p:cNvPr>
          <p:cNvSpPr>
            <a:spLocks noGrp="1"/>
          </p:cNvSpPr>
          <p:nvPr>
            <p:ph type="body" sz="quarter" idx="8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14C07F4B-D9F3-CBC0-46A4-B6310174F43D}"/>
              </a:ext>
            </a:extLst>
          </p:cNvPr>
          <p:cNvSpPr>
            <a:spLocks noGrp="1"/>
          </p:cNvSpPr>
          <p:nvPr>
            <p:ph type="body" sz="quarter" idx="9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9070EF2D-C3A1-E82D-2DFC-3FF13F2F9FD4}"/>
              </a:ext>
            </a:extLst>
          </p:cNvPr>
          <p:cNvSpPr>
            <a:spLocks noGrp="1"/>
          </p:cNvSpPr>
          <p:nvPr>
            <p:ph type="body" sz="quarter" idx="9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9D26F1BF-9D83-1723-10CB-73364FAFABB7}"/>
              </a:ext>
            </a:extLst>
          </p:cNvPr>
          <p:cNvSpPr>
            <a:spLocks noGrp="1"/>
          </p:cNvSpPr>
          <p:nvPr>
            <p:ph type="body" sz="quarter" idx="9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1" name="Рисунок 20">
            <a:extLst>
              <a:ext uri="{FF2B5EF4-FFF2-40B4-BE49-F238E27FC236}">
                <a16:creationId xmlns:a16="http://schemas.microsoft.com/office/drawing/2014/main" id="{7B4298F4-A10D-8E2A-FA99-506BBE85F441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/>
      </p:sp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CF832BF5-8B7D-E198-BE11-4D93D3FBC88E}"/>
              </a:ext>
            </a:extLst>
          </p:cNvPr>
          <p:cNvSpPr>
            <a:spLocks noGrp="1"/>
          </p:cNvSpPr>
          <p:nvPr>
            <p:ph type="pic" sz="quarter" idx="93"/>
          </p:nvPr>
        </p:nvSpPr>
        <p:spPr/>
      </p:sp>
      <p:sp>
        <p:nvSpPr>
          <p:cNvPr id="23" name="Рисунок 22">
            <a:extLst>
              <a:ext uri="{FF2B5EF4-FFF2-40B4-BE49-F238E27FC236}">
                <a16:creationId xmlns:a16="http://schemas.microsoft.com/office/drawing/2014/main" id="{8A163ADA-7362-F6D5-5A5C-918832D42599}"/>
              </a:ext>
            </a:extLst>
          </p:cNvPr>
          <p:cNvSpPr>
            <a:spLocks noGrp="1"/>
          </p:cNvSpPr>
          <p:nvPr>
            <p:ph type="pic" sz="quarter" idx="94"/>
          </p:nvPr>
        </p:nvSpPr>
        <p:spPr/>
      </p: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8C973D4F-C0FE-A8B4-79E8-AE7C5ECEFDC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74641F24-6770-B380-8165-037B82B4CF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6" name="Текст 25">
            <a:extLst>
              <a:ext uri="{FF2B5EF4-FFF2-40B4-BE49-F238E27FC236}">
                <a16:creationId xmlns:a16="http://schemas.microsoft.com/office/drawing/2014/main" id="{759AE162-6435-22F3-2D9F-1AFD3818E33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13146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15E2329A-8D86-C738-3631-4B7DEB3D4745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/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3EAFB5C-8D3D-2842-48BA-C99DF2C63A41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/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0FE290C3-E406-AC65-787F-9FA81C77A9B3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/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8854A829-EE76-09E0-CEAF-AA822FCC5616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/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84B863D3-DBE8-75D3-6E42-A2BAB2817E22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/>
      </p:sp>
      <p:sp>
        <p:nvSpPr>
          <p:cNvPr id="7" name="Рисунок 6">
            <a:extLst>
              <a:ext uri="{FF2B5EF4-FFF2-40B4-BE49-F238E27FC236}">
                <a16:creationId xmlns:a16="http://schemas.microsoft.com/office/drawing/2014/main" id="{68E23160-95E7-194B-ED20-93507C95046D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/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A86BA9A7-BC5D-4406-FF6E-B7C22EEE793B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/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6DD1C358-33E1-F7FD-B9FC-35111A928B8D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/>
      </p:sp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802DB111-45CF-73DA-9FB8-B032855DA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5C7D5E57-8796-548B-9C82-A7AB5377342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8463BF1D-81E1-200B-ABB3-758B08E57F4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E85C83A5-8DDD-B154-63FE-8217D5FAAAA3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0B264667-0842-7F39-0F17-B087A5E1A6C6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82DA102-B5E1-BEC8-EEA0-25164143700A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B87241B8-ECB4-E13A-5F30-01485FA4AF46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D7868BF4-0BE0-FEFB-62D2-D8B70F9BC749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B7F8E946-DA97-4501-F664-70C3FD74BE60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0F2F5541-FCEA-CE2F-AD67-FBA8AF431EEB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1D39777-FF86-97F5-F778-05EF83D09197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82924A84-ECD0-9B8A-495A-38F045C29A78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2" name="Текст 21">
            <a:extLst>
              <a:ext uri="{FF2B5EF4-FFF2-40B4-BE49-F238E27FC236}">
                <a16:creationId xmlns:a16="http://schemas.microsoft.com/office/drawing/2014/main" id="{43D4D981-558C-6710-C61A-73C7BFF72FE6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1A1D57A8-3CFB-FC76-1B63-C4A380B8A50C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C6FE127A-4BAE-4474-3DA5-515D981C0B46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5" name="Рисунок 24">
            <a:extLst>
              <a:ext uri="{FF2B5EF4-FFF2-40B4-BE49-F238E27FC236}">
                <a16:creationId xmlns:a16="http://schemas.microsoft.com/office/drawing/2014/main" id="{FB9AA547-969E-64EC-FABD-CA76AA4BA8F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26" name="Текст 25">
            <a:extLst>
              <a:ext uri="{FF2B5EF4-FFF2-40B4-BE49-F238E27FC236}">
                <a16:creationId xmlns:a16="http://schemas.microsoft.com/office/drawing/2014/main" id="{F72A10A9-D418-98C3-2EBB-F0EC11F1DC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DFA2C0E8-7769-6D7E-868E-61D7EE6BA7F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74902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0760BF59-FEBD-CEF9-DBF1-5D786329625D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/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255BB50-30D5-98DC-68ED-D7081D18AE62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/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5BC9A3F3-6286-CCA7-8251-E4B5B322E285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/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4E5C1706-77E1-BCCA-0447-10075C97B373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/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5C77EBE1-E5A5-561E-70C2-F7741920C1FE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/>
      </p:sp>
      <p:sp>
        <p:nvSpPr>
          <p:cNvPr id="7" name="Рисунок 6">
            <a:extLst>
              <a:ext uri="{FF2B5EF4-FFF2-40B4-BE49-F238E27FC236}">
                <a16:creationId xmlns:a16="http://schemas.microsoft.com/office/drawing/2014/main" id="{F5F3AFEE-AB3F-C7EA-BD1F-65AA4B89944E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/>
      </p:sp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A2C93D83-20B6-CC4B-1E71-4CBFA3AA7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18202AEE-1CA4-CCAF-8524-B32E53FD816E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DB3B0788-5413-F0F1-E048-34E96991FB1D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DE599575-4107-8C86-F7A4-7D609202ABA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51950800-6334-5F94-8EA3-D9C8D204A30E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4BA18749-1C95-BEEE-54FD-3E89E392FE7D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769AEA96-A821-4E21-C3BE-DC91F0FA2E1E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6225A28D-77F8-6F28-7763-9B7AED43C927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3DE138A0-E154-3137-CB07-269CF61ADF38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B91B1064-B9B1-DBDF-FEAB-1863874F2DA4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B90A399D-7D46-1683-649B-1FC6F5FC573D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BC19E14A-8837-32D2-31C1-EF0D4B29E278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CB7B0C12-53AF-FAFB-9A15-5531B0C1E9B7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1" name="Рисунок 20">
            <a:extLst>
              <a:ext uri="{FF2B5EF4-FFF2-40B4-BE49-F238E27FC236}">
                <a16:creationId xmlns:a16="http://schemas.microsoft.com/office/drawing/2014/main" id="{118FD4A1-1716-CC65-F636-B7BEC6ED559C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/>
      </p:sp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5FF714A8-A1D4-E8E6-A787-D2307A905C1E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/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7E8E65A9-F187-6606-578E-B92ECA0E833E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369598CD-6E46-966E-E907-0D158269DA2B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291B771E-318B-F986-B7F1-382809AC7E2A}"/>
              </a:ext>
            </a:extLst>
          </p:cNvPr>
          <p:cNvSpPr>
            <a:spLocks noGrp="1"/>
          </p:cNvSpPr>
          <p:nvPr>
            <p:ph type="body" sz="quarter" idx="7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6" name="Текст 25">
            <a:extLst>
              <a:ext uri="{FF2B5EF4-FFF2-40B4-BE49-F238E27FC236}">
                <a16:creationId xmlns:a16="http://schemas.microsoft.com/office/drawing/2014/main" id="{6B9F22CB-3CFC-10F1-3BD0-7FE5A36C39F4}"/>
              </a:ext>
            </a:extLst>
          </p:cNvPr>
          <p:cNvSpPr>
            <a:spLocks noGrp="1"/>
          </p:cNvSpPr>
          <p:nvPr>
            <p:ph type="body" sz="quarter" idx="7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7" name="Рисунок 26">
            <a:extLst>
              <a:ext uri="{FF2B5EF4-FFF2-40B4-BE49-F238E27FC236}">
                <a16:creationId xmlns:a16="http://schemas.microsoft.com/office/drawing/2014/main" id="{E8F56EF5-BED9-EDC6-68E5-9DEA1070CC7D}"/>
              </a:ext>
            </a:extLst>
          </p:cNvPr>
          <p:cNvSpPr>
            <a:spLocks noGrp="1"/>
          </p:cNvSpPr>
          <p:nvPr>
            <p:ph type="pic" sz="quarter" idx="78"/>
          </p:nvPr>
        </p:nvSpPr>
        <p:spPr/>
      </p:sp>
      <p:sp>
        <p:nvSpPr>
          <p:cNvPr id="28" name="Рисунок 27">
            <a:extLst>
              <a:ext uri="{FF2B5EF4-FFF2-40B4-BE49-F238E27FC236}">
                <a16:creationId xmlns:a16="http://schemas.microsoft.com/office/drawing/2014/main" id="{43892149-C7D3-AB50-78AF-C1C5A7E33064}"/>
              </a:ext>
            </a:extLst>
          </p:cNvPr>
          <p:cNvSpPr>
            <a:spLocks noGrp="1"/>
          </p:cNvSpPr>
          <p:nvPr>
            <p:ph type="pic" sz="quarter" idx="79"/>
          </p:nvPr>
        </p:nvSpPr>
        <p:spPr/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5D5BB0ED-20BA-1C39-7E7B-5A0F79DE826A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0" name="Текст 29">
            <a:extLst>
              <a:ext uri="{FF2B5EF4-FFF2-40B4-BE49-F238E27FC236}">
                <a16:creationId xmlns:a16="http://schemas.microsoft.com/office/drawing/2014/main" id="{A60FCB60-2B6F-6F8B-B4EC-A3A7E348B174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1" name="Текст 30">
            <a:extLst>
              <a:ext uri="{FF2B5EF4-FFF2-40B4-BE49-F238E27FC236}">
                <a16:creationId xmlns:a16="http://schemas.microsoft.com/office/drawing/2014/main" id="{03976E56-2C20-4D99-9947-BF76BA6D6B7B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E6707B57-A8CE-81FD-5A13-5F7A38BD2B7C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3" name="Рисунок 32">
            <a:extLst>
              <a:ext uri="{FF2B5EF4-FFF2-40B4-BE49-F238E27FC236}">
                <a16:creationId xmlns:a16="http://schemas.microsoft.com/office/drawing/2014/main" id="{D7E32057-C59E-9604-D319-D91BD9F5791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34" name="Текст 33">
            <a:extLst>
              <a:ext uri="{FF2B5EF4-FFF2-40B4-BE49-F238E27FC236}">
                <a16:creationId xmlns:a16="http://schemas.microsoft.com/office/drawing/2014/main" id="{9E22FC3C-E8AA-F532-CEC1-93C8479E0A6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5" name="Текст 34">
            <a:extLst>
              <a:ext uri="{FF2B5EF4-FFF2-40B4-BE49-F238E27FC236}">
                <a16:creationId xmlns:a16="http://schemas.microsoft.com/office/drawing/2014/main" id="{B7F34DD5-92C8-356E-FF01-E254B3469EC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66269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B17CCC0F-AABA-3FE9-0F4C-95D17DE4D672}"/>
              </a:ext>
            </a:extLst>
          </p:cNvPr>
          <p:cNvSpPr>
            <a:spLocks noGrp="1"/>
          </p:cNvSpPr>
          <p:nvPr>
            <p:ph type="pic" sz="quarter" idx="78"/>
          </p:nvPr>
        </p:nvSpPr>
        <p:spPr/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8695DE15-E9DA-9881-BA91-13E163A63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52FD873-D931-57DE-01CF-E0815C465D00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C31E24E-49F3-AE77-F5C2-8EF374E1B3A5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7A866667-A256-DA17-1747-EE486178716F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6E3794A-64F0-7C4C-DACB-63517E02B32F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FB350405-1C71-E197-2453-4931D5F6D919}"/>
              </a:ext>
            </a:extLst>
          </p:cNvPr>
          <p:cNvSpPr>
            <a:spLocks noGrp="1"/>
          </p:cNvSpPr>
          <p:nvPr>
            <p:ph type="pic" sz="quarter" idx="84"/>
          </p:nvPr>
        </p:nvSpPr>
        <p:spPr/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58146A2C-ECA0-CCC8-E055-80C6B085F4A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D54EF3E2-2568-51B1-A53E-38A63A7E852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92B8A1E5-762F-778F-4063-EF65722AAA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1AA3DA8A-FD2E-9FAC-FF90-DDC9690043B8}"/>
              </a:ext>
            </a:extLst>
          </p:cNvPr>
          <p:cNvSpPr>
            <a:spLocks noGrp="1"/>
          </p:cNvSpPr>
          <p:nvPr>
            <p:ph type="pic" sz="quarter" idx="85"/>
          </p:nvPr>
        </p:nvSpPr>
        <p:spPr/>
      </p:sp>
    </p:spTree>
    <p:extLst>
      <p:ext uri="{BB962C8B-B14F-4D97-AF65-F5344CB8AC3E}">
        <p14:creationId xmlns:p14="http://schemas.microsoft.com/office/powerpoint/2010/main" val="38736841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F2EEF8-8AE3-69A6-C02C-6F40204C0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DCFEC91-8957-99FC-935B-60D76BDBBFBB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506EB53-BD97-58D4-D499-AD5350A87FB0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DF0E3EAA-B51A-4A04-0BFD-6B1CB580B98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1D522A88-F451-C2BF-140A-51C3A47A3E5D}"/>
              </a:ext>
            </a:extLst>
          </p:cNvPr>
          <p:cNvSpPr>
            <a:spLocks noGrp="1"/>
          </p:cNvSpPr>
          <p:nvPr>
            <p:ph type="pic" sz="quarter" idx="83"/>
          </p:nvPr>
        </p:nvSpPr>
        <p:spPr/>
      </p:sp>
      <p:sp>
        <p:nvSpPr>
          <p:cNvPr id="7" name="Рисунок 6">
            <a:extLst>
              <a:ext uri="{FF2B5EF4-FFF2-40B4-BE49-F238E27FC236}">
                <a16:creationId xmlns:a16="http://schemas.microsoft.com/office/drawing/2014/main" id="{63A8918A-46CD-7377-C6E3-4935F8FFEE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2527E63-94E3-4B28-E2C6-081EE94378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5A2E813E-86BF-51A1-835C-78E3B62E97C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92052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DBB31F-36D6-7A4B-E253-5522108CB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90F8F93-D3EE-06A8-2D28-D41648C57A02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2C23FB9-9C28-D926-A143-2EBDC370C204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E55D9F2-42E3-A452-E8B9-6436ECEE0C0D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336B052-B9F5-DF9C-B868-BEC83F27D8AF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Рисунок SmartArt 6">
            <a:extLst>
              <a:ext uri="{FF2B5EF4-FFF2-40B4-BE49-F238E27FC236}">
                <a16:creationId xmlns:a16="http://schemas.microsoft.com/office/drawing/2014/main" id="{EE743040-E2B2-3FF3-2245-C2B46AB57EF3}"/>
              </a:ext>
            </a:extLst>
          </p:cNvPr>
          <p:cNvSpPr>
            <a:spLocks noGrp="1"/>
          </p:cNvSpPr>
          <p:nvPr>
            <p:ph type="dgm" sz="quarter" idx="82"/>
          </p:nvPr>
        </p:nvSpPr>
        <p:spPr/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3E75531F-205F-9EA2-407B-AF9D0BFC5423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/>
      </p:sp>
      <p:sp>
        <p:nvSpPr>
          <p:cNvPr id="9" name="Рисунок SmartArt 8">
            <a:extLst>
              <a:ext uri="{FF2B5EF4-FFF2-40B4-BE49-F238E27FC236}">
                <a16:creationId xmlns:a16="http://schemas.microsoft.com/office/drawing/2014/main" id="{372D18D3-419C-AB59-B499-F2A509A51EEB}"/>
              </a:ext>
            </a:extLst>
          </p:cNvPr>
          <p:cNvSpPr>
            <a:spLocks noGrp="1"/>
          </p:cNvSpPr>
          <p:nvPr>
            <p:ph type="dgm" sz="quarter" idx="74"/>
          </p:nvPr>
        </p:nvSpPr>
        <p:spPr/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F8C3C244-049F-061D-C248-CFBF10E35F9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Рисунок SmartArt 10">
            <a:extLst>
              <a:ext uri="{FF2B5EF4-FFF2-40B4-BE49-F238E27FC236}">
                <a16:creationId xmlns:a16="http://schemas.microsoft.com/office/drawing/2014/main" id="{4EE0074F-B8DE-D5B3-AA7A-82A5825B6DC3}"/>
              </a:ext>
            </a:extLst>
          </p:cNvPr>
          <p:cNvSpPr>
            <a:spLocks noGrp="1"/>
          </p:cNvSpPr>
          <p:nvPr>
            <p:ph type="dgm" sz="quarter" idx="83"/>
          </p:nvPr>
        </p:nvSpPr>
        <p:spPr/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AA230C80-A3D4-E6D8-1EA6-C24EB319124E}"/>
              </a:ext>
            </a:extLst>
          </p:cNvPr>
          <p:cNvSpPr>
            <a:spLocks noGrp="1"/>
          </p:cNvSpPr>
          <p:nvPr>
            <p:ph type="pic" sz="quarter" idx="84"/>
          </p:nvPr>
        </p:nvSpPr>
        <p:spPr/>
      </p:sp>
      <p:sp>
        <p:nvSpPr>
          <p:cNvPr id="13" name="Рисунок SmartArt 12">
            <a:extLst>
              <a:ext uri="{FF2B5EF4-FFF2-40B4-BE49-F238E27FC236}">
                <a16:creationId xmlns:a16="http://schemas.microsoft.com/office/drawing/2014/main" id="{B471EFC0-1E06-2AA9-A9D1-3F5D9413A952}"/>
              </a:ext>
            </a:extLst>
          </p:cNvPr>
          <p:cNvSpPr>
            <a:spLocks noGrp="1"/>
          </p:cNvSpPr>
          <p:nvPr>
            <p:ph type="dgm" sz="quarter" idx="85"/>
          </p:nvPr>
        </p:nvSpPr>
        <p:spPr/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0778D3B1-4C79-7BD8-A76F-CD4CD5E064BD}"/>
              </a:ext>
            </a:extLst>
          </p:cNvPr>
          <p:cNvSpPr>
            <a:spLocks noGrp="1"/>
          </p:cNvSpPr>
          <p:nvPr>
            <p:ph type="body" sz="quarter" idx="8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Рисунок SmartArt 14">
            <a:extLst>
              <a:ext uri="{FF2B5EF4-FFF2-40B4-BE49-F238E27FC236}">
                <a16:creationId xmlns:a16="http://schemas.microsoft.com/office/drawing/2014/main" id="{99575604-C451-5E30-643C-D3A43E8A1570}"/>
              </a:ext>
            </a:extLst>
          </p:cNvPr>
          <p:cNvSpPr>
            <a:spLocks noGrp="1"/>
          </p:cNvSpPr>
          <p:nvPr>
            <p:ph type="dgm" sz="quarter" idx="87"/>
          </p:nvPr>
        </p:nvSpPr>
        <p:spPr/>
      </p:sp>
      <p:sp>
        <p:nvSpPr>
          <p:cNvPr id="16" name="Рисунок 15">
            <a:extLst>
              <a:ext uri="{FF2B5EF4-FFF2-40B4-BE49-F238E27FC236}">
                <a16:creationId xmlns:a16="http://schemas.microsoft.com/office/drawing/2014/main" id="{467F828E-D88D-1B66-0506-95B4D07610C1}"/>
              </a:ext>
            </a:extLst>
          </p:cNvPr>
          <p:cNvSpPr>
            <a:spLocks noGrp="1"/>
          </p:cNvSpPr>
          <p:nvPr>
            <p:ph type="pic" sz="quarter" idx="88"/>
          </p:nvPr>
        </p:nvSpPr>
        <p:spPr/>
      </p:sp>
      <p:sp>
        <p:nvSpPr>
          <p:cNvPr id="17" name="Рисунок SmartArt 16">
            <a:extLst>
              <a:ext uri="{FF2B5EF4-FFF2-40B4-BE49-F238E27FC236}">
                <a16:creationId xmlns:a16="http://schemas.microsoft.com/office/drawing/2014/main" id="{DA05EA0A-A4E0-D0C4-88D3-EE2068B51AD0}"/>
              </a:ext>
            </a:extLst>
          </p:cNvPr>
          <p:cNvSpPr>
            <a:spLocks noGrp="1"/>
          </p:cNvSpPr>
          <p:nvPr>
            <p:ph type="dgm" sz="quarter" idx="89"/>
          </p:nvPr>
        </p:nvSpPr>
        <p:spPr/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D35105F3-59B6-21FD-1D1A-FDFCA9731DEA}"/>
              </a:ext>
            </a:extLst>
          </p:cNvPr>
          <p:cNvSpPr>
            <a:spLocks noGrp="1"/>
          </p:cNvSpPr>
          <p:nvPr>
            <p:ph type="body" sz="quarter" idx="9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Рисунок SmartArt 18">
            <a:extLst>
              <a:ext uri="{FF2B5EF4-FFF2-40B4-BE49-F238E27FC236}">
                <a16:creationId xmlns:a16="http://schemas.microsoft.com/office/drawing/2014/main" id="{89D43DB8-5929-DEEC-6F27-0E25CCF77DD5}"/>
              </a:ext>
            </a:extLst>
          </p:cNvPr>
          <p:cNvSpPr>
            <a:spLocks noGrp="1"/>
          </p:cNvSpPr>
          <p:nvPr>
            <p:ph type="dgm" sz="quarter" idx="91"/>
          </p:nvPr>
        </p:nvSpPr>
        <p:spPr/>
      </p:sp>
      <p:sp>
        <p:nvSpPr>
          <p:cNvPr id="20" name="Рисунок 19">
            <a:extLst>
              <a:ext uri="{FF2B5EF4-FFF2-40B4-BE49-F238E27FC236}">
                <a16:creationId xmlns:a16="http://schemas.microsoft.com/office/drawing/2014/main" id="{E3AFF413-6DC5-DD76-179D-C325C0A9849E}"/>
              </a:ext>
            </a:extLst>
          </p:cNvPr>
          <p:cNvSpPr>
            <a:spLocks noGrp="1"/>
          </p:cNvSpPr>
          <p:nvPr>
            <p:ph type="pic" sz="quarter" idx="92"/>
          </p:nvPr>
        </p:nvSpPr>
        <p:spPr/>
      </p:sp>
      <p:sp>
        <p:nvSpPr>
          <p:cNvPr id="21" name="Рисунок SmartArt 20">
            <a:extLst>
              <a:ext uri="{FF2B5EF4-FFF2-40B4-BE49-F238E27FC236}">
                <a16:creationId xmlns:a16="http://schemas.microsoft.com/office/drawing/2014/main" id="{C9637AD8-BADC-714F-0892-9C5AC4E47500}"/>
              </a:ext>
            </a:extLst>
          </p:cNvPr>
          <p:cNvSpPr>
            <a:spLocks noGrp="1"/>
          </p:cNvSpPr>
          <p:nvPr>
            <p:ph type="dgm" sz="quarter" idx="93"/>
          </p:nvPr>
        </p:nvSpPr>
        <p:spPr/>
      </p:sp>
      <p:sp>
        <p:nvSpPr>
          <p:cNvPr id="22" name="Текст 21">
            <a:extLst>
              <a:ext uri="{FF2B5EF4-FFF2-40B4-BE49-F238E27FC236}">
                <a16:creationId xmlns:a16="http://schemas.microsoft.com/office/drawing/2014/main" id="{5EAA15C0-36BF-77E0-925F-17AB8F0174CC}"/>
              </a:ext>
            </a:extLst>
          </p:cNvPr>
          <p:cNvSpPr>
            <a:spLocks noGrp="1"/>
          </p:cNvSpPr>
          <p:nvPr>
            <p:ph type="body" sz="quarter" idx="9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3" name="Рисунок 22">
            <a:extLst>
              <a:ext uri="{FF2B5EF4-FFF2-40B4-BE49-F238E27FC236}">
                <a16:creationId xmlns:a16="http://schemas.microsoft.com/office/drawing/2014/main" id="{D151354D-2B1E-B87A-43B3-E5067AC5E2D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A236E92E-05A6-4792-21B4-9709C3943D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08140747-B0B7-E6B7-6C82-33800875935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6" name="Рисунок 25">
            <a:extLst>
              <a:ext uri="{FF2B5EF4-FFF2-40B4-BE49-F238E27FC236}">
                <a16:creationId xmlns:a16="http://schemas.microsoft.com/office/drawing/2014/main" id="{6FAC8F28-C7E2-826E-BA49-FD6325C96EAF}"/>
              </a:ext>
            </a:extLst>
          </p:cNvPr>
          <p:cNvSpPr>
            <a:spLocks noGrp="1"/>
          </p:cNvSpPr>
          <p:nvPr>
            <p:ph type="pic" sz="quarter" idx="95"/>
          </p:nvPr>
        </p:nvSpPr>
        <p:spPr/>
      </p:sp>
      <p:sp>
        <p:nvSpPr>
          <p:cNvPr id="27" name="Рисунок 26">
            <a:extLst>
              <a:ext uri="{FF2B5EF4-FFF2-40B4-BE49-F238E27FC236}">
                <a16:creationId xmlns:a16="http://schemas.microsoft.com/office/drawing/2014/main" id="{52A5E4AA-559E-72B5-AED5-207A6A9BB6AB}"/>
              </a:ext>
            </a:extLst>
          </p:cNvPr>
          <p:cNvSpPr>
            <a:spLocks noGrp="1"/>
          </p:cNvSpPr>
          <p:nvPr>
            <p:ph type="pic" sz="quarter" idx="96"/>
          </p:nvPr>
        </p:nvSpPr>
        <p:spPr/>
      </p:sp>
      <p:sp>
        <p:nvSpPr>
          <p:cNvPr id="28" name="Рисунок 27">
            <a:extLst>
              <a:ext uri="{FF2B5EF4-FFF2-40B4-BE49-F238E27FC236}">
                <a16:creationId xmlns:a16="http://schemas.microsoft.com/office/drawing/2014/main" id="{9BBBE04A-D8B6-08A3-DE02-32778A1AD2BA}"/>
              </a:ext>
            </a:extLst>
          </p:cNvPr>
          <p:cNvSpPr>
            <a:spLocks noGrp="1"/>
          </p:cNvSpPr>
          <p:nvPr>
            <p:ph type="pic" sz="quarter" idx="97"/>
          </p:nvPr>
        </p:nvSpPr>
        <p:spPr/>
      </p:sp>
    </p:spTree>
    <p:extLst>
      <p:ext uri="{BB962C8B-B14F-4D97-AF65-F5344CB8AC3E}">
        <p14:creationId xmlns:p14="http://schemas.microsoft.com/office/powerpoint/2010/main" val="27520946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D2B87C3C-9413-0205-FCF3-8EC8F4239908}"/>
              </a:ext>
            </a:extLst>
          </p:cNvPr>
          <p:cNvSpPr>
            <a:spLocks noGrp="1"/>
          </p:cNvSpPr>
          <p:nvPr>
            <p:ph type="pic" sz="quarter" idx="92"/>
          </p:nvPr>
        </p:nvSpPr>
        <p:spPr/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168491A-CC0C-C26A-3ADA-DD70197BE162}"/>
              </a:ext>
            </a:extLst>
          </p:cNvPr>
          <p:cNvSpPr>
            <a:spLocks noGrp="1"/>
          </p:cNvSpPr>
          <p:nvPr>
            <p:ph type="body" sz="quarter" idx="9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FD3B5DE5-8FFC-2407-3D13-7E949FF9CFAC}"/>
              </a:ext>
            </a:extLst>
          </p:cNvPr>
          <p:cNvSpPr>
            <a:spLocks noGrp="1"/>
          </p:cNvSpPr>
          <p:nvPr>
            <p:ph type="pic" sz="quarter" idx="94"/>
          </p:nvPr>
        </p:nvSpPr>
        <p:spPr/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6E86175-20C7-610C-227F-6ED4141C147E}"/>
              </a:ext>
            </a:extLst>
          </p:cNvPr>
          <p:cNvSpPr>
            <a:spLocks noGrp="1"/>
          </p:cNvSpPr>
          <p:nvPr>
            <p:ph type="body" sz="quarter" idx="9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876A9D70-D48E-DF2A-ED1B-EB45B57B6F02}"/>
              </a:ext>
            </a:extLst>
          </p:cNvPr>
          <p:cNvSpPr>
            <a:spLocks noGrp="1"/>
          </p:cNvSpPr>
          <p:nvPr>
            <p:ph type="pic" sz="quarter" idx="88"/>
          </p:nvPr>
        </p:nvSpPr>
        <p:spPr/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C4EA634B-BFF6-43B7-EA22-5BC77D6D2721}"/>
              </a:ext>
            </a:extLst>
          </p:cNvPr>
          <p:cNvSpPr>
            <a:spLocks noGrp="1"/>
          </p:cNvSpPr>
          <p:nvPr>
            <p:ph type="body" sz="quarter" idx="8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CBD11953-5F02-FD5C-4663-9E45405F6DEA}"/>
              </a:ext>
            </a:extLst>
          </p:cNvPr>
          <p:cNvSpPr>
            <a:spLocks noGrp="1"/>
          </p:cNvSpPr>
          <p:nvPr>
            <p:ph type="pic" sz="quarter" idx="90"/>
          </p:nvPr>
        </p:nvSpPr>
        <p:spPr/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1A62AE25-B638-06C3-DF3E-C8E0FA6C3815}"/>
              </a:ext>
            </a:extLst>
          </p:cNvPr>
          <p:cNvSpPr>
            <a:spLocks noGrp="1"/>
          </p:cNvSpPr>
          <p:nvPr>
            <p:ph type="body" sz="quarter" idx="9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85D3FF39-2CC8-53FC-1203-05E886699BE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/>
      </p:sp>
      <p:sp>
        <p:nvSpPr>
          <p:cNvPr id="11" name="Рисунок SmartArt 10">
            <a:extLst>
              <a:ext uri="{FF2B5EF4-FFF2-40B4-BE49-F238E27FC236}">
                <a16:creationId xmlns:a16="http://schemas.microsoft.com/office/drawing/2014/main" id="{5BDDEC6F-49ED-6D53-190B-6E93D9F5DDE0}"/>
              </a:ext>
            </a:extLst>
          </p:cNvPr>
          <p:cNvSpPr>
            <a:spLocks noGrp="1"/>
          </p:cNvSpPr>
          <p:nvPr>
            <p:ph type="dgm" sz="quarter" idx="87"/>
          </p:nvPr>
        </p:nvSpPr>
        <p:spPr/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5C8B2E13-782D-7D28-8E63-9B2927C661C1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/>
      </p:sp>
      <p:sp>
        <p:nvSpPr>
          <p:cNvPr id="13" name="Рисунок SmartArt 12">
            <a:extLst>
              <a:ext uri="{FF2B5EF4-FFF2-40B4-BE49-F238E27FC236}">
                <a16:creationId xmlns:a16="http://schemas.microsoft.com/office/drawing/2014/main" id="{E60B04FE-C626-9748-0891-3610CD848F73}"/>
              </a:ext>
            </a:extLst>
          </p:cNvPr>
          <p:cNvSpPr>
            <a:spLocks noGrp="1"/>
          </p:cNvSpPr>
          <p:nvPr>
            <p:ph type="dgm" sz="quarter" idx="74"/>
          </p:nvPr>
        </p:nvSpPr>
        <p:spPr/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CA10CB28-39DC-D661-48BB-DF0438728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3A6C8DBB-B4BE-6DA4-6842-8CC1AACAC6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516E72A8-7C48-5BC1-7D1D-F8E36A04C0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D31996A8-BE10-05CA-BC93-24E1F9FCE468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AA7B9665-E6A0-A18B-C447-73C567245704}"/>
              </a:ext>
            </a:extLst>
          </p:cNvPr>
          <p:cNvSpPr>
            <a:spLocks noGrp="1"/>
          </p:cNvSpPr>
          <p:nvPr>
            <p:ph type="body" sz="quarter" idx="7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CAC2915E-7643-EEE4-0CA7-26118EEF50A6}"/>
              </a:ext>
            </a:extLst>
          </p:cNvPr>
          <p:cNvSpPr>
            <a:spLocks noGrp="1"/>
          </p:cNvSpPr>
          <p:nvPr>
            <p:ph type="body" sz="quarter" idx="7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9B0FEC0D-E47F-9455-166A-E4955550F549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08D6359B-229E-FE31-5841-B290AFCFB934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2" name="Текст 21">
            <a:extLst>
              <a:ext uri="{FF2B5EF4-FFF2-40B4-BE49-F238E27FC236}">
                <a16:creationId xmlns:a16="http://schemas.microsoft.com/office/drawing/2014/main" id="{64513B56-72E5-8B50-C4C0-F51B2A1C4661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B7866981-9B2A-8ACE-647F-5654D9D64C2F}"/>
              </a:ext>
            </a:extLst>
          </p:cNvPr>
          <p:cNvSpPr>
            <a:spLocks noGrp="1"/>
          </p:cNvSpPr>
          <p:nvPr>
            <p:ph type="body" sz="quarter" idx="8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824D5C52-6CE4-C411-C69C-D4DF90995247}"/>
              </a:ext>
            </a:extLst>
          </p:cNvPr>
          <p:cNvSpPr>
            <a:spLocks noGrp="1"/>
          </p:cNvSpPr>
          <p:nvPr>
            <p:ph type="body" sz="quarter" idx="8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539563D5-9BD2-D67F-8682-48AB804F12D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6" name="Рисунок 25">
            <a:extLst>
              <a:ext uri="{FF2B5EF4-FFF2-40B4-BE49-F238E27FC236}">
                <a16:creationId xmlns:a16="http://schemas.microsoft.com/office/drawing/2014/main" id="{5075EF61-4695-B6BD-A3E9-B43C46C91BB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0B7AC5C4-2F19-0D4B-C102-04B80AFC918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A0E9F726-FFFE-AD60-0458-C5BC9A72792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9" name="Рисунок 28">
            <a:extLst>
              <a:ext uri="{FF2B5EF4-FFF2-40B4-BE49-F238E27FC236}">
                <a16:creationId xmlns:a16="http://schemas.microsoft.com/office/drawing/2014/main" id="{DFE0EF87-3533-7AC0-4C2B-CF1BD0A233F3}"/>
              </a:ext>
            </a:extLst>
          </p:cNvPr>
          <p:cNvSpPr>
            <a:spLocks noGrp="1"/>
          </p:cNvSpPr>
          <p:nvPr>
            <p:ph type="pic" sz="quarter" idx="96"/>
          </p:nvPr>
        </p:nvSpPr>
        <p:spPr/>
      </p:sp>
      <p:sp>
        <p:nvSpPr>
          <p:cNvPr id="30" name="Рисунок 29">
            <a:extLst>
              <a:ext uri="{FF2B5EF4-FFF2-40B4-BE49-F238E27FC236}">
                <a16:creationId xmlns:a16="http://schemas.microsoft.com/office/drawing/2014/main" id="{ED8A1505-66D9-2D1A-6D50-689E27F4329F}"/>
              </a:ext>
            </a:extLst>
          </p:cNvPr>
          <p:cNvSpPr>
            <a:spLocks noGrp="1"/>
          </p:cNvSpPr>
          <p:nvPr>
            <p:ph type="pic" sz="quarter" idx="97"/>
          </p:nvPr>
        </p:nvSpPr>
        <p:spPr/>
      </p:sp>
      <p:sp>
        <p:nvSpPr>
          <p:cNvPr id="31" name="Рисунок 30">
            <a:extLst>
              <a:ext uri="{FF2B5EF4-FFF2-40B4-BE49-F238E27FC236}">
                <a16:creationId xmlns:a16="http://schemas.microsoft.com/office/drawing/2014/main" id="{9C90AA52-B626-9453-EDB7-70007F17A055}"/>
              </a:ext>
            </a:extLst>
          </p:cNvPr>
          <p:cNvSpPr>
            <a:spLocks noGrp="1"/>
          </p:cNvSpPr>
          <p:nvPr>
            <p:ph type="pic" sz="quarter" idx="98"/>
          </p:nvPr>
        </p:nvSpPr>
        <p:spPr/>
      </p:sp>
      <p:sp>
        <p:nvSpPr>
          <p:cNvPr id="32" name="Рисунок 31">
            <a:extLst>
              <a:ext uri="{FF2B5EF4-FFF2-40B4-BE49-F238E27FC236}">
                <a16:creationId xmlns:a16="http://schemas.microsoft.com/office/drawing/2014/main" id="{61C92305-8D24-674A-986D-10EE0B28F63B}"/>
              </a:ext>
            </a:extLst>
          </p:cNvPr>
          <p:cNvSpPr>
            <a:spLocks noGrp="1"/>
          </p:cNvSpPr>
          <p:nvPr>
            <p:ph type="pic" sz="quarter" idx="99"/>
          </p:nvPr>
        </p:nvSpPr>
        <p:spPr/>
      </p:sp>
      <p:sp>
        <p:nvSpPr>
          <p:cNvPr id="33" name="Рисунок 32">
            <a:extLst>
              <a:ext uri="{FF2B5EF4-FFF2-40B4-BE49-F238E27FC236}">
                <a16:creationId xmlns:a16="http://schemas.microsoft.com/office/drawing/2014/main" id="{5DF98324-745F-343A-A902-FF5E74575498}"/>
              </a:ext>
            </a:extLst>
          </p:cNvPr>
          <p:cNvSpPr>
            <a:spLocks noGrp="1"/>
          </p:cNvSpPr>
          <p:nvPr>
            <p:ph type="pic" sz="quarter" idx="100"/>
          </p:nvPr>
        </p:nvSpPr>
        <p:spPr/>
      </p:sp>
    </p:spTree>
    <p:extLst>
      <p:ext uri="{BB962C8B-B14F-4D97-AF65-F5344CB8AC3E}">
        <p14:creationId xmlns:p14="http://schemas.microsoft.com/office/powerpoint/2010/main" val="2001188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B90D03-1A10-7906-1671-E89A445F2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7396852-7AC1-DAEC-EB67-29E30CB212FA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74BE66-2633-ED1D-DA5C-27235004A3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03D613C-CD04-7B06-562C-E8A59C502366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2AFAA5-CFD4-9615-4BEA-296ACC0AC79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03AD3C7D-EFC2-1734-51C0-53DEA0A74568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415A270D-38FB-811D-34C2-7ADEC823693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759F35D1-4E3B-E3EF-C988-DB0E069F458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D13C2BEB-B86E-6A1A-FCC3-38CE3B0F533E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831969DC-D5ED-371D-BEAD-B3C583902A1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8640B8EA-E5AC-8FCB-E789-1D0D8DF4E7D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F4A96FC0-8CCA-0296-B599-01355713B88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448939F4-228F-808B-EB11-0697E7371F97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Рисунок 14">
            <a:extLst>
              <a:ext uri="{FF2B5EF4-FFF2-40B4-BE49-F238E27FC236}">
                <a16:creationId xmlns:a16="http://schemas.microsoft.com/office/drawing/2014/main" id="{14774F86-48FF-95DC-C400-A345606A34F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16" name="Рисунок 15">
            <a:extLst>
              <a:ext uri="{FF2B5EF4-FFF2-40B4-BE49-F238E27FC236}">
                <a16:creationId xmlns:a16="http://schemas.microsoft.com/office/drawing/2014/main" id="{B616AC88-27DF-40BB-CE9B-EE21BB0FE07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B21EBFE8-33A2-D682-CE83-FAC26FD448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262CF376-2305-13F2-CD3D-3761783A12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0626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9F8EB6-FABF-32D4-3C57-F90BF8E4D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7895061-B507-61CD-3782-CB8D99FBB75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AB20634-80A8-AA73-BD90-8B9FD8859083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DB05B494-BC05-D494-8F51-1269FDAF6893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/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EB8F323-0F07-B389-98F9-830E012E5EB6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Рисунок 6">
            <a:extLst>
              <a:ext uri="{FF2B5EF4-FFF2-40B4-BE49-F238E27FC236}">
                <a16:creationId xmlns:a16="http://schemas.microsoft.com/office/drawing/2014/main" id="{D13B70BE-C6DF-82C1-4340-BC071FD4AFEE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/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66A8C8D-AAA5-197B-AF4A-01F13A7305F9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2F7AD5D0-DADC-1497-C264-B45F340F8115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/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B18D1BE1-A8FE-A5BC-426D-69C93C49778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8ADB3B48-E371-7BCD-9FE2-CBEB1ADB2E8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1EF2A352-EF9A-68C1-001A-04D01931447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60372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D7D94A5B-5D00-1854-3902-F69595C1267A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/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810C482-F210-2F9B-5824-B8F9477EEBB1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/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F57929E3-5F81-E5D6-2ABA-C3C45D0CDE4C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/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4FFF9BB9-F6F3-6DC6-577B-DCE4318D9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945E425A-5EFF-759A-BFD1-F1C670B8FDA8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5F4BB70-3794-C63C-7502-8F24057FD825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1F43A14D-5BBA-DC59-4ECB-4B1810A0F23B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/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9ED56379-602F-5BD2-12E0-327884B99F8D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371F0A92-91F7-4307-13E2-51AA618F0C01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113EC5-DE93-C3E3-36E2-B60929121B93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/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9F33CB58-E2E2-46C5-F907-7E6AFA11C2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937F8784-F2AE-259D-32FD-36206B60724E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4331E12B-980A-2C98-32A0-58907B6437C1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1ABB4DF4-A8B9-3C60-49FD-51BEE355EAB1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D97D3AC1-43EC-80F7-713D-CB78A1F107E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FBCE3AF4-3A0D-C5A9-4114-D858C7BC35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5975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4EBAAE-122C-2EBD-478F-64637FCD8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2AB3031-0E03-0647-0867-B620944178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3887C8E-6119-7F2A-90FD-6478C83F5A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8175B76-4F90-ED64-B89A-193B38DF8B4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13AC254-80A8-FAB9-943C-AFD26A54773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C36AFD0D-102D-DCF6-0A44-CAF107E16C0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0D3789E5-50E3-165F-B204-4CE7EFEF057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694C8428-B315-54E4-C3F7-4D413DCA6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C117A204-6027-D9CD-5314-EBDB5ECE77CB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/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80746C75-00F4-EC6F-4679-FDF35146B8F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820E3642-88EB-6BA0-66BE-873885E47B1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72524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D7EC6D55-6D18-CB51-AD7F-D02D5AC353F5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/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DC8BDF1-B98D-C7A3-A38D-BAA164A54B16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B770E4D8-2341-68F7-19A6-6DC254B74614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/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852F3C2E-C355-ECB9-A077-CD0E7EB137A8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/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5987ED47-5092-3CA7-EE5E-A9D5ED083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18CF497-7F97-7381-C4B1-230726D3E3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22924A9-6AD0-FBCA-7DC5-19E784D8ED4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0B1E7EF6-6220-2C66-43C6-01624D279E9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B32E4D82-DAF7-C0EB-BF80-2F50D400671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60456927-3575-1088-8700-ADCC0FC9623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05A22ACB-51C7-1E64-C588-4D8F2585901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359B89C6-32BC-9D49-C582-60733CF45E0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335DDB34-59B0-07F3-AED1-8F8227055B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Рисунок 14">
            <a:extLst>
              <a:ext uri="{FF2B5EF4-FFF2-40B4-BE49-F238E27FC236}">
                <a16:creationId xmlns:a16="http://schemas.microsoft.com/office/drawing/2014/main" id="{8E1A4058-7E1B-8B3D-F55F-A20A43BBE8B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49A04B64-B312-70C4-9F11-089D5CF74A7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0FE3D734-6076-8E55-2E11-C3B560025DA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19789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B422435C-3EE7-3A53-0887-A0D120EE4D01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64FDD233-33E6-8EA0-DAD9-658A87BD2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C9EFD6F-5060-3EDB-4137-BCE27F3A8E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A812B38-51AE-137E-F949-4AE13BDEDF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9FAEFDB-B993-DA64-1300-3D48961AC82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0993AECE-5AA5-5C36-9CD8-534F35AD174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40F1B64B-276E-70F4-E146-36E726D1858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E9B5803F-9F9C-330C-DB36-6E03F5E717C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176D8E04-787A-9E6B-8D0D-18C40CAF7D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0291A083-8E85-2903-5F19-9731E45A4EB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9A2F86F7-DD5E-A408-A059-80DD6419C84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03E70946-AC9A-27A9-9322-2234EC0195D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D0FF98A1-D134-54DA-B7EC-98B8B20A1006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/>
      </p:sp>
      <p:sp>
        <p:nvSpPr>
          <p:cNvPr id="15" name="Рисунок 14">
            <a:extLst>
              <a:ext uri="{FF2B5EF4-FFF2-40B4-BE49-F238E27FC236}">
                <a16:creationId xmlns:a16="http://schemas.microsoft.com/office/drawing/2014/main" id="{6D411291-8200-FB9C-4AA0-4C572AE6E912}"/>
              </a:ext>
            </a:extLst>
          </p:cNvPr>
          <p:cNvSpPr>
            <a:spLocks noGrp="1"/>
          </p:cNvSpPr>
          <p:nvPr>
            <p:ph type="pic" sz="quarter" idx="83"/>
          </p:nvPr>
        </p:nvSpPr>
        <p:spPr/>
      </p:sp>
      <p:sp>
        <p:nvSpPr>
          <p:cNvPr id="16" name="Рисунок 15">
            <a:extLst>
              <a:ext uri="{FF2B5EF4-FFF2-40B4-BE49-F238E27FC236}">
                <a16:creationId xmlns:a16="http://schemas.microsoft.com/office/drawing/2014/main" id="{FF19533A-EC75-98EB-A13F-B8B882A6B1F3}"/>
              </a:ext>
            </a:extLst>
          </p:cNvPr>
          <p:cNvSpPr>
            <a:spLocks noGrp="1"/>
          </p:cNvSpPr>
          <p:nvPr>
            <p:ph type="pic" sz="quarter" idx="84"/>
          </p:nvPr>
        </p:nvSpPr>
        <p:spPr/>
      </p:sp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C7A5A4F4-184A-87C8-F5F7-0D9992F3AD2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4861F823-F0C3-D345-1DBB-457D619C21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354970C7-8F49-7DD9-CB4E-CC555F94F30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63342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EFDEE1AF-05E6-6F12-7402-45B5A696AE18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/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9872E96-B67B-4E7B-AAFE-508F18E2241E}"/>
              </a:ext>
            </a:extLst>
          </p:cNvPr>
          <p:cNvSpPr>
            <a:spLocks noGrp="1"/>
          </p:cNvSpPr>
          <p:nvPr>
            <p:ph type="pic" sz="quarter" idx="94"/>
          </p:nvPr>
        </p:nvSpPr>
        <p:spPr/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ECBC17B0-DDE1-4664-237B-9B128A14A2AA}"/>
              </a:ext>
            </a:extLst>
          </p:cNvPr>
          <p:cNvSpPr>
            <a:spLocks noGrp="1"/>
          </p:cNvSpPr>
          <p:nvPr>
            <p:ph type="pic" sz="quarter" idx="95"/>
          </p:nvPr>
        </p:nvSpPr>
        <p:spPr/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14CDEAD7-34B1-0411-FDA8-1822D533F043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/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826AF0D9-2A40-487E-7849-E7CEC710389D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/>
      </p:sp>
      <p:sp>
        <p:nvSpPr>
          <p:cNvPr id="7" name="Рисунок 6">
            <a:extLst>
              <a:ext uri="{FF2B5EF4-FFF2-40B4-BE49-F238E27FC236}">
                <a16:creationId xmlns:a16="http://schemas.microsoft.com/office/drawing/2014/main" id="{1DFA2530-7194-F62F-641B-5D2E75A9EC52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/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ED7ACA94-AEA2-CFB2-58D1-F135D406ABAA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/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423C7D7D-0078-6822-E1D7-7D5AE1417617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/>
      </p:sp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43F0E974-DB06-5CA0-F86B-6EFAFD2BE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3A761D4B-C172-AE28-C151-9D821BBA490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9B825B8A-01C1-1B77-36CC-6F978DD7BD5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140EC0BA-4E34-722D-DFF2-E2609E534CA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72906EA4-1A67-BF6B-2DB1-3482E1DCA2D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31B2E506-65C2-9E59-44F1-E0CBA553EAF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9909425C-562D-1361-7DCE-6661DAFD6FE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CCCAAE85-C613-E670-AA04-F87245C520A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45868A4C-1AE3-9E5A-8E92-428D5158BF2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FB79F67B-850F-6B9A-287C-67C77DE35C9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CBF97F9A-BF9D-187A-2337-0158659816A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7E72CDF5-9D59-38DD-5F1C-011B392A02C3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2" name="Текст 21">
            <a:extLst>
              <a:ext uri="{FF2B5EF4-FFF2-40B4-BE49-F238E27FC236}">
                <a16:creationId xmlns:a16="http://schemas.microsoft.com/office/drawing/2014/main" id="{ADF7ACCD-830F-17E9-AA47-58307888824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0D0812FC-9B47-20BD-8DB1-A6BB33C5192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9940948B-E47C-A3F8-C09A-B36C551D1F6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B041953B-E08F-8595-EF84-86183E7AC89D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6" name="Текст 25">
            <a:extLst>
              <a:ext uri="{FF2B5EF4-FFF2-40B4-BE49-F238E27FC236}">
                <a16:creationId xmlns:a16="http://schemas.microsoft.com/office/drawing/2014/main" id="{6C5A2AE3-8E8D-0CC1-EE95-E45BE0091510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4FC2174E-0CB3-9E65-AF80-39141B5F816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8BD105AD-875C-49A0-23A8-5132571D3AD2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A169803B-D4FF-5A49-3EF1-AE987FCA438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0" name="Текст 29">
            <a:extLst>
              <a:ext uri="{FF2B5EF4-FFF2-40B4-BE49-F238E27FC236}">
                <a16:creationId xmlns:a16="http://schemas.microsoft.com/office/drawing/2014/main" id="{92540E93-E8C0-06B1-A5E1-A66284800D3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1" name="Текст 30">
            <a:extLst>
              <a:ext uri="{FF2B5EF4-FFF2-40B4-BE49-F238E27FC236}">
                <a16:creationId xmlns:a16="http://schemas.microsoft.com/office/drawing/2014/main" id="{E9AE4BE9-BBA2-2003-BC17-E042D174BD9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D32CCCDB-F5A1-7F7D-744E-D1C2F4D9784F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3" name="Текст 32">
            <a:extLst>
              <a:ext uri="{FF2B5EF4-FFF2-40B4-BE49-F238E27FC236}">
                <a16:creationId xmlns:a16="http://schemas.microsoft.com/office/drawing/2014/main" id="{835B8B66-7510-6A10-61F4-7526FC39687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4" name="Текст 33">
            <a:extLst>
              <a:ext uri="{FF2B5EF4-FFF2-40B4-BE49-F238E27FC236}">
                <a16:creationId xmlns:a16="http://schemas.microsoft.com/office/drawing/2014/main" id="{F2D701A6-130E-C7BC-EB01-5CC0E5E13101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5" name="Текст 34">
            <a:extLst>
              <a:ext uri="{FF2B5EF4-FFF2-40B4-BE49-F238E27FC236}">
                <a16:creationId xmlns:a16="http://schemas.microsoft.com/office/drawing/2014/main" id="{85068DC0-F89F-B1FF-C533-00268594CFCC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CA464CE8-5895-076E-B96C-ADCFA97E9EC1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7" name="Рисунок 36">
            <a:extLst>
              <a:ext uri="{FF2B5EF4-FFF2-40B4-BE49-F238E27FC236}">
                <a16:creationId xmlns:a16="http://schemas.microsoft.com/office/drawing/2014/main" id="{43E47225-008B-97F7-7CF8-15E02981004D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/>
      </p:sp>
      <p:sp>
        <p:nvSpPr>
          <p:cNvPr id="38" name="Рисунок 37">
            <a:extLst>
              <a:ext uri="{FF2B5EF4-FFF2-40B4-BE49-F238E27FC236}">
                <a16:creationId xmlns:a16="http://schemas.microsoft.com/office/drawing/2014/main" id="{8E8DF10C-C341-885E-508D-FA95CAEBBA6A}"/>
              </a:ext>
            </a:extLst>
          </p:cNvPr>
          <p:cNvSpPr>
            <a:spLocks noGrp="1"/>
          </p:cNvSpPr>
          <p:nvPr>
            <p:ph type="pic" sz="quarter" idx="83"/>
          </p:nvPr>
        </p:nvSpPr>
        <p:spPr/>
      </p:sp>
      <p:sp>
        <p:nvSpPr>
          <p:cNvPr id="39" name="Рисунок 38">
            <a:extLst>
              <a:ext uri="{FF2B5EF4-FFF2-40B4-BE49-F238E27FC236}">
                <a16:creationId xmlns:a16="http://schemas.microsoft.com/office/drawing/2014/main" id="{2F7B22C5-9949-2369-0934-454A3FF3E2AF}"/>
              </a:ext>
            </a:extLst>
          </p:cNvPr>
          <p:cNvSpPr>
            <a:spLocks noGrp="1"/>
          </p:cNvSpPr>
          <p:nvPr>
            <p:ph type="pic" sz="quarter" idx="84"/>
          </p:nvPr>
        </p:nvSpPr>
        <p:spPr/>
      </p:sp>
      <p:sp>
        <p:nvSpPr>
          <p:cNvPr id="40" name="Рисунок 39">
            <a:extLst>
              <a:ext uri="{FF2B5EF4-FFF2-40B4-BE49-F238E27FC236}">
                <a16:creationId xmlns:a16="http://schemas.microsoft.com/office/drawing/2014/main" id="{96DAEAC5-DE7B-FEE4-4989-F77A0BB567FB}"/>
              </a:ext>
            </a:extLst>
          </p:cNvPr>
          <p:cNvSpPr>
            <a:spLocks noGrp="1"/>
          </p:cNvSpPr>
          <p:nvPr>
            <p:ph type="pic" sz="quarter" idx="85"/>
          </p:nvPr>
        </p:nvSpPr>
        <p:spPr/>
      </p:sp>
      <p:sp>
        <p:nvSpPr>
          <p:cNvPr id="41" name="Рисунок 40">
            <a:extLst>
              <a:ext uri="{FF2B5EF4-FFF2-40B4-BE49-F238E27FC236}">
                <a16:creationId xmlns:a16="http://schemas.microsoft.com/office/drawing/2014/main" id="{F90885F8-C2E2-D2DC-1900-C78FBEBE852A}"/>
              </a:ext>
            </a:extLst>
          </p:cNvPr>
          <p:cNvSpPr>
            <a:spLocks noGrp="1"/>
          </p:cNvSpPr>
          <p:nvPr>
            <p:ph type="pic" sz="quarter" idx="86"/>
          </p:nvPr>
        </p:nvSpPr>
        <p:spPr/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14838765-CF31-228A-A322-A5BC421DE801}"/>
              </a:ext>
            </a:extLst>
          </p:cNvPr>
          <p:cNvSpPr>
            <a:spLocks noGrp="1"/>
          </p:cNvSpPr>
          <p:nvPr>
            <p:ph type="pic" sz="quarter" idx="89"/>
          </p:nvPr>
        </p:nvSpPr>
        <p:spPr/>
      </p:sp>
      <p:sp>
        <p:nvSpPr>
          <p:cNvPr id="43" name="Рисунок 42">
            <a:extLst>
              <a:ext uri="{FF2B5EF4-FFF2-40B4-BE49-F238E27FC236}">
                <a16:creationId xmlns:a16="http://schemas.microsoft.com/office/drawing/2014/main" id="{D687CA76-E8E3-AEEA-8B13-E5DA27CFBAE5}"/>
              </a:ext>
            </a:extLst>
          </p:cNvPr>
          <p:cNvSpPr>
            <a:spLocks noGrp="1"/>
          </p:cNvSpPr>
          <p:nvPr>
            <p:ph type="pic" sz="quarter" idx="90"/>
          </p:nvPr>
        </p:nvSpPr>
        <p:spPr/>
      </p:sp>
      <p:sp>
        <p:nvSpPr>
          <p:cNvPr id="44" name="Рисунок 43">
            <a:extLst>
              <a:ext uri="{FF2B5EF4-FFF2-40B4-BE49-F238E27FC236}">
                <a16:creationId xmlns:a16="http://schemas.microsoft.com/office/drawing/2014/main" id="{CA1E9350-83D6-BADF-C244-CB6A7A4DC422}"/>
              </a:ext>
            </a:extLst>
          </p:cNvPr>
          <p:cNvSpPr>
            <a:spLocks noGrp="1"/>
          </p:cNvSpPr>
          <p:nvPr>
            <p:ph type="pic" sz="quarter" idx="91"/>
          </p:nvPr>
        </p:nvSpPr>
        <p:spPr/>
      </p:sp>
      <p:sp>
        <p:nvSpPr>
          <p:cNvPr id="45" name="Рисунок 44">
            <a:extLst>
              <a:ext uri="{FF2B5EF4-FFF2-40B4-BE49-F238E27FC236}">
                <a16:creationId xmlns:a16="http://schemas.microsoft.com/office/drawing/2014/main" id="{F0A38F39-C035-9089-23FA-893CBDD3E236}"/>
              </a:ext>
            </a:extLst>
          </p:cNvPr>
          <p:cNvSpPr>
            <a:spLocks noGrp="1"/>
          </p:cNvSpPr>
          <p:nvPr>
            <p:ph type="pic" sz="quarter" idx="92"/>
          </p:nvPr>
        </p:nvSpPr>
        <p:spPr/>
      </p:sp>
      <p:sp>
        <p:nvSpPr>
          <p:cNvPr id="46" name="Рисунок 45">
            <a:extLst>
              <a:ext uri="{FF2B5EF4-FFF2-40B4-BE49-F238E27FC236}">
                <a16:creationId xmlns:a16="http://schemas.microsoft.com/office/drawing/2014/main" id="{DB563EBB-2823-2558-6B18-FF47822F6AB3}"/>
              </a:ext>
            </a:extLst>
          </p:cNvPr>
          <p:cNvSpPr>
            <a:spLocks noGrp="1"/>
          </p:cNvSpPr>
          <p:nvPr>
            <p:ph type="pic" sz="quarter" idx="93"/>
          </p:nvPr>
        </p:nvSpPr>
        <p:spPr/>
      </p:sp>
      <p:sp>
        <p:nvSpPr>
          <p:cNvPr id="47" name="Рисунок 46">
            <a:extLst>
              <a:ext uri="{FF2B5EF4-FFF2-40B4-BE49-F238E27FC236}">
                <a16:creationId xmlns:a16="http://schemas.microsoft.com/office/drawing/2014/main" id="{6C05A7D8-ACA0-7D9B-75FC-871E2537F5E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48" name="Текст 47">
            <a:extLst>
              <a:ext uri="{FF2B5EF4-FFF2-40B4-BE49-F238E27FC236}">
                <a16:creationId xmlns:a16="http://schemas.microsoft.com/office/drawing/2014/main" id="{0213101B-4247-5E6D-1ABC-9FE4B3FF18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9" name="Текст 48">
            <a:extLst>
              <a:ext uri="{FF2B5EF4-FFF2-40B4-BE49-F238E27FC236}">
                <a16:creationId xmlns:a16="http://schemas.microsoft.com/office/drawing/2014/main" id="{7BC7CAAE-8E98-23CB-756A-0C7A9621F28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59083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1BCE9586-C613-6C54-5557-3F3E571D0CEC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/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A36F7D3-06B5-84CB-1FCF-DBDF6564E077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/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85144045-B23D-5BC1-096D-8A5E58921BE7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/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588BE128-791E-6C99-0B5F-1C0AF360DFA7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/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C6C3E6AF-518B-6F7F-AEAD-45CE9C1866A1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/>
      </p:sp>
      <p:sp>
        <p:nvSpPr>
          <p:cNvPr id="7" name="Рисунок 6">
            <a:extLst>
              <a:ext uri="{FF2B5EF4-FFF2-40B4-BE49-F238E27FC236}">
                <a16:creationId xmlns:a16="http://schemas.microsoft.com/office/drawing/2014/main" id="{E9F99A6C-8713-2503-2C0E-96CFEDA2C6AC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/>
      </p:sp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B9AA1846-350D-6F38-8F6B-C41FB441D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8B2C03A-7929-2B11-66D1-87A2C167A76A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A1884FFE-AADC-EF20-EAF1-144B7758E2EF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8B3C7EB5-F11D-0173-CC05-71DE69DED388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26BDA820-5836-E107-915D-B84706A46919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60AF9727-9326-8740-06C2-7208567453C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046F0E38-723F-2D58-6EDE-73C249BEDA67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EB7403FF-37A9-57C4-31F6-37FD3AA2C868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16913C2C-ABF6-67E7-BDCD-9AF7C858CA59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952CE8C-F330-5B53-0CBD-145643927631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1ECE0FF1-CDF8-4344-44B9-51D2A40A59E3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E6655C43-190C-3677-5708-84CE8CB6A442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503E08EE-61BD-B80F-16DB-9DF57EDC0708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1" name="Рисунок 20">
            <a:extLst>
              <a:ext uri="{FF2B5EF4-FFF2-40B4-BE49-F238E27FC236}">
                <a16:creationId xmlns:a16="http://schemas.microsoft.com/office/drawing/2014/main" id="{30ED1CE3-F674-31BE-AE8E-8E550EABCC1A}"/>
              </a:ext>
            </a:extLst>
          </p:cNvPr>
          <p:cNvSpPr>
            <a:spLocks noGrp="1"/>
          </p:cNvSpPr>
          <p:nvPr>
            <p:ph type="pic" sz="quarter" idx="83"/>
          </p:nvPr>
        </p:nvSpPr>
        <p:spPr/>
      </p:sp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56159B4E-5CB6-47D3-EF34-17BC60C4E476}"/>
              </a:ext>
            </a:extLst>
          </p:cNvPr>
          <p:cNvSpPr>
            <a:spLocks noGrp="1"/>
          </p:cNvSpPr>
          <p:nvPr>
            <p:ph type="pic" sz="quarter" idx="89"/>
          </p:nvPr>
        </p:nvSpPr>
        <p:spPr/>
      </p:sp>
      <p:sp>
        <p:nvSpPr>
          <p:cNvPr id="23" name="Рисунок 22">
            <a:extLst>
              <a:ext uri="{FF2B5EF4-FFF2-40B4-BE49-F238E27FC236}">
                <a16:creationId xmlns:a16="http://schemas.microsoft.com/office/drawing/2014/main" id="{F09A4517-E777-B29A-EA8F-E33B57B0A39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4856673F-D24A-A8F5-7162-B860E723C5A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B54F2F80-59A2-611D-EB35-CDD00E91BA2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00342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9C8A85EF-D6B5-09F8-DE62-E240DA894E77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/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53E2CED-3218-77A6-8F1C-BBC075153C02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/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C21F16F3-8916-0455-6D8F-B3EA6396A86D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/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EA23DDA2-591A-F97D-FC61-A4B3C75D2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974FA29C-AE33-1A18-4FBE-348D98E8140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011797C5-E602-15CA-2517-B72784B1D00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9082D09A-3CC1-AFA0-CDA3-47CB09620E6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C152A3B2-959F-73A5-06C2-7E9EFF6891E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116F7A8E-FAEC-5302-CA0D-B7DAE431BEA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1A60D19A-56AC-D779-B149-7E18097E3C3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97C82BC3-9370-D041-EBBA-CDD16035420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5BE0B4E5-1ADF-BC2C-BCA9-3871CB16F74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07B4A5D9-73AD-2706-AD2B-B3543B21D8F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0FF66D75-FFCD-E47E-78D4-B3D8E9CF04C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87E0C3F5-1253-0139-D13B-0C21C4106F3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D484AEDA-F64F-0D1A-63BE-3A5FC441F78F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DFD0EDF0-913C-5E1C-AA66-5C0ADA6F483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EA56F077-8EA3-A725-C943-610D05600BA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B2471B38-7D32-5382-C0C0-CCCD8314E2A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E9FA27B1-951E-2BD8-0DA8-EDBB1E57AF9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2" name="Текст 21">
            <a:extLst>
              <a:ext uri="{FF2B5EF4-FFF2-40B4-BE49-F238E27FC236}">
                <a16:creationId xmlns:a16="http://schemas.microsoft.com/office/drawing/2014/main" id="{121E3C98-AE1F-BC4A-D2C2-86BD1990646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4412572A-6E5D-954F-AFFF-1A49FDEF59F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4B128216-34E5-A628-B30E-D10C2FCFDE11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910EEDF0-5319-043F-3AB7-DCD496FB8E72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6" name="Рисунок 25">
            <a:extLst>
              <a:ext uri="{FF2B5EF4-FFF2-40B4-BE49-F238E27FC236}">
                <a16:creationId xmlns:a16="http://schemas.microsoft.com/office/drawing/2014/main" id="{A82BA959-FA90-B14A-607A-F524F279FA15}"/>
              </a:ext>
            </a:extLst>
          </p:cNvPr>
          <p:cNvSpPr>
            <a:spLocks noGrp="1"/>
          </p:cNvSpPr>
          <p:nvPr>
            <p:ph type="pic" sz="quarter" idx="83"/>
          </p:nvPr>
        </p:nvSpPr>
        <p:spPr/>
      </p:sp>
      <p:sp>
        <p:nvSpPr>
          <p:cNvPr id="27" name="Рисунок 26">
            <a:extLst>
              <a:ext uri="{FF2B5EF4-FFF2-40B4-BE49-F238E27FC236}">
                <a16:creationId xmlns:a16="http://schemas.microsoft.com/office/drawing/2014/main" id="{9504FF46-87AA-5D8A-0C98-1F75A02E6E3D}"/>
              </a:ext>
            </a:extLst>
          </p:cNvPr>
          <p:cNvSpPr>
            <a:spLocks noGrp="1"/>
          </p:cNvSpPr>
          <p:nvPr>
            <p:ph type="pic" sz="quarter" idx="84"/>
          </p:nvPr>
        </p:nvSpPr>
        <p:spPr/>
      </p:sp>
      <p:sp>
        <p:nvSpPr>
          <p:cNvPr id="28" name="Рисунок 27">
            <a:extLst>
              <a:ext uri="{FF2B5EF4-FFF2-40B4-BE49-F238E27FC236}">
                <a16:creationId xmlns:a16="http://schemas.microsoft.com/office/drawing/2014/main" id="{5D8A92EC-1D7A-51B7-4B23-B38BD6A50A76}"/>
              </a:ext>
            </a:extLst>
          </p:cNvPr>
          <p:cNvSpPr>
            <a:spLocks noGrp="1"/>
          </p:cNvSpPr>
          <p:nvPr>
            <p:ph type="pic" sz="quarter" idx="85"/>
          </p:nvPr>
        </p:nvSpPr>
        <p:spPr/>
      </p:sp>
      <p:sp>
        <p:nvSpPr>
          <p:cNvPr id="29" name="Рисунок 28">
            <a:extLst>
              <a:ext uri="{FF2B5EF4-FFF2-40B4-BE49-F238E27FC236}">
                <a16:creationId xmlns:a16="http://schemas.microsoft.com/office/drawing/2014/main" id="{BE76A52E-FA39-1494-E8B1-87E2D71D0DC4}"/>
              </a:ext>
            </a:extLst>
          </p:cNvPr>
          <p:cNvSpPr>
            <a:spLocks noGrp="1"/>
          </p:cNvSpPr>
          <p:nvPr>
            <p:ph type="pic" sz="quarter" idx="86"/>
          </p:nvPr>
        </p:nvSpPr>
        <p:spPr/>
      </p:sp>
      <p:sp>
        <p:nvSpPr>
          <p:cNvPr id="30" name="Рисунок 29">
            <a:extLst>
              <a:ext uri="{FF2B5EF4-FFF2-40B4-BE49-F238E27FC236}">
                <a16:creationId xmlns:a16="http://schemas.microsoft.com/office/drawing/2014/main" id="{B8431231-0F69-FC37-1598-876E87C8A109}"/>
              </a:ext>
            </a:extLst>
          </p:cNvPr>
          <p:cNvSpPr>
            <a:spLocks noGrp="1"/>
          </p:cNvSpPr>
          <p:nvPr>
            <p:ph type="pic" sz="quarter" idx="87"/>
          </p:nvPr>
        </p:nvSpPr>
        <p:spPr/>
      </p:sp>
      <p:sp>
        <p:nvSpPr>
          <p:cNvPr id="31" name="Рисунок 30">
            <a:extLst>
              <a:ext uri="{FF2B5EF4-FFF2-40B4-BE49-F238E27FC236}">
                <a16:creationId xmlns:a16="http://schemas.microsoft.com/office/drawing/2014/main" id="{C614E1AD-F27A-4AA3-BA55-C258BDCCEE9E}"/>
              </a:ext>
            </a:extLst>
          </p:cNvPr>
          <p:cNvSpPr>
            <a:spLocks noGrp="1"/>
          </p:cNvSpPr>
          <p:nvPr>
            <p:ph type="pic" sz="quarter" idx="88"/>
          </p:nvPr>
        </p:nvSpPr>
        <p:spPr/>
      </p:sp>
      <p:sp>
        <p:nvSpPr>
          <p:cNvPr id="32" name="Рисунок 31">
            <a:extLst>
              <a:ext uri="{FF2B5EF4-FFF2-40B4-BE49-F238E27FC236}">
                <a16:creationId xmlns:a16="http://schemas.microsoft.com/office/drawing/2014/main" id="{FA106C20-B19E-52B6-2AF2-F48D8E0CBC88}"/>
              </a:ext>
            </a:extLst>
          </p:cNvPr>
          <p:cNvSpPr>
            <a:spLocks noGrp="1"/>
          </p:cNvSpPr>
          <p:nvPr>
            <p:ph type="pic" sz="quarter" idx="89"/>
          </p:nvPr>
        </p:nvSpPr>
        <p:spPr/>
      </p:sp>
      <p:sp>
        <p:nvSpPr>
          <p:cNvPr id="33" name="Рисунок 32">
            <a:extLst>
              <a:ext uri="{FF2B5EF4-FFF2-40B4-BE49-F238E27FC236}">
                <a16:creationId xmlns:a16="http://schemas.microsoft.com/office/drawing/2014/main" id="{9D43C7B3-A9F3-9578-E790-859E3348ACDC}"/>
              </a:ext>
            </a:extLst>
          </p:cNvPr>
          <p:cNvSpPr>
            <a:spLocks noGrp="1"/>
          </p:cNvSpPr>
          <p:nvPr>
            <p:ph type="pic" sz="quarter" idx="90"/>
          </p:nvPr>
        </p:nvSpPr>
        <p:spPr/>
      </p:sp>
      <p:sp>
        <p:nvSpPr>
          <p:cNvPr id="34" name="Рисунок 33">
            <a:extLst>
              <a:ext uri="{FF2B5EF4-FFF2-40B4-BE49-F238E27FC236}">
                <a16:creationId xmlns:a16="http://schemas.microsoft.com/office/drawing/2014/main" id="{0582C6DA-41EA-6372-28C6-726BD8A215F5}"/>
              </a:ext>
            </a:extLst>
          </p:cNvPr>
          <p:cNvSpPr>
            <a:spLocks noGrp="1"/>
          </p:cNvSpPr>
          <p:nvPr>
            <p:ph type="pic" sz="quarter" idx="91"/>
          </p:nvPr>
        </p:nvSpPr>
        <p:spPr/>
      </p:sp>
      <p:sp>
        <p:nvSpPr>
          <p:cNvPr id="35" name="Рисунок 34">
            <a:extLst>
              <a:ext uri="{FF2B5EF4-FFF2-40B4-BE49-F238E27FC236}">
                <a16:creationId xmlns:a16="http://schemas.microsoft.com/office/drawing/2014/main" id="{61466B45-FF30-6C04-B472-222E0BBBC243}"/>
              </a:ext>
            </a:extLst>
          </p:cNvPr>
          <p:cNvSpPr>
            <a:spLocks noGrp="1"/>
          </p:cNvSpPr>
          <p:nvPr>
            <p:ph type="pic" sz="quarter" idx="92"/>
          </p:nvPr>
        </p:nvSpPr>
        <p:spPr/>
      </p:sp>
      <p:sp>
        <p:nvSpPr>
          <p:cNvPr id="36" name="Рисунок 35">
            <a:extLst>
              <a:ext uri="{FF2B5EF4-FFF2-40B4-BE49-F238E27FC236}">
                <a16:creationId xmlns:a16="http://schemas.microsoft.com/office/drawing/2014/main" id="{AD004467-788A-70D5-F226-D694A38B6E9A}"/>
              </a:ext>
            </a:extLst>
          </p:cNvPr>
          <p:cNvSpPr>
            <a:spLocks noGrp="1"/>
          </p:cNvSpPr>
          <p:nvPr>
            <p:ph type="pic" sz="quarter" idx="93"/>
          </p:nvPr>
        </p:nvSpPr>
        <p:spPr/>
      </p:sp>
      <p:sp>
        <p:nvSpPr>
          <p:cNvPr id="37" name="Рисунок 36">
            <a:extLst>
              <a:ext uri="{FF2B5EF4-FFF2-40B4-BE49-F238E27FC236}">
                <a16:creationId xmlns:a16="http://schemas.microsoft.com/office/drawing/2014/main" id="{A1AE855C-B253-E37A-7563-F776F77D8651}"/>
              </a:ext>
            </a:extLst>
          </p:cNvPr>
          <p:cNvSpPr>
            <a:spLocks noGrp="1"/>
          </p:cNvSpPr>
          <p:nvPr>
            <p:ph type="pic" sz="quarter" idx="94"/>
          </p:nvPr>
        </p:nvSpPr>
        <p:spPr/>
      </p:sp>
      <p:sp>
        <p:nvSpPr>
          <p:cNvPr id="38" name="Рисунок 37">
            <a:extLst>
              <a:ext uri="{FF2B5EF4-FFF2-40B4-BE49-F238E27FC236}">
                <a16:creationId xmlns:a16="http://schemas.microsoft.com/office/drawing/2014/main" id="{595AC5B8-66CD-5468-C242-450E04DBECBA}"/>
              </a:ext>
            </a:extLst>
          </p:cNvPr>
          <p:cNvSpPr>
            <a:spLocks noGrp="1"/>
          </p:cNvSpPr>
          <p:nvPr>
            <p:ph type="pic" sz="quarter" idx="95"/>
          </p:nvPr>
        </p:nvSpPr>
        <p:spPr/>
      </p:sp>
      <p:sp>
        <p:nvSpPr>
          <p:cNvPr id="39" name="Рисунок 38">
            <a:extLst>
              <a:ext uri="{FF2B5EF4-FFF2-40B4-BE49-F238E27FC236}">
                <a16:creationId xmlns:a16="http://schemas.microsoft.com/office/drawing/2014/main" id="{EDE2A4D3-245C-94AC-963A-0EAE354F764F}"/>
              </a:ext>
            </a:extLst>
          </p:cNvPr>
          <p:cNvSpPr>
            <a:spLocks noGrp="1"/>
          </p:cNvSpPr>
          <p:nvPr>
            <p:ph type="pic" sz="quarter" idx="96"/>
          </p:nvPr>
        </p:nvSpPr>
        <p:spPr/>
      </p:sp>
      <p:sp>
        <p:nvSpPr>
          <p:cNvPr id="40" name="Рисунок 39">
            <a:extLst>
              <a:ext uri="{FF2B5EF4-FFF2-40B4-BE49-F238E27FC236}">
                <a16:creationId xmlns:a16="http://schemas.microsoft.com/office/drawing/2014/main" id="{49A125D7-D66A-9836-A508-77FBF96E244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41" name="Текст 40">
            <a:extLst>
              <a:ext uri="{FF2B5EF4-FFF2-40B4-BE49-F238E27FC236}">
                <a16:creationId xmlns:a16="http://schemas.microsoft.com/office/drawing/2014/main" id="{5DC8B736-E85E-EF42-702F-8A21C979AA9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2" name="Текст 41">
            <a:extLst>
              <a:ext uri="{FF2B5EF4-FFF2-40B4-BE49-F238E27FC236}">
                <a16:creationId xmlns:a16="http://schemas.microsoft.com/office/drawing/2014/main" id="{5C963B76-87BD-7B8D-7F97-606ED8B6C46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91545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9734AF2F-0EB3-000C-DA6C-04A6F180EFBF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/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B05A86C-3792-E15F-DD4A-68BEF0D821FF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/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CAC33197-D4E8-654B-44FA-7D2388D19BB0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/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1A333F5-3301-D81F-AB9F-12D5ACE3F257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9BD90078-95E1-05D2-9075-1212263401A1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98C716D-8F92-416F-8DBD-3E20F19E115D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18A1669-133E-BA97-D91A-6AE78AF270B0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F3756B6C-C157-8ED2-502E-8DE2A8BBA9B7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BC21ABF7-523E-133D-E9E8-FE07EE33932B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C93D7D80-A878-356B-6468-CC113EBC7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EEA86F8C-CFCF-1CEF-E632-68E79ACD8F9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B9006DC2-272E-3EA4-189A-5922170A265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</p:spTree>
    <p:extLst>
      <p:ext uri="{BB962C8B-B14F-4D97-AF65-F5344CB8AC3E}">
        <p14:creationId xmlns:p14="http://schemas.microsoft.com/office/powerpoint/2010/main" val="146111004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29DD5EFC-02C0-AECE-62CC-7379BBD9C4DA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/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723A0D5-D13E-0DAA-8B39-CF808E57D3A2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E440721-F298-B9B1-0BA9-A8C9028C3D29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5E7C9645-3A9C-13AA-106C-831EB904CED1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/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5221782-97C6-3F4C-A14E-2AB651158018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1211B7DA-D4A0-A1DD-F18A-DF7E87635FB5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F12CC9C6-2A3A-ECF7-BF5A-B7EAFCC6FB7C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/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46892BE7-EBDF-F226-C40D-6A96670DEC00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1E85ADF4-6663-1472-A9BA-326461D698C1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0C9D73A8-92A9-9B2D-9853-D9F10FA1382E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/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41539099-51C9-FD99-15FC-97BFC95387A2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0B792266-2164-94DF-BF7D-A6A5C4929394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57D33D9B-F5A1-577D-7E7D-A363A9E0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Рисунок 14">
            <a:extLst>
              <a:ext uri="{FF2B5EF4-FFF2-40B4-BE49-F238E27FC236}">
                <a16:creationId xmlns:a16="http://schemas.microsoft.com/office/drawing/2014/main" id="{CE252542-F56F-E8E7-DE0D-E5FB9E1BC3E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BEB8F4BE-4DEC-F67C-FD0D-163DF570F3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02083B3D-C115-8673-68DE-0692A19D12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427854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EA782F0E-2544-167C-6A09-54C76840C98E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/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DFAE3F5-29F8-EF7A-0248-7CD4A15D8A99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/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5E051B9F-E96B-1B45-41C7-C41E21B81D63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/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C0A663DF-B054-E163-5C2F-F1765FCF6568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/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07D7E209-13C8-A11C-2CDF-11C7D2AF5D7C}"/>
              </a:ext>
            </a:extLst>
          </p:cNvPr>
          <p:cNvSpPr>
            <a:spLocks noGrp="1"/>
          </p:cNvSpPr>
          <p:nvPr>
            <p:ph type="pic" sz="quarter" idx="76"/>
          </p:nvPr>
        </p:nvSpPr>
        <p:spPr/>
      </p:sp>
      <p:sp>
        <p:nvSpPr>
          <p:cNvPr id="7" name="Рисунок 6">
            <a:extLst>
              <a:ext uri="{FF2B5EF4-FFF2-40B4-BE49-F238E27FC236}">
                <a16:creationId xmlns:a16="http://schemas.microsoft.com/office/drawing/2014/main" id="{B9891B79-E2EA-7122-C60D-B559C1228F91}"/>
              </a:ext>
            </a:extLst>
          </p:cNvPr>
          <p:cNvSpPr>
            <a:spLocks noGrp="1"/>
          </p:cNvSpPr>
          <p:nvPr>
            <p:ph type="pic" sz="quarter" idx="77"/>
          </p:nvPr>
        </p:nvSpPr>
        <p:spPr/>
      </p:sp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662ED101-E282-B14C-18FA-C280ACD9B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F9C53B6E-0FC4-CF9B-7B00-73C950B3C65D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C1061C3F-F9B6-97FF-713E-FE6BB459EDBB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A49703B2-2E72-63A9-E65C-680543EF32CE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54B0317F-E906-AB38-67B0-155AC1E5B342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79091166-079E-E8F7-B024-8278BDB5F6F0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5FEB23C7-D182-EBE6-314C-98B3E3CA0EB6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Рисунок 14">
            <a:extLst>
              <a:ext uri="{FF2B5EF4-FFF2-40B4-BE49-F238E27FC236}">
                <a16:creationId xmlns:a16="http://schemas.microsoft.com/office/drawing/2014/main" id="{E56A2E57-560B-5920-7082-F6CD50C527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8E5850D3-9721-2667-028A-4B64719E618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CF337E82-2E3F-C715-0BBE-E064FA8778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069132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88AA95-9275-1BC4-1898-7C939B73F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BD1FC49-DAB7-C95E-7EB0-C13F738C478E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/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4E818CDD-D5B5-3192-1CBB-DFD8D751524C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/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FC55F9FC-F3F3-4556-DE58-3E3FCCCBD67D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/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CA7C01C7-AB47-70D8-3E4F-1DB292403CC9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/>
      </p:sp>
      <p:sp>
        <p:nvSpPr>
          <p:cNvPr id="7" name="Рисунок 6">
            <a:extLst>
              <a:ext uri="{FF2B5EF4-FFF2-40B4-BE49-F238E27FC236}">
                <a16:creationId xmlns:a16="http://schemas.microsoft.com/office/drawing/2014/main" id="{A85503D8-482C-5F88-8641-A1819C202208}"/>
              </a:ext>
            </a:extLst>
          </p:cNvPr>
          <p:cNvSpPr>
            <a:spLocks noGrp="1"/>
          </p:cNvSpPr>
          <p:nvPr>
            <p:ph type="pic" sz="quarter" idx="76"/>
          </p:nvPr>
        </p:nvSpPr>
        <p:spPr/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EB9E4E93-037D-1C9D-2720-308F4ED60533}"/>
              </a:ext>
            </a:extLst>
          </p:cNvPr>
          <p:cNvSpPr>
            <a:spLocks noGrp="1"/>
          </p:cNvSpPr>
          <p:nvPr>
            <p:ph type="pic" sz="quarter" idx="77"/>
          </p:nvPr>
        </p:nvSpPr>
        <p:spPr/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A8DD3EE1-8C42-7E0B-B46C-45B7AA794FD9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FB95EF32-3E98-22E3-8FBE-788D2A4A80A5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90D428C2-F31F-D231-6628-EC2CC23A9BBA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27398851-9523-6AB9-E2DE-7844DD146F62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1688AB06-4C82-D566-6FA5-FD196EEFD5AF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E873A0B3-1175-2FD0-0888-5E16313BCEBF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Рисунок 14">
            <a:extLst>
              <a:ext uri="{FF2B5EF4-FFF2-40B4-BE49-F238E27FC236}">
                <a16:creationId xmlns:a16="http://schemas.microsoft.com/office/drawing/2014/main" id="{9E57FE5E-A3F4-6BD5-27A5-9B329346E4A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5BDCD234-C1C8-4BED-CC87-459731FAB2D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7770C2D8-48DC-B21C-E519-656F4A6E8C8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11977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A2B3E508-1EE9-B1D5-16C8-23980C35434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/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E1B9BFA-2117-9D16-C358-4A62798108D1}"/>
              </a:ext>
            </a:extLst>
          </p:cNvPr>
          <p:cNvSpPr>
            <a:spLocks noGrp="1"/>
          </p:cNvSpPr>
          <p:nvPr>
            <p:ph type="pic" sz="quarter" idx="85"/>
          </p:nvPr>
        </p:nvSpPr>
        <p:spPr/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BAB465F5-1B51-8994-4C7B-2530E94C63D8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/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5A787EE7-1B6A-D727-EB3B-F295F1120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E6DBF4EA-CCF8-52BD-1514-AB745BD7E72E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DE48FBCD-D2CC-55F4-B04A-99A4DB4E40A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D964B6C2-B7A9-CFEA-F916-30DA754AE6A8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83F1C97-E44D-64E5-3D0C-97399F3AFB66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FB149836-2BF1-6145-8EE9-1E88B8E534B0}"/>
              </a:ext>
            </a:extLst>
          </p:cNvPr>
          <p:cNvSpPr>
            <a:spLocks noGrp="1"/>
          </p:cNvSpPr>
          <p:nvPr>
            <p:ph type="body" sz="quarter" idx="8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A032F9C5-B876-D25A-77A3-0A67E377E0F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CEAC600A-B6CA-6363-5B24-BB778493544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09612945-DA42-C7F4-A826-63BAC211872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EE6A4AC0-C6BB-FEDE-CD76-0064908FD2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148870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C465BB62-8F8F-8063-EA67-45DA886CC8F7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/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A1B95A2-D977-89C3-600C-937A01359C83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/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B5B2E6AB-E27E-F79D-23B8-C6C7FF11E2C2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/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14E0E05C-E29C-E37C-C0C5-8E8ECEC3B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0A01E01A-9C3D-2FA6-97C3-3DE33581C52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7416ABB-79B1-A2B5-8A63-AB5FA87DAB3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E24123C-C8D9-7B8B-94DD-31E8A058349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774C20DC-1731-4613-626F-690884E6B7FF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2110C6CC-7E45-C54F-489A-C79B034EB50A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4D5FD401-5E73-54F0-7887-4942A2F175B4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3567D773-D940-990A-52ED-FD8F974DE268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D9B72AB3-5EC8-E6A0-1A8E-D2E3DDEB51D0}"/>
              </a:ext>
            </a:extLst>
          </p:cNvPr>
          <p:cNvSpPr>
            <a:spLocks noGrp="1"/>
          </p:cNvSpPr>
          <p:nvPr>
            <p:ph type="body" sz="quarter" idx="7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0AE36881-2445-B883-B041-92F96DE25875}"/>
              </a:ext>
            </a:extLst>
          </p:cNvPr>
          <p:cNvSpPr>
            <a:spLocks noGrp="1"/>
          </p:cNvSpPr>
          <p:nvPr>
            <p:ph type="body" sz="quarter" idx="7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61CFF730-7B63-3D5C-80BE-F4B6CE930D2E}"/>
              </a:ext>
            </a:extLst>
          </p:cNvPr>
          <p:cNvSpPr>
            <a:spLocks noGrp="1"/>
          </p:cNvSpPr>
          <p:nvPr>
            <p:ph type="body" sz="quarter" idx="7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70980607-CC2C-2789-74FC-72AE81D1ED00}"/>
              </a:ext>
            </a:extLst>
          </p:cNvPr>
          <p:cNvSpPr>
            <a:spLocks noGrp="1"/>
          </p:cNvSpPr>
          <p:nvPr>
            <p:ph type="body" sz="quarter" idx="7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91203424-5F52-7020-4DB5-CFE8D96D84F1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8" name="Рисунок 17">
            <a:extLst>
              <a:ext uri="{FF2B5EF4-FFF2-40B4-BE49-F238E27FC236}">
                <a16:creationId xmlns:a16="http://schemas.microsoft.com/office/drawing/2014/main" id="{9C177A73-D77D-14D7-AE72-DF26C9E39167}"/>
              </a:ext>
            </a:extLst>
          </p:cNvPr>
          <p:cNvSpPr>
            <a:spLocks noGrp="1"/>
          </p:cNvSpPr>
          <p:nvPr>
            <p:ph type="pic" sz="quarter" idx="89"/>
          </p:nvPr>
        </p:nvSpPr>
        <p:spPr/>
      </p:sp>
      <p:sp>
        <p:nvSpPr>
          <p:cNvPr id="19" name="Рисунок 18">
            <a:extLst>
              <a:ext uri="{FF2B5EF4-FFF2-40B4-BE49-F238E27FC236}">
                <a16:creationId xmlns:a16="http://schemas.microsoft.com/office/drawing/2014/main" id="{C45EE1BC-A3B3-C2E5-C9C7-F7B25372462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C5C3001B-7751-A1D5-9A04-53A215ECB7F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8CDA28B0-1D76-BFE9-439E-CE90344770A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190828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AE8FB410-1471-FA0B-A540-92C503DB14B2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/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EADA200-DCED-DD51-E6B9-285FC0F6DA36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/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C2BAE788-86CE-BE10-129D-895E8D220D38}"/>
              </a:ext>
            </a:extLst>
          </p:cNvPr>
          <p:cNvSpPr>
            <a:spLocks noGrp="1"/>
          </p:cNvSpPr>
          <p:nvPr>
            <p:ph type="pic" sz="quarter" idx="83"/>
          </p:nvPr>
        </p:nvSpPr>
        <p:spPr/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25498544-8213-A65C-0838-9A2E857F8FC7}"/>
              </a:ext>
            </a:extLst>
          </p:cNvPr>
          <p:cNvSpPr>
            <a:spLocks noGrp="1"/>
          </p:cNvSpPr>
          <p:nvPr>
            <p:ph type="pic" sz="quarter" idx="84"/>
          </p:nvPr>
        </p:nvSpPr>
        <p:spPr/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F1A47EC4-91B4-F3DD-39E2-09BC0552F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7EFEE69B-573D-9E1B-6A53-01F2916FE1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B73063E8-702F-D32B-B72E-3D86A5D8F1B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15E825A9-58D4-2F93-BB58-D77761FAADC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6816BFB4-8426-A265-9B3E-2F3069AF30DA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BC0E42E1-EB00-D0A9-ADD4-0B7E937FF0A8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6B62399D-B7A1-6564-0048-05D3ED7D9871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2E1CE39B-5612-8802-9EBC-A3164A46FFF4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F5E6218B-01B3-B5EA-5D6D-5A0ECD16650B}"/>
              </a:ext>
            </a:extLst>
          </p:cNvPr>
          <p:cNvSpPr>
            <a:spLocks noGrp="1"/>
          </p:cNvSpPr>
          <p:nvPr>
            <p:ph type="body" sz="quarter" idx="7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8111FBFA-D157-E6F1-4D92-1694B2585B7A}"/>
              </a:ext>
            </a:extLst>
          </p:cNvPr>
          <p:cNvSpPr>
            <a:spLocks noGrp="1"/>
          </p:cNvSpPr>
          <p:nvPr>
            <p:ph type="body" sz="quarter" idx="7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F9E961F0-639F-03F2-80C7-A1F90F9C445A}"/>
              </a:ext>
            </a:extLst>
          </p:cNvPr>
          <p:cNvSpPr>
            <a:spLocks noGrp="1"/>
          </p:cNvSpPr>
          <p:nvPr>
            <p:ph type="body" sz="quarter" idx="7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679E7DE6-7951-7282-7F8B-89E233C9B66E}"/>
              </a:ext>
            </a:extLst>
          </p:cNvPr>
          <p:cNvSpPr>
            <a:spLocks noGrp="1"/>
          </p:cNvSpPr>
          <p:nvPr>
            <p:ph type="body" sz="quarter" idx="7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38CEF520-8665-215C-6C30-A04ABAE75945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Рисунок 18">
            <a:extLst>
              <a:ext uri="{FF2B5EF4-FFF2-40B4-BE49-F238E27FC236}">
                <a16:creationId xmlns:a16="http://schemas.microsoft.com/office/drawing/2014/main" id="{01B4205C-A64E-CB0B-212D-6786158B0AF8}"/>
              </a:ext>
            </a:extLst>
          </p:cNvPr>
          <p:cNvSpPr>
            <a:spLocks noGrp="1"/>
          </p:cNvSpPr>
          <p:nvPr>
            <p:ph type="pic" sz="quarter" idx="89"/>
          </p:nvPr>
        </p:nvSpPr>
        <p:spPr/>
      </p:sp>
      <p:sp>
        <p:nvSpPr>
          <p:cNvPr id="20" name="Рисунок 19">
            <a:extLst>
              <a:ext uri="{FF2B5EF4-FFF2-40B4-BE49-F238E27FC236}">
                <a16:creationId xmlns:a16="http://schemas.microsoft.com/office/drawing/2014/main" id="{A840FCB2-8AE3-0C2E-0724-09FB0616B28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C4A1BD8E-A4C0-C192-6A61-0A1FA5ED118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2" name="Текст 21">
            <a:extLst>
              <a:ext uri="{FF2B5EF4-FFF2-40B4-BE49-F238E27FC236}">
                <a16:creationId xmlns:a16="http://schemas.microsoft.com/office/drawing/2014/main" id="{0E94AFB7-E50E-24EB-F35A-91992A5C0B6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022935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EE829E94-7556-64B9-D882-E23DFD18CA21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/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0A99AB5-EA48-9278-4D4E-4EF49F03C0F3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/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7FDC0FBA-A4A1-FFAC-868D-E89D3887E85A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/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A2F1C3DD-02DC-A842-A710-AFA9CFC976FA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/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69150421-C5BC-63FA-87D9-A3488D518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6DDA0B05-5C15-9927-6225-CAE9FE0050F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C7CD7774-4BA0-1DE4-8590-B9FE1EBBD31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61962BFA-F9C1-6D1F-A5D7-22F8BB75F85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0F39211E-479C-E7B6-F390-DBB7495E0AD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CD31E52F-781B-9DC9-5599-4099CE4963CA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/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BE169800-200A-2916-1F5D-EC0FA5EDF321}"/>
              </a:ext>
            </a:extLst>
          </p:cNvPr>
          <p:cNvSpPr>
            <a:spLocks noGrp="1"/>
          </p:cNvSpPr>
          <p:nvPr>
            <p:ph type="pic" sz="quarter" idx="83"/>
          </p:nvPr>
        </p:nvSpPr>
        <p:spPr/>
      </p:sp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3B25E1C6-6A73-82B0-B5DF-3E763D04DA6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C62706E0-06A4-A937-65E9-FC83EC8C354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CB8CA7EF-E0AE-F5DC-B089-20EDABF4BF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708877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365E9CE6-F377-F9BF-8D60-4FF17C482881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/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7C128DE-21DD-D1F7-BB2C-6381CED0A2A6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/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561F47AC-E8B5-678C-9E46-E9388EB5EF63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/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58312142-3E33-A006-7B62-804559879E3E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/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904717F5-F69F-7339-2A2C-258C2CD50B69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/>
      </p:sp>
      <p:sp>
        <p:nvSpPr>
          <p:cNvPr id="7" name="Рисунок 6">
            <a:extLst>
              <a:ext uri="{FF2B5EF4-FFF2-40B4-BE49-F238E27FC236}">
                <a16:creationId xmlns:a16="http://schemas.microsoft.com/office/drawing/2014/main" id="{8ABBEF0A-3965-46AD-A7B2-4CBD00076EDB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/>
      </p:sp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BE7B16D1-A0F1-80BE-CFCB-1F238C928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57071511-5E3A-6767-8C1E-82BBCDD99E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8562CB06-0B9D-9153-081E-D035F82E3A6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0F0A9711-393B-473E-C764-D045BC52B60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62CE11A4-1F31-862B-CDB7-1E89DB71D78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855C7262-8133-46C0-D053-16E1AC11F92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C52393AE-ED58-2D0D-5458-6383B8D01778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/>
      </p:sp>
      <p:sp>
        <p:nvSpPr>
          <p:cNvPr id="15" name="Рисунок 14">
            <a:extLst>
              <a:ext uri="{FF2B5EF4-FFF2-40B4-BE49-F238E27FC236}">
                <a16:creationId xmlns:a16="http://schemas.microsoft.com/office/drawing/2014/main" id="{0DA0D719-08A6-F010-473E-76D6A5BB26CE}"/>
              </a:ext>
            </a:extLst>
          </p:cNvPr>
          <p:cNvSpPr>
            <a:spLocks noGrp="1"/>
          </p:cNvSpPr>
          <p:nvPr>
            <p:ph type="pic" sz="quarter" idx="83"/>
          </p:nvPr>
        </p:nvSpPr>
        <p:spPr/>
      </p:sp>
      <p:sp>
        <p:nvSpPr>
          <p:cNvPr id="16" name="Рисунок 15">
            <a:extLst>
              <a:ext uri="{FF2B5EF4-FFF2-40B4-BE49-F238E27FC236}">
                <a16:creationId xmlns:a16="http://schemas.microsoft.com/office/drawing/2014/main" id="{13F80359-1AEA-34DB-C45F-07F01306FA1B}"/>
              </a:ext>
            </a:extLst>
          </p:cNvPr>
          <p:cNvSpPr>
            <a:spLocks noGrp="1"/>
          </p:cNvSpPr>
          <p:nvPr>
            <p:ph type="pic" sz="quarter" idx="84"/>
          </p:nvPr>
        </p:nvSpPr>
        <p:spPr/>
      </p:sp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E3183B00-DBC5-C202-CD63-568B9CFEB586}"/>
              </a:ext>
            </a:extLst>
          </p:cNvPr>
          <p:cNvSpPr>
            <a:spLocks noGrp="1"/>
          </p:cNvSpPr>
          <p:nvPr>
            <p:ph type="pic" sz="quarter" idx="85"/>
          </p:nvPr>
        </p:nvSpPr>
        <p:spPr/>
      </p:sp>
      <p:sp>
        <p:nvSpPr>
          <p:cNvPr id="18" name="Рисунок 17">
            <a:extLst>
              <a:ext uri="{FF2B5EF4-FFF2-40B4-BE49-F238E27FC236}">
                <a16:creationId xmlns:a16="http://schemas.microsoft.com/office/drawing/2014/main" id="{15F0502B-FCDE-2868-7B0D-792767265DEB}"/>
              </a:ext>
            </a:extLst>
          </p:cNvPr>
          <p:cNvSpPr>
            <a:spLocks noGrp="1"/>
          </p:cNvSpPr>
          <p:nvPr>
            <p:ph type="pic" sz="quarter" idx="86"/>
          </p:nvPr>
        </p:nvSpPr>
        <p:spPr/>
      </p:sp>
      <p:sp>
        <p:nvSpPr>
          <p:cNvPr id="19" name="Рисунок 18">
            <a:extLst>
              <a:ext uri="{FF2B5EF4-FFF2-40B4-BE49-F238E27FC236}">
                <a16:creationId xmlns:a16="http://schemas.microsoft.com/office/drawing/2014/main" id="{E521927A-1FAC-DB14-0C44-2DA4B64579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2AC626D5-F852-31EC-9E7B-81D8B25C267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77188D07-9493-C109-0E7B-F795ACC49C8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471362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846C6440-99A7-BF1A-157A-FB8DBF3B5DEB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/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6433CAD7-1D28-1ACF-6A52-FDC0296F5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8BC3E44-5207-0A9A-3224-542E009A6A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9F377CB0-6C54-2A74-68F1-31FEC535F68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EC53220-7121-5CCF-C52C-FFE9ABD1E45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43050F9-4C7F-60C9-061B-3552F893F47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985209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0ACDA1F0-7A78-93B4-B4CF-5260E6AEF70E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/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853ADDF-4B17-85F3-4C2A-079C36060A9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6CEF274-B681-A00B-4314-49B2BA11F3F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67609B8-6D03-2913-0713-B30EA4AFFE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719253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SmartArt 1">
            <a:extLst>
              <a:ext uri="{FF2B5EF4-FFF2-40B4-BE49-F238E27FC236}">
                <a16:creationId xmlns:a16="http://schemas.microsoft.com/office/drawing/2014/main" id="{F8937105-822F-9626-2CC9-C9F92109BCA7}"/>
              </a:ext>
            </a:extLst>
          </p:cNvPr>
          <p:cNvSpPr>
            <a:spLocks noGrp="1"/>
          </p:cNvSpPr>
          <p:nvPr>
            <p:ph type="dgm" sz="quarter" idx="83"/>
          </p:nvPr>
        </p:nvSpPr>
        <p:spPr/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89CA399-8DB2-E393-4C7C-535743FB2E5A}"/>
              </a:ext>
            </a:extLst>
          </p:cNvPr>
          <p:cNvSpPr>
            <a:spLocks noGrp="1"/>
          </p:cNvSpPr>
          <p:nvPr>
            <p:ph type="pic" sz="quarter" idx="84"/>
          </p:nvPr>
        </p:nvSpPr>
        <p:spPr/>
      </p:sp>
      <p:sp>
        <p:nvSpPr>
          <p:cNvPr id="4" name="Рисунок SmartArt 3">
            <a:extLst>
              <a:ext uri="{FF2B5EF4-FFF2-40B4-BE49-F238E27FC236}">
                <a16:creationId xmlns:a16="http://schemas.microsoft.com/office/drawing/2014/main" id="{19C04F60-040E-11EF-1856-DE97180E1736}"/>
              </a:ext>
            </a:extLst>
          </p:cNvPr>
          <p:cNvSpPr>
            <a:spLocks noGrp="1"/>
          </p:cNvSpPr>
          <p:nvPr>
            <p:ph type="dgm" sz="quarter" idx="85"/>
          </p:nvPr>
        </p:nvSpPr>
        <p:spPr/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1CDDA0AB-8221-24A0-9C90-3213B32E0648}"/>
              </a:ext>
            </a:extLst>
          </p:cNvPr>
          <p:cNvSpPr>
            <a:spLocks noGrp="1"/>
          </p:cNvSpPr>
          <p:nvPr>
            <p:ph type="pic" sz="quarter" idx="98"/>
          </p:nvPr>
        </p:nvSpPr>
        <p:spPr/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82005B46-CDCF-B011-D159-B72A554C4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29B8549-9C1F-F48B-4E17-8CD9C207D1D9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E09640A9-ABE3-ACEE-8A3F-5D7512C34B4E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EE144A07-625E-AC09-F915-DCADB3748622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BA0185FD-C083-86B5-9671-D41BFD030874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4254AADE-83B8-C9CB-3F5D-9DF99FF9F75F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E08A6365-E397-98B8-AE33-3293E14FCFF5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C326BE20-B223-B3E4-4685-DFF394447AFE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E669035A-C7EA-F5DF-C143-6EE376A4784D}"/>
              </a:ext>
            </a:extLst>
          </p:cNvPr>
          <p:cNvSpPr>
            <a:spLocks noGrp="1"/>
          </p:cNvSpPr>
          <p:nvPr>
            <p:ph type="body" sz="quarter" idx="7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62D0C5A9-F913-6CD1-AD22-09F02B932261}"/>
              </a:ext>
            </a:extLst>
          </p:cNvPr>
          <p:cNvSpPr>
            <a:spLocks noGrp="1"/>
          </p:cNvSpPr>
          <p:nvPr>
            <p:ph type="body" sz="quarter" idx="7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4DC251D6-F0BE-41EC-7F1C-AA8436DA6D3B}"/>
              </a:ext>
            </a:extLst>
          </p:cNvPr>
          <p:cNvSpPr>
            <a:spLocks noGrp="1"/>
          </p:cNvSpPr>
          <p:nvPr>
            <p:ph type="body" sz="quarter" idx="7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0B36BAF5-41C0-0FC0-F8A0-41C6C924153D}"/>
              </a:ext>
            </a:extLst>
          </p:cNvPr>
          <p:cNvSpPr>
            <a:spLocks noGrp="1"/>
          </p:cNvSpPr>
          <p:nvPr>
            <p:ph type="body" sz="quarter" idx="7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9E44E372-AF46-9636-88F7-27BA43B7E4D9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F81A7143-4A3A-8F71-96F5-8ED18A3C7F3E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682835E4-83E5-176D-6348-658375620AFC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1" name="Рисунок 20">
            <a:extLst>
              <a:ext uri="{FF2B5EF4-FFF2-40B4-BE49-F238E27FC236}">
                <a16:creationId xmlns:a16="http://schemas.microsoft.com/office/drawing/2014/main" id="{E277D17E-DAC9-EF2D-7829-492F7C6D086D}"/>
              </a:ext>
            </a:extLst>
          </p:cNvPr>
          <p:cNvSpPr>
            <a:spLocks noGrp="1"/>
          </p:cNvSpPr>
          <p:nvPr>
            <p:ph type="pic" sz="quarter" idx="86"/>
          </p:nvPr>
        </p:nvSpPr>
        <p:spPr/>
      </p:sp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B2EDF03A-2CA0-59D3-ACCF-F9D76979CE80}"/>
              </a:ext>
            </a:extLst>
          </p:cNvPr>
          <p:cNvSpPr>
            <a:spLocks noGrp="1"/>
          </p:cNvSpPr>
          <p:nvPr>
            <p:ph type="pic" sz="quarter" idx="87"/>
          </p:nvPr>
        </p:nvSpPr>
        <p:spPr/>
      </p:sp>
      <p:sp>
        <p:nvSpPr>
          <p:cNvPr id="23" name="Рисунок 22">
            <a:extLst>
              <a:ext uri="{FF2B5EF4-FFF2-40B4-BE49-F238E27FC236}">
                <a16:creationId xmlns:a16="http://schemas.microsoft.com/office/drawing/2014/main" id="{1A8F4A12-01B4-BF45-BCD3-8E36519BC472}"/>
              </a:ext>
            </a:extLst>
          </p:cNvPr>
          <p:cNvSpPr>
            <a:spLocks noGrp="1"/>
          </p:cNvSpPr>
          <p:nvPr>
            <p:ph type="pic" sz="quarter" idx="88"/>
          </p:nvPr>
        </p:nvSpPr>
        <p:spPr/>
      </p: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3DD8E6FC-3810-3680-A4A5-ADCD525F7CDD}"/>
              </a:ext>
            </a:extLst>
          </p:cNvPr>
          <p:cNvSpPr>
            <a:spLocks noGrp="1"/>
          </p:cNvSpPr>
          <p:nvPr>
            <p:ph type="pic" sz="quarter" idx="89"/>
          </p:nvPr>
        </p:nvSpPr>
        <p:spPr/>
      </p:sp>
      <p:sp>
        <p:nvSpPr>
          <p:cNvPr id="25" name="Рисунок 24">
            <a:extLst>
              <a:ext uri="{FF2B5EF4-FFF2-40B4-BE49-F238E27FC236}">
                <a16:creationId xmlns:a16="http://schemas.microsoft.com/office/drawing/2014/main" id="{C2A565EC-585E-BCFE-2E49-2B5C55D3173C}"/>
              </a:ext>
            </a:extLst>
          </p:cNvPr>
          <p:cNvSpPr>
            <a:spLocks noGrp="1"/>
          </p:cNvSpPr>
          <p:nvPr>
            <p:ph type="pic" sz="quarter" idx="90"/>
          </p:nvPr>
        </p:nvSpPr>
        <p:spPr/>
      </p:sp>
      <p:sp>
        <p:nvSpPr>
          <p:cNvPr id="26" name="Рисунок 25">
            <a:extLst>
              <a:ext uri="{FF2B5EF4-FFF2-40B4-BE49-F238E27FC236}">
                <a16:creationId xmlns:a16="http://schemas.microsoft.com/office/drawing/2014/main" id="{31315CBD-C32D-A3CF-5568-3A994EC2A7AF}"/>
              </a:ext>
            </a:extLst>
          </p:cNvPr>
          <p:cNvSpPr>
            <a:spLocks noGrp="1"/>
          </p:cNvSpPr>
          <p:nvPr>
            <p:ph type="pic" sz="quarter" idx="91"/>
          </p:nvPr>
        </p:nvSpPr>
        <p:spPr/>
      </p:sp>
      <p:sp>
        <p:nvSpPr>
          <p:cNvPr id="27" name="Рисунок 26">
            <a:extLst>
              <a:ext uri="{FF2B5EF4-FFF2-40B4-BE49-F238E27FC236}">
                <a16:creationId xmlns:a16="http://schemas.microsoft.com/office/drawing/2014/main" id="{3CC67F76-1BA2-A6D4-AEA3-9ECEDC9355C4}"/>
              </a:ext>
            </a:extLst>
          </p:cNvPr>
          <p:cNvSpPr>
            <a:spLocks noGrp="1"/>
          </p:cNvSpPr>
          <p:nvPr>
            <p:ph type="pic" sz="quarter" idx="92"/>
          </p:nvPr>
        </p:nvSpPr>
        <p:spPr/>
      </p:sp>
      <p:sp>
        <p:nvSpPr>
          <p:cNvPr id="28" name="Рисунок 27">
            <a:extLst>
              <a:ext uri="{FF2B5EF4-FFF2-40B4-BE49-F238E27FC236}">
                <a16:creationId xmlns:a16="http://schemas.microsoft.com/office/drawing/2014/main" id="{1ED2BC25-FDE4-2391-8BAF-25D8C9465FE7}"/>
              </a:ext>
            </a:extLst>
          </p:cNvPr>
          <p:cNvSpPr>
            <a:spLocks noGrp="1"/>
          </p:cNvSpPr>
          <p:nvPr>
            <p:ph type="pic" sz="quarter" idx="93"/>
          </p:nvPr>
        </p:nvSpPr>
        <p:spPr/>
      </p:sp>
      <p:sp>
        <p:nvSpPr>
          <p:cNvPr id="29" name="Рисунок 28">
            <a:extLst>
              <a:ext uri="{FF2B5EF4-FFF2-40B4-BE49-F238E27FC236}">
                <a16:creationId xmlns:a16="http://schemas.microsoft.com/office/drawing/2014/main" id="{BEBC29AE-4439-DEB8-0551-E1AD883BBAFF}"/>
              </a:ext>
            </a:extLst>
          </p:cNvPr>
          <p:cNvSpPr>
            <a:spLocks noGrp="1"/>
          </p:cNvSpPr>
          <p:nvPr>
            <p:ph type="pic" sz="quarter" idx="94"/>
          </p:nvPr>
        </p:nvSpPr>
        <p:spPr/>
      </p:sp>
      <p:sp>
        <p:nvSpPr>
          <p:cNvPr id="30" name="Рисунок 29">
            <a:extLst>
              <a:ext uri="{FF2B5EF4-FFF2-40B4-BE49-F238E27FC236}">
                <a16:creationId xmlns:a16="http://schemas.microsoft.com/office/drawing/2014/main" id="{995D208C-04FB-334A-DBEF-3BD09D7F7074}"/>
              </a:ext>
            </a:extLst>
          </p:cNvPr>
          <p:cNvSpPr>
            <a:spLocks noGrp="1"/>
          </p:cNvSpPr>
          <p:nvPr>
            <p:ph type="pic" sz="quarter" idx="95"/>
          </p:nvPr>
        </p:nvSpPr>
        <p:spPr/>
      </p:sp>
      <p:sp>
        <p:nvSpPr>
          <p:cNvPr id="31" name="Рисунок 30">
            <a:extLst>
              <a:ext uri="{FF2B5EF4-FFF2-40B4-BE49-F238E27FC236}">
                <a16:creationId xmlns:a16="http://schemas.microsoft.com/office/drawing/2014/main" id="{8C3CB3B6-EDBB-A8E5-8A16-40D5E661300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7B8F6B49-6A2C-E66E-B4DC-DD0F221618B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3" name="Текст 32">
            <a:extLst>
              <a:ext uri="{FF2B5EF4-FFF2-40B4-BE49-F238E27FC236}">
                <a16:creationId xmlns:a16="http://schemas.microsoft.com/office/drawing/2014/main" id="{DB12DF35-EE19-AC55-17DA-187938ECDB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4" name="Рисунок 33">
            <a:extLst>
              <a:ext uri="{FF2B5EF4-FFF2-40B4-BE49-F238E27FC236}">
                <a16:creationId xmlns:a16="http://schemas.microsoft.com/office/drawing/2014/main" id="{06CDA280-B2D4-B5B8-FB94-ED66A9452A2B}"/>
              </a:ext>
            </a:extLst>
          </p:cNvPr>
          <p:cNvSpPr>
            <a:spLocks noGrp="1"/>
          </p:cNvSpPr>
          <p:nvPr>
            <p:ph type="pic" sz="quarter" idx="97"/>
          </p:nvPr>
        </p:nvSpPr>
        <p:spPr/>
      </p:sp>
    </p:spTree>
    <p:extLst>
      <p:ext uri="{BB962C8B-B14F-4D97-AF65-F5344CB8AC3E}">
        <p14:creationId xmlns:p14="http://schemas.microsoft.com/office/powerpoint/2010/main" val="264463910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997BE4D3-C274-798F-9531-D5AB772E79FF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/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74F8860-007F-CB31-6DD1-3DCF3DC0AB74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/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A8B58D0-2121-7F8B-D110-A81B83D79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0EBB4B6-DFE3-3BCD-BB05-01E0AB39EFE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39A9614-FD82-F832-A82A-012AFCE4579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C46EB51-5404-0E3C-2BA2-AA9036447D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E76C832B-DC95-14C7-9092-9050694FCB4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6AD48CC3-EAC2-CC6C-9295-0B4369923D86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/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D378496C-7C6F-B3AD-9377-CD05C1200B25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/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D52E3792-9117-47F5-71A9-B69DF0F6BCA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AD79E618-0833-877F-C423-163693847781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36457C2F-44BB-AE84-A329-4CC2A073B48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D02EC0CA-1561-59D6-C8DD-92BB3D96D06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Рисунок 14">
            <a:extLst>
              <a:ext uri="{FF2B5EF4-FFF2-40B4-BE49-F238E27FC236}">
                <a16:creationId xmlns:a16="http://schemas.microsoft.com/office/drawing/2014/main" id="{7A14BF23-F314-428F-7338-D9C206A93AF8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/>
      </p:sp>
      <p:sp>
        <p:nvSpPr>
          <p:cNvPr id="16" name="Рисунок 15">
            <a:extLst>
              <a:ext uri="{FF2B5EF4-FFF2-40B4-BE49-F238E27FC236}">
                <a16:creationId xmlns:a16="http://schemas.microsoft.com/office/drawing/2014/main" id="{10686286-D1FD-2F50-7151-19050F710EF2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/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B0DB7C41-F27C-9880-9BDB-0729EECFAFB2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AD54062C-3B59-9843-8577-BB9E69D56821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85FF1932-B0B2-FA34-D35B-4DC42C4235C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68EF13E4-85EA-F9F2-713E-CCDE5B2817B9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1" name="Рисунок 20">
            <a:extLst>
              <a:ext uri="{FF2B5EF4-FFF2-40B4-BE49-F238E27FC236}">
                <a16:creationId xmlns:a16="http://schemas.microsoft.com/office/drawing/2014/main" id="{F0D67931-F5EB-347B-4E7D-B420452B79BC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/>
      </p:sp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5431A37A-2318-091D-16D6-D46C8ED40855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/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F7B1A20D-A17C-CF2D-6D98-A4F8D5A46333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A916CF97-8A9D-D661-2D35-D155896A128D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CACD91D2-40FD-EBF8-2F9F-894DA468A84D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6" name="Текст 25">
            <a:extLst>
              <a:ext uri="{FF2B5EF4-FFF2-40B4-BE49-F238E27FC236}">
                <a16:creationId xmlns:a16="http://schemas.microsoft.com/office/drawing/2014/main" id="{36D732CF-4118-4F46-D1BA-66393D6948B9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7" name="Рисунок 26">
            <a:extLst>
              <a:ext uri="{FF2B5EF4-FFF2-40B4-BE49-F238E27FC236}">
                <a16:creationId xmlns:a16="http://schemas.microsoft.com/office/drawing/2014/main" id="{AAFFB955-294A-BD00-F3C2-7DA400BD165C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/>
      </p:sp>
      <p:sp>
        <p:nvSpPr>
          <p:cNvPr id="28" name="Рисунок 27">
            <a:extLst>
              <a:ext uri="{FF2B5EF4-FFF2-40B4-BE49-F238E27FC236}">
                <a16:creationId xmlns:a16="http://schemas.microsoft.com/office/drawing/2014/main" id="{DD912D95-E73C-25B1-83E8-42D530476362}"/>
              </a:ext>
            </a:extLst>
          </p:cNvPr>
          <p:cNvSpPr>
            <a:spLocks noGrp="1"/>
          </p:cNvSpPr>
          <p:nvPr>
            <p:ph type="pic" sz="quarter" idx="83"/>
          </p:nvPr>
        </p:nvSpPr>
        <p:spPr/>
      </p:sp>
      <p:sp>
        <p:nvSpPr>
          <p:cNvPr id="29" name="Рисунок 28">
            <a:extLst>
              <a:ext uri="{FF2B5EF4-FFF2-40B4-BE49-F238E27FC236}">
                <a16:creationId xmlns:a16="http://schemas.microsoft.com/office/drawing/2014/main" id="{058C770D-1A1B-06D6-6AEA-C59F6656CCC1}"/>
              </a:ext>
            </a:extLst>
          </p:cNvPr>
          <p:cNvSpPr>
            <a:spLocks noGrp="1"/>
          </p:cNvSpPr>
          <p:nvPr>
            <p:ph type="pic" sz="quarter" idx="84"/>
          </p:nvPr>
        </p:nvSpPr>
        <p:spPr/>
      </p:sp>
      <p:sp>
        <p:nvSpPr>
          <p:cNvPr id="30" name="Рисунок 29">
            <a:extLst>
              <a:ext uri="{FF2B5EF4-FFF2-40B4-BE49-F238E27FC236}">
                <a16:creationId xmlns:a16="http://schemas.microsoft.com/office/drawing/2014/main" id="{2FCA0B2E-B74F-E3D4-C27C-A2251C9CA4FD}"/>
              </a:ext>
            </a:extLst>
          </p:cNvPr>
          <p:cNvSpPr>
            <a:spLocks noGrp="1"/>
          </p:cNvSpPr>
          <p:nvPr>
            <p:ph type="pic" sz="quarter" idx="85"/>
          </p:nvPr>
        </p:nvSpPr>
        <p:spPr/>
      </p:sp>
      <p:sp>
        <p:nvSpPr>
          <p:cNvPr id="31" name="Рисунок 30">
            <a:extLst>
              <a:ext uri="{FF2B5EF4-FFF2-40B4-BE49-F238E27FC236}">
                <a16:creationId xmlns:a16="http://schemas.microsoft.com/office/drawing/2014/main" id="{9480933B-515C-8CD4-70E5-E76CC827917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F09BB463-C348-ACD0-045A-D7D84047307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3" name="Текст 32">
            <a:extLst>
              <a:ext uri="{FF2B5EF4-FFF2-40B4-BE49-F238E27FC236}">
                <a16:creationId xmlns:a16="http://schemas.microsoft.com/office/drawing/2014/main" id="{98BC93E7-F64C-F6BC-2A6E-851A195B64B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344803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E94CAA1-F510-55C5-B1AE-732310047BFD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7F68639-F159-66ED-D9CB-09EBDEC5C3F2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6BCD0B5-30CC-0C76-7667-354D90C3808D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1418E3E-0311-C5B7-F4DB-56B7EC10EE41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FD7742-A761-E17A-C1F5-E6EF4F02006E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9C069CA-23F1-2F4D-8A64-4FFF8E4D58F7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78DB5E22-520C-2EF9-07EF-D62AD6BBD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Диаграмма 8">
            <a:extLst>
              <a:ext uri="{FF2B5EF4-FFF2-40B4-BE49-F238E27FC236}">
                <a16:creationId xmlns:a16="http://schemas.microsoft.com/office/drawing/2014/main" id="{E5C085B0-899F-6307-D48B-5C8E77EBD245}"/>
              </a:ext>
            </a:extLst>
          </p:cNvPr>
          <p:cNvSpPr>
            <a:spLocks noGrp="1"/>
          </p:cNvSpPr>
          <p:nvPr>
            <p:ph type="chart" sz="quarter" idx="76"/>
          </p:nvPr>
        </p:nvSpPr>
        <p:spPr/>
      </p:sp>
      <p:sp>
        <p:nvSpPr>
          <p:cNvPr id="10" name="Диаграмма 9">
            <a:extLst>
              <a:ext uri="{FF2B5EF4-FFF2-40B4-BE49-F238E27FC236}">
                <a16:creationId xmlns:a16="http://schemas.microsoft.com/office/drawing/2014/main" id="{BE615FC5-AF71-8C67-5D0D-904983F254B7}"/>
              </a:ext>
            </a:extLst>
          </p:cNvPr>
          <p:cNvSpPr>
            <a:spLocks noGrp="1"/>
          </p:cNvSpPr>
          <p:nvPr>
            <p:ph type="chart" sz="quarter" idx="77"/>
          </p:nvPr>
        </p:nvSpPr>
        <p:spPr/>
      </p:sp>
      <p:sp>
        <p:nvSpPr>
          <p:cNvPr id="11" name="Диаграмма 10">
            <a:extLst>
              <a:ext uri="{FF2B5EF4-FFF2-40B4-BE49-F238E27FC236}">
                <a16:creationId xmlns:a16="http://schemas.microsoft.com/office/drawing/2014/main" id="{3B8C14E1-35A7-04FF-4D83-A161D2FB19C5}"/>
              </a:ext>
            </a:extLst>
          </p:cNvPr>
          <p:cNvSpPr>
            <a:spLocks noGrp="1"/>
          </p:cNvSpPr>
          <p:nvPr>
            <p:ph type="chart" sz="quarter" idx="78"/>
          </p:nvPr>
        </p:nvSpPr>
        <p:spPr/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F8A5CA7F-19C7-3D9B-F290-726277273E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23A35AD3-0432-B536-B695-3B42063578F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47DE9E79-BF78-D5CC-3968-B10F1310932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276056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B83B1D10-B88D-B034-D701-3C48815EBF89}"/>
              </a:ext>
            </a:extLst>
          </p:cNvPr>
          <p:cNvSpPr>
            <a:spLocks noGrp="1"/>
          </p:cNvSpPr>
          <p:nvPr>
            <p:ph type="pic" sz="quarter" idx="77"/>
          </p:nvPr>
        </p:nvSpPr>
        <p:spPr/>
      </p:sp>
      <p:sp>
        <p:nvSpPr>
          <p:cNvPr id="3" name="Диаграмма 2">
            <a:extLst>
              <a:ext uri="{FF2B5EF4-FFF2-40B4-BE49-F238E27FC236}">
                <a16:creationId xmlns:a16="http://schemas.microsoft.com/office/drawing/2014/main" id="{5FEE5446-EDFC-E562-F1A7-BEAF549125A3}"/>
              </a:ext>
            </a:extLst>
          </p:cNvPr>
          <p:cNvSpPr>
            <a:spLocks noGrp="1"/>
          </p:cNvSpPr>
          <p:nvPr>
            <p:ph type="chart" sz="quarter" idx="76"/>
          </p:nvPr>
        </p:nvSpPr>
        <p:spPr/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36D33B2-C72B-AB12-30EE-A5EA6108D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DDCE920-2C53-9E34-E915-1700760076E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6FE2CE2-F11C-3D9D-09EB-2FA1D4EE1384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50430047-D2F3-912D-A7B1-19DE7D3AD1FC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A64258BF-6218-9326-6223-4668C8E0B8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037AA129-4403-E3FB-6918-49E26D64A750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A35BB97C-90F2-7266-6ECE-D0EB58506B5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100E4C6D-E514-7129-9B93-F3ABF5F09E9D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A4868828-4533-E131-7476-0B7205E708F9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E7B70345-D48F-9CA7-314B-AAD3F817B0A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0425227F-9A8D-9CD3-E66B-B2E7480D39D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FA32D262-E083-4AB6-2AC0-ABC026959A7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BF31D612-E4A0-78C4-D6D5-F6511AED251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B2245565-316D-263C-C8FD-E67ED615CD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91A90048-70FE-3BB3-3B85-6C41DBDF8B6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ACCFEC03-95A6-F71F-66D3-076D97692307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7180979B-0117-250B-734E-8859ABCA6E0A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408A8E68-DD8A-B64A-3113-86CF283838F9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2" name="Текст 21">
            <a:extLst>
              <a:ext uri="{FF2B5EF4-FFF2-40B4-BE49-F238E27FC236}">
                <a16:creationId xmlns:a16="http://schemas.microsoft.com/office/drawing/2014/main" id="{383A15F3-1707-DBBC-865F-E260389551EB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3E5D889D-FCB6-CAB2-1567-7718EFBF821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B7BD63AC-DE27-6DDE-0E5E-20A6CD449D9B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5" name="Рисунок 24">
            <a:extLst>
              <a:ext uri="{FF2B5EF4-FFF2-40B4-BE49-F238E27FC236}">
                <a16:creationId xmlns:a16="http://schemas.microsoft.com/office/drawing/2014/main" id="{4E26BECD-D384-7B55-0D92-30997C15505A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/>
      </p:sp>
      <p:sp>
        <p:nvSpPr>
          <p:cNvPr id="26" name="Рисунок 25">
            <a:extLst>
              <a:ext uri="{FF2B5EF4-FFF2-40B4-BE49-F238E27FC236}">
                <a16:creationId xmlns:a16="http://schemas.microsoft.com/office/drawing/2014/main" id="{BB95320B-CEC3-C9D8-368C-583D36ABEA3C}"/>
              </a:ext>
            </a:extLst>
          </p:cNvPr>
          <p:cNvSpPr>
            <a:spLocks noGrp="1"/>
          </p:cNvSpPr>
          <p:nvPr>
            <p:ph type="pic" sz="quarter" idx="83"/>
          </p:nvPr>
        </p:nvSpPr>
        <p:spPr/>
      </p:sp>
      <p:sp>
        <p:nvSpPr>
          <p:cNvPr id="27" name="Рисунок 26">
            <a:extLst>
              <a:ext uri="{FF2B5EF4-FFF2-40B4-BE49-F238E27FC236}">
                <a16:creationId xmlns:a16="http://schemas.microsoft.com/office/drawing/2014/main" id="{B5D164DC-5275-6D83-B02B-B8F10E3CB5E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88BFF5CA-4BDA-CD5D-42FD-E5AC32E4CC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7E980EA6-6802-3D2E-132E-50D10131740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788064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3CFE1D0A-0743-FE05-2186-EC68A0E90648}"/>
              </a:ext>
            </a:extLst>
          </p:cNvPr>
          <p:cNvSpPr>
            <a:spLocks noGrp="1"/>
          </p:cNvSpPr>
          <p:nvPr>
            <p:ph type="pic" sz="quarter" idx="93"/>
          </p:nvPr>
        </p:nvSpPr>
        <p:spPr/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3A7EEA6-6583-C16A-A089-128799E3CC22}"/>
              </a:ext>
            </a:extLst>
          </p:cNvPr>
          <p:cNvSpPr>
            <a:spLocks noGrp="1"/>
          </p:cNvSpPr>
          <p:nvPr>
            <p:ph type="pic" sz="quarter" idx="94"/>
          </p:nvPr>
        </p:nvSpPr>
        <p:spPr/>
      </p:sp>
      <p:sp>
        <p:nvSpPr>
          <p:cNvPr id="4" name="Диаграмма 3">
            <a:extLst>
              <a:ext uri="{FF2B5EF4-FFF2-40B4-BE49-F238E27FC236}">
                <a16:creationId xmlns:a16="http://schemas.microsoft.com/office/drawing/2014/main" id="{08F6E805-42D2-7739-CA64-6E606B9AAA91}"/>
              </a:ext>
            </a:extLst>
          </p:cNvPr>
          <p:cNvSpPr>
            <a:spLocks noGrp="1"/>
          </p:cNvSpPr>
          <p:nvPr>
            <p:ph type="chart" sz="quarter" idx="76"/>
          </p:nvPr>
        </p:nvSpPr>
        <p:spPr/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7481CF0A-EB62-373D-7C63-03DFEDFFA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3FAE7C7-3D80-C21C-B786-8586D3F682E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4E2555C-C442-89B3-19AD-6D10352AB7E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AA842BB4-E508-F200-9236-D69012A669CB}"/>
              </a:ext>
            </a:extLst>
          </p:cNvPr>
          <p:cNvSpPr>
            <a:spLocks noGrp="1"/>
          </p:cNvSpPr>
          <p:nvPr>
            <p:ph type="body" sz="quarter" idx="7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FF236B82-E4AE-01AC-2976-292C8B65D9CE}"/>
              </a:ext>
            </a:extLst>
          </p:cNvPr>
          <p:cNvSpPr>
            <a:spLocks noGrp="1"/>
          </p:cNvSpPr>
          <p:nvPr>
            <p:ph type="body" sz="quarter" idx="7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376E000-24FF-A835-390F-8E0AAD0103E0}"/>
              </a:ext>
            </a:extLst>
          </p:cNvPr>
          <p:cNvSpPr>
            <a:spLocks noGrp="1"/>
          </p:cNvSpPr>
          <p:nvPr>
            <p:ph type="body" sz="quarter" idx="7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00BAFF7B-28C8-0318-E40F-12C96247C338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153A1471-43BF-88A9-7F51-53051302EBAD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28DA3018-D653-F178-4E49-AB47BA5AF907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E540772B-6AE4-B594-FF26-174A0C850B2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Диаграмма 14">
            <a:extLst>
              <a:ext uri="{FF2B5EF4-FFF2-40B4-BE49-F238E27FC236}">
                <a16:creationId xmlns:a16="http://schemas.microsoft.com/office/drawing/2014/main" id="{CA2BD5C3-FC8B-0C3A-A82F-BB0701C02A44}"/>
              </a:ext>
            </a:extLst>
          </p:cNvPr>
          <p:cNvSpPr>
            <a:spLocks noGrp="1"/>
          </p:cNvSpPr>
          <p:nvPr>
            <p:ph type="chart" sz="quarter" idx="83"/>
          </p:nvPr>
        </p:nvSpPr>
        <p:spPr/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CB2084CC-454E-6983-2D2F-DDD862B80D7E}"/>
              </a:ext>
            </a:extLst>
          </p:cNvPr>
          <p:cNvSpPr>
            <a:spLocks noGrp="1"/>
          </p:cNvSpPr>
          <p:nvPr>
            <p:ph type="body" sz="quarter" idx="8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D8E428F8-22F7-671B-D4FB-776D91CF1BF6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B9FA34A7-8092-2198-83D0-BAFA5B93ED2D}"/>
              </a:ext>
            </a:extLst>
          </p:cNvPr>
          <p:cNvSpPr>
            <a:spLocks noGrp="1"/>
          </p:cNvSpPr>
          <p:nvPr>
            <p:ph type="body" sz="quarter" idx="8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1A762659-88DC-1361-9BDD-001384BF04D3}"/>
              </a:ext>
            </a:extLst>
          </p:cNvPr>
          <p:cNvSpPr>
            <a:spLocks noGrp="1"/>
          </p:cNvSpPr>
          <p:nvPr>
            <p:ph type="body" sz="quarter" idx="8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0FECBC31-E8D5-1380-1727-F8013E6FB458}"/>
              </a:ext>
            </a:extLst>
          </p:cNvPr>
          <p:cNvSpPr>
            <a:spLocks noGrp="1"/>
          </p:cNvSpPr>
          <p:nvPr>
            <p:ph type="body" sz="quarter" idx="8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D3F3BB3F-1B8A-9FB5-02EF-811A8A21A5A8}"/>
              </a:ext>
            </a:extLst>
          </p:cNvPr>
          <p:cNvSpPr>
            <a:spLocks noGrp="1"/>
          </p:cNvSpPr>
          <p:nvPr>
            <p:ph type="body" sz="quarter" idx="8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2" name="Текст 21">
            <a:extLst>
              <a:ext uri="{FF2B5EF4-FFF2-40B4-BE49-F238E27FC236}">
                <a16:creationId xmlns:a16="http://schemas.microsoft.com/office/drawing/2014/main" id="{D6BDA503-CD5F-C70B-DE76-EBDCEA158F49}"/>
              </a:ext>
            </a:extLst>
          </p:cNvPr>
          <p:cNvSpPr>
            <a:spLocks noGrp="1"/>
          </p:cNvSpPr>
          <p:nvPr>
            <p:ph type="body" sz="quarter" idx="9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26758B00-6A50-34E7-343A-52CF9D685493}"/>
              </a:ext>
            </a:extLst>
          </p:cNvPr>
          <p:cNvSpPr>
            <a:spLocks noGrp="1"/>
          </p:cNvSpPr>
          <p:nvPr>
            <p:ph type="body" sz="quarter" idx="9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E7D6EAA5-68F9-5394-B37E-E6DDFDBE62B3}"/>
              </a:ext>
            </a:extLst>
          </p:cNvPr>
          <p:cNvSpPr>
            <a:spLocks noGrp="1"/>
          </p:cNvSpPr>
          <p:nvPr>
            <p:ph type="body" sz="quarter" idx="9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5" name="Рисунок 24">
            <a:extLst>
              <a:ext uri="{FF2B5EF4-FFF2-40B4-BE49-F238E27FC236}">
                <a16:creationId xmlns:a16="http://schemas.microsoft.com/office/drawing/2014/main" id="{7E871F77-85D4-ECC6-0256-77EF554DA5B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26" name="Текст 25">
            <a:extLst>
              <a:ext uri="{FF2B5EF4-FFF2-40B4-BE49-F238E27FC236}">
                <a16:creationId xmlns:a16="http://schemas.microsoft.com/office/drawing/2014/main" id="{7E13D135-1ECD-7686-5328-E45F9C39904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B3A534DE-EACD-C0AD-5AB2-9D31019E07F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045736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056BD85A-8F6B-ED8F-A26D-4052F6683F03}"/>
              </a:ext>
            </a:extLst>
          </p:cNvPr>
          <p:cNvSpPr>
            <a:spLocks noGrp="1"/>
          </p:cNvSpPr>
          <p:nvPr>
            <p:ph type="pic" sz="quarter" idx="94"/>
          </p:nvPr>
        </p:nvSpPr>
        <p:spPr/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0898496-BCAB-8E45-6EE1-ADEDA07BFC92}"/>
              </a:ext>
            </a:extLst>
          </p:cNvPr>
          <p:cNvSpPr>
            <a:spLocks noGrp="1"/>
          </p:cNvSpPr>
          <p:nvPr>
            <p:ph type="pic" sz="quarter" idx="95"/>
          </p:nvPr>
        </p:nvSpPr>
        <p:spPr/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011A3733-B5FB-DFAE-E94B-198CBB0B99E7}"/>
              </a:ext>
            </a:extLst>
          </p:cNvPr>
          <p:cNvSpPr>
            <a:spLocks noGrp="1"/>
          </p:cNvSpPr>
          <p:nvPr>
            <p:ph type="pic" sz="quarter" idx="96"/>
          </p:nvPr>
        </p:nvSpPr>
        <p:spPr/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5F4B734B-99F9-CB66-6F93-95D9364F1FE4}"/>
              </a:ext>
            </a:extLst>
          </p:cNvPr>
          <p:cNvSpPr>
            <a:spLocks noGrp="1"/>
          </p:cNvSpPr>
          <p:nvPr>
            <p:ph type="pic" sz="quarter" idx="97"/>
          </p:nvPr>
        </p:nvSpPr>
        <p:spPr/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928354D0-4D61-63A2-7D27-FFF03658C41D}"/>
              </a:ext>
            </a:extLst>
          </p:cNvPr>
          <p:cNvSpPr>
            <a:spLocks noGrp="1"/>
          </p:cNvSpPr>
          <p:nvPr>
            <p:ph type="pic" sz="quarter" idx="93"/>
          </p:nvPr>
        </p:nvSpPr>
        <p:spPr/>
      </p:sp>
      <p:sp>
        <p:nvSpPr>
          <p:cNvPr id="7" name="Диаграмма 6">
            <a:extLst>
              <a:ext uri="{FF2B5EF4-FFF2-40B4-BE49-F238E27FC236}">
                <a16:creationId xmlns:a16="http://schemas.microsoft.com/office/drawing/2014/main" id="{DC414661-49E4-2609-C026-641CAC6E047D}"/>
              </a:ext>
            </a:extLst>
          </p:cNvPr>
          <p:cNvSpPr>
            <a:spLocks noGrp="1"/>
          </p:cNvSpPr>
          <p:nvPr>
            <p:ph type="chart" sz="quarter" idx="76"/>
          </p:nvPr>
        </p:nvSpPr>
        <p:spPr/>
      </p:sp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4F0A95F3-E269-3A64-FF76-4838067AB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435A314D-9D22-A8B1-3331-D0FC3DD7621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2B532EC7-E8DD-33F7-D269-303DCF5481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C6C86817-9BC3-8FE5-4865-8CE5C19BA19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DD41ABB6-D802-6537-534C-634AA6F2F4CE}"/>
              </a:ext>
            </a:extLst>
          </p:cNvPr>
          <p:cNvSpPr>
            <a:spLocks noGrp="1"/>
          </p:cNvSpPr>
          <p:nvPr>
            <p:ph type="body" sz="quarter" idx="7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BE642B3C-8F3D-876A-8C10-9D495A373C3C}"/>
              </a:ext>
            </a:extLst>
          </p:cNvPr>
          <p:cNvSpPr>
            <a:spLocks noGrp="1"/>
          </p:cNvSpPr>
          <p:nvPr>
            <p:ph type="body" sz="quarter" idx="7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ADFD6465-9454-FF90-DE5D-ED60150449C6}"/>
              </a:ext>
            </a:extLst>
          </p:cNvPr>
          <p:cNvSpPr>
            <a:spLocks noGrp="1"/>
          </p:cNvSpPr>
          <p:nvPr>
            <p:ph type="body" sz="quarter" idx="7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FDF4C3FC-36BE-0D62-D38F-ACCFB81FB3DE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7B52B6F2-C8AC-A889-6B41-4007F8D97C49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16AF9C62-E2E7-1926-FB52-C763CF8F06EB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A9ED6689-95B9-72EA-ACCF-0E50433401FA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Рисунок 18">
            <a:extLst>
              <a:ext uri="{FF2B5EF4-FFF2-40B4-BE49-F238E27FC236}">
                <a16:creationId xmlns:a16="http://schemas.microsoft.com/office/drawing/2014/main" id="{CD494135-B884-9468-FD9D-8340CF92B679}"/>
              </a:ext>
            </a:extLst>
          </p:cNvPr>
          <p:cNvSpPr>
            <a:spLocks noGrp="1"/>
          </p:cNvSpPr>
          <p:nvPr>
            <p:ph type="pic" sz="quarter" idx="87"/>
          </p:nvPr>
        </p:nvSpPr>
        <p:spPr/>
      </p:sp>
      <p:sp>
        <p:nvSpPr>
          <p:cNvPr id="20" name="Рисунок 19">
            <a:extLst>
              <a:ext uri="{FF2B5EF4-FFF2-40B4-BE49-F238E27FC236}">
                <a16:creationId xmlns:a16="http://schemas.microsoft.com/office/drawing/2014/main" id="{FB770B57-4912-5709-5A90-E135728C5287}"/>
              </a:ext>
            </a:extLst>
          </p:cNvPr>
          <p:cNvSpPr>
            <a:spLocks noGrp="1"/>
          </p:cNvSpPr>
          <p:nvPr>
            <p:ph type="pic" sz="quarter" idx="98"/>
          </p:nvPr>
        </p:nvSpPr>
        <p:spPr/>
      </p:sp>
      <p:sp>
        <p:nvSpPr>
          <p:cNvPr id="21" name="Рисунок 20">
            <a:extLst>
              <a:ext uri="{FF2B5EF4-FFF2-40B4-BE49-F238E27FC236}">
                <a16:creationId xmlns:a16="http://schemas.microsoft.com/office/drawing/2014/main" id="{04DEC1BE-C973-FAF2-CC3C-F09A9398FA04}"/>
              </a:ext>
            </a:extLst>
          </p:cNvPr>
          <p:cNvSpPr>
            <a:spLocks noGrp="1"/>
          </p:cNvSpPr>
          <p:nvPr>
            <p:ph type="pic" sz="quarter" idx="99"/>
          </p:nvPr>
        </p:nvSpPr>
        <p:spPr/>
      </p:sp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982A699F-F432-E4A2-EAAD-A5C83E96E256}"/>
              </a:ext>
            </a:extLst>
          </p:cNvPr>
          <p:cNvSpPr>
            <a:spLocks noGrp="1"/>
          </p:cNvSpPr>
          <p:nvPr>
            <p:ph type="pic" sz="quarter" idx="100"/>
          </p:nvPr>
        </p:nvSpPr>
        <p:spPr/>
      </p:sp>
      <p:sp>
        <p:nvSpPr>
          <p:cNvPr id="23" name="Рисунок 22">
            <a:extLst>
              <a:ext uri="{FF2B5EF4-FFF2-40B4-BE49-F238E27FC236}">
                <a16:creationId xmlns:a16="http://schemas.microsoft.com/office/drawing/2014/main" id="{A5BB02AF-016B-A401-5F95-9ABACB63C85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144B9CCF-3E3D-B612-527E-F290B01C623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B8B3562D-728A-CF9C-16EB-A1E9A9146F9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785967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FC366B23-B174-B063-C263-66EF26852026}"/>
              </a:ext>
            </a:extLst>
          </p:cNvPr>
          <p:cNvSpPr>
            <a:spLocks noGrp="1"/>
          </p:cNvSpPr>
          <p:nvPr>
            <p:ph type="pic" sz="quarter" idx="94"/>
          </p:nvPr>
        </p:nvSpPr>
        <p:spPr/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2A68A59-E99B-D4E8-051D-57049E26F17E}"/>
              </a:ext>
            </a:extLst>
          </p:cNvPr>
          <p:cNvSpPr>
            <a:spLocks noGrp="1"/>
          </p:cNvSpPr>
          <p:nvPr>
            <p:ph type="pic" sz="quarter" idx="93"/>
          </p:nvPr>
        </p:nvSpPr>
        <p:spPr/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BB75F43F-317F-E200-53B2-56DFC6643B23}"/>
              </a:ext>
            </a:extLst>
          </p:cNvPr>
          <p:cNvSpPr>
            <a:spLocks noGrp="1"/>
          </p:cNvSpPr>
          <p:nvPr>
            <p:ph type="pic" sz="quarter" idx="95"/>
          </p:nvPr>
        </p:nvSpPr>
        <p:spPr/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733FE47D-074B-B846-6423-880DA3EC745D}"/>
              </a:ext>
            </a:extLst>
          </p:cNvPr>
          <p:cNvSpPr>
            <a:spLocks noGrp="1"/>
          </p:cNvSpPr>
          <p:nvPr>
            <p:ph type="pic" sz="quarter" idx="96"/>
          </p:nvPr>
        </p:nvSpPr>
        <p:spPr/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73A56055-83C7-DBB2-1831-E260B89AB33F}"/>
              </a:ext>
            </a:extLst>
          </p:cNvPr>
          <p:cNvSpPr>
            <a:spLocks noGrp="1"/>
          </p:cNvSpPr>
          <p:nvPr>
            <p:ph type="pic" sz="quarter" idx="97"/>
          </p:nvPr>
        </p:nvSpPr>
        <p:spPr/>
      </p:sp>
      <p:sp>
        <p:nvSpPr>
          <p:cNvPr id="7" name="Диаграмма 6">
            <a:extLst>
              <a:ext uri="{FF2B5EF4-FFF2-40B4-BE49-F238E27FC236}">
                <a16:creationId xmlns:a16="http://schemas.microsoft.com/office/drawing/2014/main" id="{2C896726-B9AA-FB8A-AD9B-900C7511EE4E}"/>
              </a:ext>
            </a:extLst>
          </p:cNvPr>
          <p:cNvSpPr>
            <a:spLocks noGrp="1"/>
          </p:cNvSpPr>
          <p:nvPr>
            <p:ph type="chart" sz="quarter" idx="76"/>
          </p:nvPr>
        </p:nvSpPr>
        <p:spPr/>
      </p:sp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6AA09672-EF55-0844-4E43-6CD586CDC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07486F88-F9CF-9138-9F69-016F672EC60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C3AE652A-6322-090C-0672-B13DEC6B28D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C39B123A-2E75-E695-067A-520FA813BE75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Диаграмма 11">
            <a:extLst>
              <a:ext uri="{FF2B5EF4-FFF2-40B4-BE49-F238E27FC236}">
                <a16:creationId xmlns:a16="http://schemas.microsoft.com/office/drawing/2014/main" id="{6C9BA45A-229C-86E8-403B-90682F346162}"/>
              </a:ext>
            </a:extLst>
          </p:cNvPr>
          <p:cNvSpPr>
            <a:spLocks noGrp="1"/>
          </p:cNvSpPr>
          <p:nvPr>
            <p:ph type="chart" sz="quarter" idx="81"/>
          </p:nvPr>
        </p:nvSpPr>
        <p:spPr/>
      </p:sp>
      <p:sp>
        <p:nvSpPr>
          <p:cNvPr id="13" name="Диаграмма 12">
            <a:extLst>
              <a:ext uri="{FF2B5EF4-FFF2-40B4-BE49-F238E27FC236}">
                <a16:creationId xmlns:a16="http://schemas.microsoft.com/office/drawing/2014/main" id="{BB9AA23F-42FA-2283-5561-E8758AF814CE}"/>
              </a:ext>
            </a:extLst>
          </p:cNvPr>
          <p:cNvSpPr>
            <a:spLocks noGrp="1"/>
          </p:cNvSpPr>
          <p:nvPr>
            <p:ph type="chart" sz="quarter" idx="82"/>
          </p:nvPr>
        </p:nvSpPr>
        <p:spPr/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89251E48-F51F-D90F-BC62-67928EF09B26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4BC00B9F-67B7-07D8-52EA-BE493F0CBD07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B5170BFA-E517-85FB-EE17-20B4A015DBF4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48A37B71-E1CC-4104-0783-4EEBCF24C997}"/>
              </a:ext>
            </a:extLst>
          </p:cNvPr>
          <p:cNvSpPr>
            <a:spLocks noGrp="1"/>
          </p:cNvSpPr>
          <p:nvPr>
            <p:ph type="body" sz="quarter" idx="8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22D3756B-7B22-8652-71E8-689713265DE3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ADA929A1-5868-A0A7-CAF2-C49E2339561F}"/>
              </a:ext>
            </a:extLst>
          </p:cNvPr>
          <p:cNvSpPr>
            <a:spLocks noGrp="1"/>
          </p:cNvSpPr>
          <p:nvPr>
            <p:ph type="body" sz="quarter" idx="8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9F0574A1-2CF2-C2BC-27C0-68B2EE25BDA7}"/>
              </a:ext>
            </a:extLst>
          </p:cNvPr>
          <p:cNvSpPr>
            <a:spLocks noGrp="1"/>
          </p:cNvSpPr>
          <p:nvPr>
            <p:ph type="body" sz="quarter" idx="8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692CDE6F-B518-79B6-21EF-034E85EBB0F2}"/>
              </a:ext>
            </a:extLst>
          </p:cNvPr>
          <p:cNvSpPr>
            <a:spLocks noGrp="1"/>
          </p:cNvSpPr>
          <p:nvPr>
            <p:ph type="body" sz="quarter" idx="8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B518342C-CBF8-98C3-2E13-8881409920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1FF9F7D4-D7A0-C7A9-28B7-0D51CE0838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011C7441-A802-21BE-E0B2-BCF8C9CF64C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407321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55B7A820-2C96-322A-F079-D79F9AF328D7}"/>
              </a:ext>
            </a:extLst>
          </p:cNvPr>
          <p:cNvSpPr>
            <a:spLocks noGrp="1"/>
          </p:cNvSpPr>
          <p:nvPr>
            <p:ph type="pic" sz="quarter" idx="94"/>
          </p:nvPr>
        </p:nvSpPr>
        <p:spPr/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86F775F-C35B-6749-0EFB-5C250DB393C9}"/>
              </a:ext>
            </a:extLst>
          </p:cNvPr>
          <p:cNvSpPr>
            <a:spLocks noGrp="1"/>
          </p:cNvSpPr>
          <p:nvPr>
            <p:ph type="pic" sz="quarter" idx="95"/>
          </p:nvPr>
        </p:nvSpPr>
        <p:spPr/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AEB3AAA4-5541-0643-0C25-B14427494C67}"/>
              </a:ext>
            </a:extLst>
          </p:cNvPr>
          <p:cNvSpPr>
            <a:spLocks noGrp="1"/>
          </p:cNvSpPr>
          <p:nvPr>
            <p:ph type="pic" sz="quarter" idx="96"/>
          </p:nvPr>
        </p:nvSpPr>
        <p:spPr/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74E91F45-C21F-75CE-B91B-E3F908DD7F58}"/>
              </a:ext>
            </a:extLst>
          </p:cNvPr>
          <p:cNvSpPr>
            <a:spLocks noGrp="1"/>
          </p:cNvSpPr>
          <p:nvPr>
            <p:ph type="pic" sz="quarter" idx="97"/>
          </p:nvPr>
        </p:nvSpPr>
        <p:spPr/>
      </p:sp>
      <p:sp>
        <p:nvSpPr>
          <p:cNvPr id="6" name="Диаграмма 5">
            <a:extLst>
              <a:ext uri="{FF2B5EF4-FFF2-40B4-BE49-F238E27FC236}">
                <a16:creationId xmlns:a16="http://schemas.microsoft.com/office/drawing/2014/main" id="{0AA9BD4E-515F-2A2E-BD27-E224631C48F0}"/>
              </a:ext>
            </a:extLst>
          </p:cNvPr>
          <p:cNvSpPr>
            <a:spLocks noGrp="1"/>
          </p:cNvSpPr>
          <p:nvPr>
            <p:ph type="chart" sz="quarter" idx="81"/>
          </p:nvPr>
        </p:nvSpPr>
        <p:spPr/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B73E5BD5-EC42-C60A-9B35-8C69D61C9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BF4FFE94-6506-73A6-4437-8AF75F30227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A1B54D0E-D76D-B9DE-A0F5-49DAFA337FD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3E907159-931C-3E97-9D55-464C8B81B35F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6F59FDEC-C5AA-6BCE-D4F5-B119C17399D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12DAD194-2B39-3117-A1C3-626A6257675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95277A3A-4E2A-B003-286F-5F46D92F7375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505F2941-58AF-0657-1AA7-CCB95F5B541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5284B878-8321-8886-FC05-DB1FDCDA4502}"/>
              </a:ext>
            </a:extLst>
          </p:cNvPr>
          <p:cNvSpPr>
            <a:spLocks noGrp="1"/>
          </p:cNvSpPr>
          <p:nvPr>
            <p:ph type="body" sz="quarter" idx="9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F1B8C41B-18F2-DCA1-E5A6-545627B26C34}"/>
              </a:ext>
            </a:extLst>
          </p:cNvPr>
          <p:cNvSpPr>
            <a:spLocks noGrp="1"/>
          </p:cNvSpPr>
          <p:nvPr>
            <p:ph type="body" sz="quarter" idx="9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66A69E4D-7FA2-CA97-DFEB-2BDE5F1F3FB3}"/>
              </a:ext>
            </a:extLst>
          </p:cNvPr>
          <p:cNvSpPr>
            <a:spLocks noGrp="1"/>
          </p:cNvSpPr>
          <p:nvPr>
            <p:ph type="body" sz="quarter" idx="10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8" name="Рисунок 17">
            <a:extLst>
              <a:ext uri="{FF2B5EF4-FFF2-40B4-BE49-F238E27FC236}">
                <a16:creationId xmlns:a16="http://schemas.microsoft.com/office/drawing/2014/main" id="{58B5E391-B3A7-4248-B882-C3F835FA0C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17B90D3C-5CF5-F502-835D-C0917D9DE31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9D32C608-C94C-DDD4-D5C0-C3AE1D77C93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235619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BAEB8355-06A6-68DA-9F1C-B9512BDA2031}"/>
              </a:ext>
            </a:extLst>
          </p:cNvPr>
          <p:cNvSpPr>
            <a:spLocks noGrp="1"/>
          </p:cNvSpPr>
          <p:nvPr>
            <p:ph type="pic" sz="quarter" idx="95"/>
          </p:nvPr>
        </p:nvSpPr>
        <p:spPr/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547A75B-2492-8682-C8EB-420A97DC70D2}"/>
              </a:ext>
            </a:extLst>
          </p:cNvPr>
          <p:cNvSpPr>
            <a:spLocks noGrp="1"/>
          </p:cNvSpPr>
          <p:nvPr>
            <p:ph type="pic" sz="quarter" idx="96"/>
          </p:nvPr>
        </p:nvSpPr>
        <p:spPr/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42532601-E77F-81A3-C896-FC053AE6C13A}"/>
              </a:ext>
            </a:extLst>
          </p:cNvPr>
          <p:cNvSpPr>
            <a:spLocks noGrp="1"/>
          </p:cNvSpPr>
          <p:nvPr>
            <p:ph type="pic" sz="quarter" idx="97"/>
          </p:nvPr>
        </p:nvSpPr>
        <p:spPr/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FED3718B-C5FA-AB52-FF80-3AF937B28DE8}"/>
              </a:ext>
            </a:extLst>
          </p:cNvPr>
          <p:cNvSpPr>
            <a:spLocks noGrp="1"/>
          </p:cNvSpPr>
          <p:nvPr>
            <p:ph type="pic" sz="quarter" idx="98"/>
          </p:nvPr>
        </p:nvSpPr>
        <p:spPr/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036694D5-1BA6-1B5B-B069-A6FAC2A67FFF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20976167-F90B-27F9-887B-C463DEDC0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9E0686BB-D1B9-2F85-C711-48851F3A7E83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D1FCFB95-BEEE-DB1D-0133-0DBAA865724C}"/>
              </a:ext>
            </a:extLst>
          </p:cNvPr>
          <p:cNvSpPr>
            <a:spLocks noGrp="1"/>
          </p:cNvSpPr>
          <p:nvPr>
            <p:ph type="body" sz="quarter" idx="7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23A28A8A-0C6E-6952-77D5-FDE06203B176}"/>
              </a:ext>
            </a:extLst>
          </p:cNvPr>
          <p:cNvSpPr>
            <a:spLocks noGrp="1"/>
          </p:cNvSpPr>
          <p:nvPr>
            <p:ph type="body" sz="quarter" idx="7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34FB20F0-A658-05D3-05E3-6BBC9E7D1A9C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851E8EAB-E8DF-0BE6-2CCD-5D4093F7EF1B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14F4AF9E-EC99-CB7B-4ADB-634C1995BD39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F268A085-AC84-7463-2687-0FEE36AB34D6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3517A26-1E49-A13D-FE31-2F7351931F9F}"/>
              </a:ext>
            </a:extLst>
          </p:cNvPr>
          <p:cNvSpPr>
            <a:spLocks noGrp="1"/>
          </p:cNvSpPr>
          <p:nvPr>
            <p:ph type="body" sz="quarter" idx="8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Диаграмма 15">
            <a:extLst>
              <a:ext uri="{FF2B5EF4-FFF2-40B4-BE49-F238E27FC236}">
                <a16:creationId xmlns:a16="http://schemas.microsoft.com/office/drawing/2014/main" id="{6166C645-B7D5-D0DC-9E30-E0D03EAD4F05}"/>
              </a:ext>
            </a:extLst>
          </p:cNvPr>
          <p:cNvSpPr>
            <a:spLocks noGrp="1"/>
          </p:cNvSpPr>
          <p:nvPr>
            <p:ph type="chart" sz="quarter" idx="85"/>
          </p:nvPr>
        </p:nvSpPr>
        <p:spPr/>
      </p:sp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4130ED57-57D1-BE70-8008-F26A803ADEC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49A5D1EB-564B-963E-AD75-A86F1C9837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45AB1A62-F9BE-C2C8-7C52-568AB828AD2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262535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0AE21F-3928-CA8A-668A-D38D61BAB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аблица 2">
            <a:extLst>
              <a:ext uri="{FF2B5EF4-FFF2-40B4-BE49-F238E27FC236}">
                <a16:creationId xmlns:a16="http://schemas.microsoft.com/office/drawing/2014/main" id="{E8B60C8A-0A21-FDE9-6B6B-434E3DB89D95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/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A7E3BB6F-A476-76FE-03F2-8D387E4056E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0EE4B78-7143-A75D-B12B-F240EBB4555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C616A115-AE3A-BD9D-B9AC-9B750937FEC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609455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8D1B30-15D6-98EC-6484-44117DA91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аблица 2">
            <a:extLst>
              <a:ext uri="{FF2B5EF4-FFF2-40B4-BE49-F238E27FC236}">
                <a16:creationId xmlns:a16="http://schemas.microsoft.com/office/drawing/2014/main" id="{7E3D60CF-1448-AFA6-088B-33D10B27EBE9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/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D059931-B9DF-8756-478D-205CDF3228BA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A083810-EB76-8A24-8CA0-F9CBDF08DE92}"/>
              </a:ext>
            </a:extLst>
          </p:cNvPr>
          <p:cNvSpPr>
            <a:spLocks noGrp="1"/>
          </p:cNvSpPr>
          <p:nvPr>
            <p:ph type="body" sz="quarter" idx="7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98EF2E8C-09BC-2930-8D31-CC674729734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91387FE-0A27-2814-611B-0410C3F5A91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F35FFAAB-0E08-C1AB-28AD-CF9ED38885B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5D5655DD-B7A3-5791-F123-5C59713AD71B}"/>
              </a:ext>
            </a:extLst>
          </p:cNvPr>
          <p:cNvSpPr>
            <a:spLocks noGrp="1"/>
          </p:cNvSpPr>
          <p:nvPr>
            <p:ph type="pic" sz="quarter" idx="95"/>
          </p:nvPr>
        </p:nvSpPr>
        <p:spPr/>
      </p:sp>
    </p:spTree>
    <p:extLst>
      <p:ext uri="{BB962C8B-B14F-4D97-AF65-F5344CB8AC3E}">
        <p14:creationId xmlns:p14="http://schemas.microsoft.com/office/powerpoint/2010/main" val="281387414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C7DFAE-CEF2-1B28-790C-9CCA77D08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402FC90-599E-4394-4EB3-FF9BAFF6A2E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066B7C2-66B4-211F-D470-02663E1D0D7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1D51A97-5AE8-2E1C-6F78-43A546FD4808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0673BAD2-46A9-92ED-8AFF-032F742FE58A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D132CBF2-B4FC-5A80-1F76-82925DA766A5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2A10AE4-5C9F-08B1-BCAF-45937A598131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EC755C08-293E-2A90-F41E-766165315BF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63140D0-DC39-A66C-4C54-610A006C096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560297C2-913B-C442-264C-046B55249AD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405850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40E3ED34-2068-28A9-20C4-0045C779D62A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5948CD3-7278-D9E5-CE23-9827216075FB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C6CC881-364B-E8C6-D720-A0AEC61CEB98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0B506F0-F505-B2E0-B876-A0CD8C4FBB29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6AD750C0-CF6E-AC69-BC2C-91BD9386D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CF3BC859-C104-1CCB-8DBC-1E8C949314B9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2D11A92D-A518-2EDF-C608-261E050E88EA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E4E66820-BB37-2873-5A3C-00EC1A3BCD20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83BC5314-A373-9C24-D63D-B5557DBE64E6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22C8694C-5C69-A065-8405-512278ED45DE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49867A8A-A1AF-04EA-B5BF-2B81320CFFFE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E2F492FF-3065-48F8-F4D3-4617C1B1A216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/>
      </p:sp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C369B677-89F2-96CB-9A8E-1E7A8EA60E94}"/>
              </a:ext>
            </a:extLst>
          </p:cNvPr>
          <p:cNvSpPr>
            <a:spLocks noGrp="1"/>
          </p:cNvSpPr>
          <p:nvPr>
            <p:ph type="pic" sz="quarter" idx="83"/>
          </p:nvPr>
        </p:nvSpPr>
        <p:spPr/>
      </p:sp>
      <p:sp>
        <p:nvSpPr>
          <p:cNvPr id="15" name="Рисунок 14">
            <a:extLst>
              <a:ext uri="{FF2B5EF4-FFF2-40B4-BE49-F238E27FC236}">
                <a16:creationId xmlns:a16="http://schemas.microsoft.com/office/drawing/2014/main" id="{BE7A7902-CD85-FC1E-A3A6-9813276DE9D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F349B1F7-5436-214F-FBF4-33F0FE7965F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99DF513A-167D-4610-5856-00D125BD6A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423952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6EC16919-1EE2-E958-4C18-72BA55E182D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05C9D78-0A2F-2E34-BDFB-7D0FCBDC45E3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50EDAF1-05F8-61B3-3F43-F9157D9F0B16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C4CE9FA-622F-4936-0190-B8933BDBDB5F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902D7F1A-698D-0A6F-5114-10CB45F77992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6D86415F-F8E4-8583-6B35-B51CBE148591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C1CA4D43-FE34-20C7-6BF3-04478A04206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FD7EFC05-32EC-C80C-1CEA-DC5D9672502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D1A61443-E90F-B1F1-8B8B-5EA2D6098B2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078954FA-4F08-58F6-8B31-E6D52E561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537284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BCFA5CEE-06D8-3C14-09B1-CCB7299E2CB9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C92C46B-0A15-5899-FB72-E1DB7FB3CA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F5E988D-EED3-4B55-C020-E912E604294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0EDBFB9-98F2-78B4-67D5-1DB65957CD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54B9B687-0E00-2C3F-0C46-8B48D2548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061086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4A0828-246E-10A8-0A09-8EF51E304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4F639B-E6C7-3BC6-C3EE-447E46EC7B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E589F148-BFE4-A123-0B59-A33C0B0C324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55F558F-24A9-EF05-00DD-ACB6444ABAE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59D3CF4-7D91-533D-F413-539457E421F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875966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813DE4-843F-2DEF-B9D3-36CE80C75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34324F9-C78C-6522-132E-D95BA8350E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225F52DA-0009-5613-3109-9DAE774705E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</p:spTree>
    <p:extLst>
      <p:ext uri="{BB962C8B-B14F-4D97-AF65-F5344CB8AC3E}">
        <p14:creationId xmlns:p14="http://schemas.microsoft.com/office/powerpoint/2010/main" val="347681869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A72CCF78-73B1-1D33-09B7-767F557B469D}"/>
              </a:ext>
            </a:extLst>
          </p:cNvPr>
          <p:cNvSpPr>
            <a:spLocks noGrp="1"/>
          </p:cNvSpPr>
          <p:nvPr>
            <p:ph type="pic" sz="quarter" idx="94"/>
          </p:nvPr>
        </p:nvSpPr>
        <p:spPr/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82ECC49-C686-3E94-C04A-CBC487EFF704}"/>
              </a:ext>
            </a:extLst>
          </p:cNvPr>
          <p:cNvSpPr>
            <a:spLocks noGrp="1"/>
          </p:cNvSpPr>
          <p:nvPr>
            <p:ph type="pic" sz="quarter" idx="95"/>
          </p:nvPr>
        </p:nvSpPr>
        <p:spPr/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8CA98ED5-457A-62AA-4A17-90FD4AFA8D64}"/>
              </a:ext>
            </a:extLst>
          </p:cNvPr>
          <p:cNvSpPr>
            <a:spLocks noGrp="1"/>
          </p:cNvSpPr>
          <p:nvPr>
            <p:ph type="pic" sz="quarter" idx="96"/>
          </p:nvPr>
        </p:nvSpPr>
        <p:spPr/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F2878B41-3CFF-0B2B-482B-261B06AE0567}"/>
              </a:ext>
            </a:extLst>
          </p:cNvPr>
          <p:cNvSpPr>
            <a:spLocks noGrp="1"/>
          </p:cNvSpPr>
          <p:nvPr>
            <p:ph type="pic" sz="quarter" idx="97"/>
          </p:nvPr>
        </p:nvSpPr>
        <p:spPr/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2CC4253F-A1A7-B0DD-88EA-D2082AAAF376}"/>
              </a:ext>
            </a:extLst>
          </p:cNvPr>
          <p:cNvSpPr>
            <a:spLocks noGrp="1"/>
          </p:cNvSpPr>
          <p:nvPr>
            <p:ph type="pic" sz="quarter" idx="98"/>
          </p:nvPr>
        </p:nvSpPr>
        <p:spPr/>
      </p:sp>
      <p:sp>
        <p:nvSpPr>
          <p:cNvPr id="7" name="Рисунок 6">
            <a:extLst>
              <a:ext uri="{FF2B5EF4-FFF2-40B4-BE49-F238E27FC236}">
                <a16:creationId xmlns:a16="http://schemas.microsoft.com/office/drawing/2014/main" id="{E09D1F6C-5302-016B-9267-1F361C5A1126}"/>
              </a:ext>
            </a:extLst>
          </p:cNvPr>
          <p:cNvSpPr>
            <a:spLocks noGrp="1"/>
          </p:cNvSpPr>
          <p:nvPr>
            <p:ph type="pic" sz="quarter" idx="99"/>
          </p:nvPr>
        </p:nvSpPr>
        <p:spPr/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43A74985-948D-CAE1-1A59-7215866D627E}"/>
              </a:ext>
            </a:extLst>
          </p:cNvPr>
          <p:cNvSpPr>
            <a:spLocks noGrp="1"/>
          </p:cNvSpPr>
          <p:nvPr>
            <p:ph type="pic" sz="quarter" idx="100"/>
          </p:nvPr>
        </p:nvSpPr>
        <p:spPr/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B310F54D-72A6-AC89-F86E-561EB8ADF8AD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9C8A35C0-57D1-6A67-15E7-AB22781E607E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F00E5EB4-D4DD-8D79-E5EC-2B73A7EFA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AFD615B5-7C98-AB6E-2968-1BD8E22CD07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DF5A9A13-DA64-0013-98EE-D6F747FFCD1F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A5C4E42A-7172-DED3-07B5-4A07A92E3E0B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E3329D02-4E54-3888-DD49-1D135FCE66C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478E2EAF-8C8B-41D8-2688-C673297BD0E3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3FFC31E0-6B69-890B-F5FA-C5C0FF756452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8" name="Диаграмма 17">
            <a:extLst>
              <a:ext uri="{FF2B5EF4-FFF2-40B4-BE49-F238E27FC236}">
                <a16:creationId xmlns:a16="http://schemas.microsoft.com/office/drawing/2014/main" id="{C6AC783F-B7D6-0FCE-5EF0-7ED7040F7B80}"/>
              </a:ext>
            </a:extLst>
          </p:cNvPr>
          <p:cNvSpPr>
            <a:spLocks noGrp="1"/>
          </p:cNvSpPr>
          <p:nvPr>
            <p:ph type="chart" sz="quarter" idx="81"/>
          </p:nvPr>
        </p:nvSpPr>
        <p:spPr/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D104C5F1-BD4C-E7E1-0DB8-14EC4918E5F9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B2F23EB2-8AAA-7714-91A9-D76937DE75CA}"/>
              </a:ext>
            </a:extLst>
          </p:cNvPr>
          <p:cNvSpPr>
            <a:spLocks noGrp="1"/>
          </p:cNvSpPr>
          <p:nvPr>
            <p:ph type="body" sz="quarter" idx="8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40BC7956-008F-4A16-F78C-E3558CCF1492}"/>
              </a:ext>
            </a:extLst>
          </p:cNvPr>
          <p:cNvSpPr>
            <a:spLocks noGrp="1"/>
          </p:cNvSpPr>
          <p:nvPr>
            <p:ph type="body" sz="quarter" idx="8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2" name="Текст 21">
            <a:extLst>
              <a:ext uri="{FF2B5EF4-FFF2-40B4-BE49-F238E27FC236}">
                <a16:creationId xmlns:a16="http://schemas.microsoft.com/office/drawing/2014/main" id="{5B41F9E8-AE6D-6073-097A-ED4F5CABCCDA}"/>
              </a:ext>
            </a:extLst>
          </p:cNvPr>
          <p:cNvSpPr>
            <a:spLocks noGrp="1"/>
          </p:cNvSpPr>
          <p:nvPr>
            <p:ph type="body" sz="quarter" idx="8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357D7672-845E-60E8-50BA-563850D3C26A}"/>
              </a:ext>
            </a:extLst>
          </p:cNvPr>
          <p:cNvSpPr>
            <a:spLocks noGrp="1"/>
          </p:cNvSpPr>
          <p:nvPr>
            <p:ph type="body" sz="quarter" idx="8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BCA394B6-405E-C528-8CEE-C4B8732953A7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D3847D7B-69AB-9CA7-D91F-7300610CFB01}"/>
              </a:ext>
            </a:extLst>
          </p:cNvPr>
          <p:cNvSpPr>
            <a:spLocks noGrp="1"/>
          </p:cNvSpPr>
          <p:nvPr>
            <p:ph type="body" sz="quarter" idx="10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6" name="Текст 25">
            <a:extLst>
              <a:ext uri="{FF2B5EF4-FFF2-40B4-BE49-F238E27FC236}">
                <a16:creationId xmlns:a16="http://schemas.microsoft.com/office/drawing/2014/main" id="{BA9F2E62-0434-8183-96F7-4C32030229AB}"/>
              </a:ext>
            </a:extLst>
          </p:cNvPr>
          <p:cNvSpPr>
            <a:spLocks noGrp="1"/>
          </p:cNvSpPr>
          <p:nvPr>
            <p:ph type="body" sz="quarter" idx="10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7" name="Рисунок 26">
            <a:extLst>
              <a:ext uri="{FF2B5EF4-FFF2-40B4-BE49-F238E27FC236}">
                <a16:creationId xmlns:a16="http://schemas.microsoft.com/office/drawing/2014/main" id="{55D8EE0F-6DD3-B344-4C90-28BAD23A5B59}"/>
              </a:ext>
            </a:extLst>
          </p:cNvPr>
          <p:cNvSpPr>
            <a:spLocks noGrp="1"/>
          </p:cNvSpPr>
          <p:nvPr>
            <p:ph type="pic" sz="quarter" idx="103"/>
          </p:nvPr>
        </p:nvSpPr>
        <p:spPr/>
      </p:sp>
      <p:sp>
        <p:nvSpPr>
          <p:cNvPr id="28" name="Рисунок 27">
            <a:extLst>
              <a:ext uri="{FF2B5EF4-FFF2-40B4-BE49-F238E27FC236}">
                <a16:creationId xmlns:a16="http://schemas.microsoft.com/office/drawing/2014/main" id="{142BD332-E0CD-20A7-C69C-AAAA1490B610}"/>
              </a:ext>
            </a:extLst>
          </p:cNvPr>
          <p:cNvSpPr>
            <a:spLocks noGrp="1"/>
          </p:cNvSpPr>
          <p:nvPr>
            <p:ph type="pic" sz="quarter" idx="104"/>
          </p:nvPr>
        </p:nvSpPr>
        <p:spPr/>
      </p:sp>
      <p:sp>
        <p:nvSpPr>
          <p:cNvPr id="29" name="Рисунок 28">
            <a:extLst>
              <a:ext uri="{FF2B5EF4-FFF2-40B4-BE49-F238E27FC236}">
                <a16:creationId xmlns:a16="http://schemas.microsoft.com/office/drawing/2014/main" id="{50408C00-798E-2989-C172-81EA12D248EE}"/>
              </a:ext>
            </a:extLst>
          </p:cNvPr>
          <p:cNvSpPr>
            <a:spLocks noGrp="1"/>
          </p:cNvSpPr>
          <p:nvPr>
            <p:ph type="pic" sz="quarter" idx="105"/>
          </p:nvPr>
        </p:nvSpPr>
        <p:spPr/>
      </p:sp>
      <p:sp>
        <p:nvSpPr>
          <p:cNvPr id="30" name="Рисунок 29">
            <a:extLst>
              <a:ext uri="{FF2B5EF4-FFF2-40B4-BE49-F238E27FC236}">
                <a16:creationId xmlns:a16="http://schemas.microsoft.com/office/drawing/2014/main" id="{CC57374E-F7D0-C1E6-3793-932E5A4B4B76}"/>
              </a:ext>
            </a:extLst>
          </p:cNvPr>
          <p:cNvSpPr>
            <a:spLocks noGrp="1"/>
          </p:cNvSpPr>
          <p:nvPr>
            <p:ph type="pic" sz="quarter" idx="106"/>
          </p:nvPr>
        </p:nvSpPr>
        <p:spPr/>
      </p:sp>
      <p:sp>
        <p:nvSpPr>
          <p:cNvPr id="31" name="Рисунок 30">
            <a:extLst>
              <a:ext uri="{FF2B5EF4-FFF2-40B4-BE49-F238E27FC236}">
                <a16:creationId xmlns:a16="http://schemas.microsoft.com/office/drawing/2014/main" id="{6D8A30D8-CE83-C4D8-4691-C1C190A31190}"/>
              </a:ext>
            </a:extLst>
          </p:cNvPr>
          <p:cNvSpPr>
            <a:spLocks noGrp="1"/>
          </p:cNvSpPr>
          <p:nvPr>
            <p:ph type="pic" sz="quarter" idx="107"/>
          </p:nvPr>
        </p:nvSpPr>
        <p:spPr/>
      </p:sp>
      <p:sp>
        <p:nvSpPr>
          <p:cNvPr id="32" name="Рисунок 31">
            <a:extLst>
              <a:ext uri="{FF2B5EF4-FFF2-40B4-BE49-F238E27FC236}">
                <a16:creationId xmlns:a16="http://schemas.microsoft.com/office/drawing/2014/main" id="{EB0C71A7-CA57-8F3C-9FD6-2E49107422EF}"/>
              </a:ext>
            </a:extLst>
          </p:cNvPr>
          <p:cNvSpPr>
            <a:spLocks noGrp="1"/>
          </p:cNvSpPr>
          <p:nvPr>
            <p:ph type="pic" sz="quarter" idx="108"/>
          </p:nvPr>
        </p:nvSpPr>
        <p:spPr/>
      </p:sp>
      <p:sp>
        <p:nvSpPr>
          <p:cNvPr id="33" name="Рисунок 32">
            <a:extLst>
              <a:ext uri="{FF2B5EF4-FFF2-40B4-BE49-F238E27FC236}">
                <a16:creationId xmlns:a16="http://schemas.microsoft.com/office/drawing/2014/main" id="{143261C7-9651-621D-0E69-0B7B128DA37E}"/>
              </a:ext>
            </a:extLst>
          </p:cNvPr>
          <p:cNvSpPr>
            <a:spLocks noGrp="1"/>
          </p:cNvSpPr>
          <p:nvPr>
            <p:ph type="pic" sz="quarter" idx="109"/>
          </p:nvPr>
        </p:nvSpPr>
        <p:spPr/>
      </p:sp>
      <p:sp>
        <p:nvSpPr>
          <p:cNvPr id="34" name="Рисунок 33">
            <a:extLst>
              <a:ext uri="{FF2B5EF4-FFF2-40B4-BE49-F238E27FC236}">
                <a16:creationId xmlns:a16="http://schemas.microsoft.com/office/drawing/2014/main" id="{30E78194-FDEF-ECC9-8BEA-C4A11EAE4133}"/>
              </a:ext>
            </a:extLst>
          </p:cNvPr>
          <p:cNvSpPr>
            <a:spLocks noGrp="1"/>
          </p:cNvSpPr>
          <p:nvPr>
            <p:ph type="pic" sz="quarter" idx="110"/>
          </p:nvPr>
        </p:nvSpPr>
        <p:spPr/>
      </p:sp>
      <p:sp>
        <p:nvSpPr>
          <p:cNvPr id="35" name="Рисунок 34">
            <a:extLst>
              <a:ext uri="{FF2B5EF4-FFF2-40B4-BE49-F238E27FC236}">
                <a16:creationId xmlns:a16="http://schemas.microsoft.com/office/drawing/2014/main" id="{769763D3-7A3D-26B1-B529-EB7B451D8F2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7626010C-899E-7FF1-2598-617F4A03431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7" name="Текст 36">
            <a:extLst>
              <a:ext uri="{FF2B5EF4-FFF2-40B4-BE49-F238E27FC236}">
                <a16:creationId xmlns:a16="http://schemas.microsoft.com/office/drawing/2014/main" id="{0FB243A1-97AF-601C-201F-B0987BB0A4D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392839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4E9243B6-6C99-AA1C-A73F-41A3A559D480}"/>
              </a:ext>
            </a:extLst>
          </p:cNvPr>
          <p:cNvSpPr>
            <a:spLocks noGrp="1"/>
          </p:cNvSpPr>
          <p:nvPr>
            <p:ph type="pic" sz="quarter" idx="97"/>
          </p:nvPr>
        </p:nvSpPr>
        <p:spPr/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C78DDE5-EB63-C15D-8703-E51B06AD09CC}"/>
              </a:ext>
            </a:extLst>
          </p:cNvPr>
          <p:cNvSpPr>
            <a:spLocks noGrp="1"/>
          </p:cNvSpPr>
          <p:nvPr>
            <p:ph type="pic" sz="quarter" idx="98"/>
          </p:nvPr>
        </p:nvSpPr>
        <p:spPr/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3078F15-1610-9B3B-B860-4BEB488F7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BA5385E-5985-9B5C-7363-FCAB7827E96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9E5E2E35-9B0B-482D-6BB7-1900402095F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0228F8E7-D0CD-E478-BF03-DF5B505F53A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0D30308A-E7A0-5B85-312F-D68A55248AB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536CE519-D21E-5494-8FAC-D2818A8CA3A6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644E2C49-FBB5-038D-3AC8-BBCCF852FC80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1C93AAF8-908D-0B72-C5C6-225C79A4847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80F3B861-C936-65B4-5894-71E589DC4FB0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E867EEF8-451B-20FA-6AE0-109E1AB50D83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Диаграмма 13">
            <a:extLst>
              <a:ext uri="{FF2B5EF4-FFF2-40B4-BE49-F238E27FC236}">
                <a16:creationId xmlns:a16="http://schemas.microsoft.com/office/drawing/2014/main" id="{71829A89-A00D-E778-F7E0-94E0BFD7548A}"/>
              </a:ext>
            </a:extLst>
          </p:cNvPr>
          <p:cNvSpPr>
            <a:spLocks noGrp="1"/>
          </p:cNvSpPr>
          <p:nvPr>
            <p:ph type="chart" sz="quarter" idx="76"/>
          </p:nvPr>
        </p:nvSpPr>
        <p:spPr/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C2DC832F-056B-3741-76A3-7FA361B4B1D4}"/>
              </a:ext>
            </a:extLst>
          </p:cNvPr>
          <p:cNvSpPr>
            <a:spLocks noGrp="1"/>
          </p:cNvSpPr>
          <p:nvPr>
            <p:ph type="body" sz="quarter" idx="7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DFB866F8-137E-AE6F-6B6B-8BD85A8D4046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051544AC-2489-A739-F5D2-1161C379F59C}"/>
              </a:ext>
            </a:extLst>
          </p:cNvPr>
          <p:cNvSpPr>
            <a:spLocks noGrp="1"/>
          </p:cNvSpPr>
          <p:nvPr>
            <p:ph type="body" sz="quarter" idx="8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A89C1784-B410-C65F-2501-A60BD4717D39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97F05AD1-FFD1-2C29-1ED4-B9BDB2F419EC}"/>
              </a:ext>
            </a:extLst>
          </p:cNvPr>
          <p:cNvSpPr>
            <a:spLocks noGrp="1"/>
          </p:cNvSpPr>
          <p:nvPr>
            <p:ph type="body" sz="quarter" idx="8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561C646F-108A-1FA1-5A00-41DF5A4E9B59}"/>
              </a:ext>
            </a:extLst>
          </p:cNvPr>
          <p:cNvSpPr>
            <a:spLocks noGrp="1"/>
          </p:cNvSpPr>
          <p:nvPr>
            <p:ph type="body" sz="quarter" idx="8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5EEFB080-AB4E-FBF4-8CC6-755B58C43E3C}"/>
              </a:ext>
            </a:extLst>
          </p:cNvPr>
          <p:cNvSpPr>
            <a:spLocks noGrp="1"/>
          </p:cNvSpPr>
          <p:nvPr>
            <p:ph type="body" sz="quarter" idx="8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2" name="Текст 21">
            <a:extLst>
              <a:ext uri="{FF2B5EF4-FFF2-40B4-BE49-F238E27FC236}">
                <a16:creationId xmlns:a16="http://schemas.microsoft.com/office/drawing/2014/main" id="{880E3DBC-DE97-C317-0C74-33D699EB72CC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60E08B3E-8A64-6432-3087-AE05E4EB0B93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82A293FE-255E-510C-DB6B-76748436605E}"/>
              </a:ext>
            </a:extLst>
          </p:cNvPr>
          <p:cNvSpPr>
            <a:spLocks noGrp="1"/>
          </p:cNvSpPr>
          <p:nvPr>
            <p:ph type="body" sz="quarter" idx="8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20ECC177-17F3-D9C1-99A7-EE3AAF52CAD5}"/>
              </a:ext>
            </a:extLst>
          </p:cNvPr>
          <p:cNvSpPr>
            <a:spLocks noGrp="1"/>
          </p:cNvSpPr>
          <p:nvPr>
            <p:ph type="body" sz="quarter" idx="9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6" name="Текст 25">
            <a:extLst>
              <a:ext uri="{FF2B5EF4-FFF2-40B4-BE49-F238E27FC236}">
                <a16:creationId xmlns:a16="http://schemas.microsoft.com/office/drawing/2014/main" id="{D9429268-B224-4FE5-3F96-6464C3C144A7}"/>
              </a:ext>
            </a:extLst>
          </p:cNvPr>
          <p:cNvSpPr>
            <a:spLocks noGrp="1"/>
          </p:cNvSpPr>
          <p:nvPr>
            <p:ph type="body" sz="quarter" idx="9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F7B738E0-2F0A-550E-CEE8-FEAA1CD3AAAF}"/>
              </a:ext>
            </a:extLst>
          </p:cNvPr>
          <p:cNvSpPr>
            <a:spLocks noGrp="1"/>
          </p:cNvSpPr>
          <p:nvPr>
            <p:ph type="body" sz="quarter" idx="9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77875DB0-9913-31A8-B1DD-EF5AADC7B0CB}"/>
              </a:ext>
            </a:extLst>
          </p:cNvPr>
          <p:cNvSpPr>
            <a:spLocks noGrp="1"/>
          </p:cNvSpPr>
          <p:nvPr>
            <p:ph type="body" sz="quarter" idx="9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CC3A0BDC-C7FF-8F79-57DB-641A0DFC3FDD}"/>
              </a:ext>
            </a:extLst>
          </p:cNvPr>
          <p:cNvSpPr>
            <a:spLocks noGrp="1"/>
          </p:cNvSpPr>
          <p:nvPr>
            <p:ph type="body" sz="quarter" idx="9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0" name="Текст 29">
            <a:extLst>
              <a:ext uri="{FF2B5EF4-FFF2-40B4-BE49-F238E27FC236}">
                <a16:creationId xmlns:a16="http://schemas.microsoft.com/office/drawing/2014/main" id="{B8309446-AD6C-B6CD-E3DB-E0EB778BB3A3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1" name="Текст 30">
            <a:extLst>
              <a:ext uri="{FF2B5EF4-FFF2-40B4-BE49-F238E27FC236}">
                <a16:creationId xmlns:a16="http://schemas.microsoft.com/office/drawing/2014/main" id="{261400DF-ACCD-403E-8372-0E1CE786ED42}"/>
              </a:ext>
            </a:extLst>
          </p:cNvPr>
          <p:cNvSpPr>
            <a:spLocks noGrp="1"/>
          </p:cNvSpPr>
          <p:nvPr>
            <p:ph type="body" sz="quarter" idx="9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FA7F3176-DDB0-311A-E81F-9E41C383956A}"/>
              </a:ext>
            </a:extLst>
          </p:cNvPr>
          <p:cNvSpPr>
            <a:spLocks noGrp="1"/>
          </p:cNvSpPr>
          <p:nvPr>
            <p:ph type="body" sz="quarter" idx="10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3" name="Текст 32">
            <a:extLst>
              <a:ext uri="{FF2B5EF4-FFF2-40B4-BE49-F238E27FC236}">
                <a16:creationId xmlns:a16="http://schemas.microsoft.com/office/drawing/2014/main" id="{917D8389-1F48-F0BA-583C-E43BF370EF15}"/>
              </a:ext>
            </a:extLst>
          </p:cNvPr>
          <p:cNvSpPr>
            <a:spLocks noGrp="1"/>
          </p:cNvSpPr>
          <p:nvPr>
            <p:ph type="body" sz="quarter" idx="10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4" name="Рисунок 33">
            <a:extLst>
              <a:ext uri="{FF2B5EF4-FFF2-40B4-BE49-F238E27FC236}">
                <a16:creationId xmlns:a16="http://schemas.microsoft.com/office/drawing/2014/main" id="{53EB7E6D-6D67-C8CF-52C2-962DCCB19B56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/>
      </p:sp>
      <p:sp>
        <p:nvSpPr>
          <p:cNvPr id="35" name="Рисунок 34">
            <a:extLst>
              <a:ext uri="{FF2B5EF4-FFF2-40B4-BE49-F238E27FC236}">
                <a16:creationId xmlns:a16="http://schemas.microsoft.com/office/drawing/2014/main" id="{17A00056-A68E-48A9-ECB8-18462022CD41}"/>
              </a:ext>
            </a:extLst>
          </p:cNvPr>
          <p:cNvSpPr>
            <a:spLocks noGrp="1"/>
          </p:cNvSpPr>
          <p:nvPr>
            <p:ph type="pic" sz="quarter" idx="102"/>
          </p:nvPr>
        </p:nvSpPr>
        <p:spPr/>
      </p:sp>
      <p:sp>
        <p:nvSpPr>
          <p:cNvPr id="36" name="Рисунок 35">
            <a:extLst>
              <a:ext uri="{FF2B5EF4-FFF2-40B4-BE49-F238E27FC236}">
                <a16:creationId xmlns:a16="http://schemas.microsoft.com/office/drawing/2014/main" id="{F971921D-EAF6-B931-B471-5288BBE77E0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37" name="Текст 36">
            <a:extLst>
              <a:ext uri="{FF2B5EF4-FFF2-40B4-BE49-F238E27FC236}">
                <a16:creationId xmlns:a16="http://schemas.microsoft.com/office/drawing/2014/main" id="{AEDEECE5-3F06-2EA7-6F34-CBF56B672F3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8" name="Текст 37">
            <a:extLst>
              <a:ext uri="{FF2B5EF4-FFF2-40B4-BE49-F238E27FC236}">
                <a16:creationId xmlns:a16="http://schemas.microsoft.com/office/drawing/2014/main" id="{D5468CED-A6EB-2283-139E-ADE4FD3F93B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090629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ADAEEA06-34A2-4ED0-C298-6C62D9A94037}"/>
              </a:ext>
            </a:extLst>
          </p:cNvPr>
          <p:cNvSpPr>
            <a:spLocks noGrp="1"/>
          </p:cNvSpPr>
          <p:nvPr>
            <p:ph type="pic" sz="quarter" idx="117"/>
          </p:nvPr>
        </p:nvSpPr>
        <p:spPr/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969B945-FCFD-AB1D-DBDF-291383C886A1}"/>
              </a:ext>
            </a:extLst>
          </p:cNvPr>
          <p:cNvSpPr>
            <a:spLocks noGrp="1"/>
          </p:cNvSpPr>
          <p:nvPr>
            <p:ph type="pic" sz="quarter" idx="107"/>
          </p:nvPr>
        </p:nvSpPr>
        <p:spPr/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374BB0-BE32-5FA8-C239-A821C2FCB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DBADBC6-8E7F-B5C5-8826-2CF5F87637F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A873173-6683-E96F-EDF3-0AB42DF7875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A00CD8C1-867E-038D-9128-F634D745651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4B3D3FDC-73D8-2383-3BD6-D95EE8223A7E}"/>
              </a:ext>
            </a:extLst>
          </p:cNvPr>
          <p:cNvSpPr>
            <a:spLocks noGrp="1"/>
          </p:cNvSpPr>
          <p:nvPr>
            <p:ph type="body" sz="quarter" idx="8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B6A7D29A-FF1B-2D12-3212-2B6E72A0A834}"/>
              </a:ext>
            </a:extLst>
          </p:cNvPr>
          <p:cNvSpPr>
            <a:spLocks noGrp="1"/>
          </p:cNvSpPr>
          <p:nvPr>
            <p:ph type="body" sz="quarter" idx="9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BB567BA2-214A-61E2-AF65-025894C448C3}"/>
              </a:ext>
            </a:extLst>
          </p:cNvPr>
          <p:cNvSpPr>
            <a:spLocks noGrp="1"/>
          </p:cNvSpPr>
          <p:nvPr>
            <p:ph type="body" sz="quarter" idx="9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A97D8F40-4925-CD8E-2134-4EB054F66FAD}"/>
              </a:ext>
            </a:extLst>
          </p:cNvPr>
          <p:cNvSpPr>
            <a:spLocks noGrp="1"/>
          </p:cNvSpPr>
          <p:nvPr>
            <p:ph type="body" sz="quarter" idx="9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D1DDCB48-BCE2-2566-3901-E9EB4399D6D7}"/>
              </a:ext>
            </a:extLst>
          </p:cNvPr>
          <p:cNvSpPr>
            <a:spLocks noGrp="1"/>
          </p:cNvSpPr>
          <p:nvPr>
            <p:ph type="body" sz="quarter" idx="9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08163F71-D128-A99D-7DC4-632EA7C1828D}"/>
              </a:ext>
            </a:extLst>
          </p:cNvPr>
          <p:cNvSpPr>
            <a:spLocks noGrp="1"/>
          </p:cNvSpPr>
          <p:nvPr>
            <p:ph type="body" sz="quarter" idx="9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1ABEDD44-B014-7461-26FD-8A75560EA6AF}"/>
              </a:ext>
            </a:extLst>
          </p:cNvPr>
          <p:cNvSpPr>
            <a:spLocks noGrp="1"/>
          </p:cNvSpPr>
          <p:nvPr>
            <p:ph type="body" sz="quarter" idx="9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69E64828-4A5D-517F-5B1E-2B9BF75C3FA5}"/>
              </a:ext>
            </a:extLst>
          </p:cNvPr>
          <p:cNvSpPr>
            <a:spLocks noGrp="1"/>
          </p:cNvSpPr>
          <p:nvPr>
            <p:ph type="body" sz="quarter" idx="9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27155EF1-940A-0F6E-C8C7-63461045CC34}"/>
              </a:ext>
            </a:extLst>
          </p:cNvPr>
          <p:cNvSpPr>
            <a:spLocks noGrp="1"/>
          </p:cNvSpPr>
          <p:nvPr>
            <p:ph type="body" sz="quarter" idx="9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68D81B52-5662-B53A-380A-BCFBC239DC03}"/>
              </a:ext>
            </a:extLst>
          </p:cNvPr>
          <p:cNvSpPr>
            <a:spLocks noGrp="1"/>
          </p:cNvSpPr>
          <p:nvPr>
            <p:ph type="body" sz="quarter" idx="9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195AF611-18F7-43CE-D561-0164F650A134}"/>
              </a:ext>
            </a:extLst>
          </p:cNvPr>
          <p:cNvSpPr>
            <a:spLocks noGrp="1"/>
          </p:cNvSpPr>
          <p:nvPr>
            <p:ph type="body" sz="quarter" idx="9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C1986CCB-DAE7-4C93-0A25-572B97314646}"/>
              </a:ext>
            </a:extLst>
          </p:cNvPr>
          <p:cNvSpPr>
            <a:spLocks noGrp="1"/>
          </p:cNvSpPr>
          <p:nvPr>
            <p:ph type="body" sz="quarter" idx="10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F4204D54-5B7B-16C3-2CD5-E223DD2F5DA6}"/>
              </a:ext>
            </a:extLst>
          </p:cNvPr>
          <p:cNvSpPr>
            <a:spLocks noGrp="1"/>
          </p:cNvSpPr>
          <p:nvPr>
            <p:ph type="body" sz="quarter" idx="10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2B3A1144-5D49-FB3F-B523-521D7D849DB5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2" name="Текст 21">
            <a:extLst>
              <a:ext uri="{FF2B5EF4-FFF2-40B4-BE49-F238E27FC236}">
                <a16:creationId xmlns:a16="http://schemas.microsoft.com/office/drawing/2014/main" id="{EA2D73CB-D285-58E9-9271-4A5A847AA731}"/>
              </a:ext>
            </a:extLst>
          </p:cNvPr>
          <p:cNvSpPr>
            <a:spLocks noGrp="1"/>
          </p:cNvSpPr>
          <p:nvPr>
            <p:ph type="body" sz="quarter" idx="8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D72FC965-133C-51A7-0EFF-04659E90FB9F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860D8085-06AE-163E-0B2C-1895391EB1CA}"/>
              </a:ext>
            </a:extLst>
          </p:cNvPr>
          <p:cNvSpPr>
            <a:spLocks noGrp="1"/>
          </p:cNvSpPr>
          <p:nvPr>
            <p:ph type="body" sz="quarter" idx="8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6BB6DCF5-0C82-99F5-6C5F-2212B0C9415F}"/>
              </a:ext>
            </a:extLst>
          </p:cNvPr>
          <p:cNvSpPr>
            <a:spLocks noGrp="1"/>
          </p:cNvSpPr>
          <p:nvPr>
            <p:ph type="body" sz="quarter" idx="8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6" name="Текст 25">
            <a:extLst>
              <a:ext uri="{FF2B5EF4-FFF2-40B4-BE49-F238E27FC236}">
                <a16:creationId xmlns:a16="http://schemas.microsoft.com/office/drawing/2014/main" id="{4EA2928B-FFEF-B750-12CD-6F969B9AC958}"/>
              </a:ext>
            </a:extLst>
          </p:cNvPr>
          <p:cNvSpPr>
            <a:spLocks noGrp="1"/>
          </p:cNvSpPr>
          <p:nvPr>
            <p:ph type="body" sz="quarter" idx="8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BABE818F-CA25-32E3-B13D-99230BEB1F5B}"/>
              </a:ext>
            </a:extLst>
          </p:cNvPr>
          <p:cNvSpPr>
            <a:spLocks noGrp="1"/>
          </p:cNvSpPr>
          <p:nvPr>
            <p:ph type="body" sz="quarter" idx="10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89ACCE60-8E26-3D36-C712-B24A890238B7}"/>
              </a:ext>
            </a:extLst>
          </p:cNvPr>
          <p:cNvSpPr>
            <a:spLocks noGrp="1"/>
          </p:cNvSpPr>
          <p:nvPr>
            <p:ph type="body" sz="quarter" idx="10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079C3A9D-D7FD-B636-C781-F1209E3A4DC2}"/>
              </a:ext>
            </a:extLst>
          </p:cNvPr>
          <p:cNvSpPr>
            <a:spLocks noGrp="1"/>
          </p:cNvSpPr>
          <p:nvPr>
            <p:ph type="body" sz="quarter" idx="10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0" name="Текст 29">
            <a:extLst>
              <a:ext uri="{FF2B5EF4-FFF2-40B4-BE49-F238E27FC236}">
                <a16:creationId xmlns:a16="http://schemas.microsoft.com/office/drawing/2014/main" id="{15CEDE79-B4A7-EB3A-0386-1F5FE0E91307}"/>
              </a:ext>
            </a:extLst>
          </p:cNvPr>
          <p:cNvSpPr>
            <a:spLocks noGrp="1"/>
          </p:cNvSpPr>
          <p:nvPr>
            <p:ph type="body" sz="quarter" idx="10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1" name="Текст 30">
            <a:extLst>
              <a:ext uri="{FF2B5EF4-FFF2-40B4-BE49-F238E27FC236}">
                <a16:creationId xmlns:a16="http://schemas.microsoft.com/office/drawing/2014/main" id="{16DA2022-E80A-42BB-10EA-5011D1D0B6E3}"/>
              </a:ext>
            </a:extLst>
          </p:cNvPr>
          <p:cNvSpPr>
            <a:spLocks noGrp="1"/>
          </p:cNvSpPr>
          <p:nvPr>
            <p:ph type="body" sz="quarter" idx="10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2" name="Диаграмма 31">
            <a:extLst>
              <a:ext uri="{FF2B5EF4-FFF2-40B4-BE49-F238E27FC236}">
                <a16:creationId xmlns:a16="http://schemas.microsoft.com/office/drawing/2014/main" id="{AD7881DC-4251-EB52-776C-CCBE4D86B6DB}"/>
              </a:ext>
            </a:extLst>
          </p:cNvPr>
          <p:cNvSpPr>
            <a:spLocks noGrp="1"/>
          </p:cNvSpPr>
          <p:nvPr>
            <p:ph type="chart" sz="quarter" idx="81"/>
          </p:nvPr>
        </p:nvSpPr>
        <p:spPr/>
      </p:sp>
      <p:sp>
        <p:nvSpPr>
          <p:cNvPr id="33" name="Рисунок 32">
            <a:extLst>
              <a:ext uri="{FF2B5EF4-FFF2-40B4-BE49-F238E27FC236}">
                <a16:creationId xmlns:a16="http://schemas.microsoft.com/office/drawing/2014/main" id="{FB75FF44-B46D-9BA5-4E81-1E4AB027694B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/>
      </p:sp>
      <p:sp>
        <p:nvSpPr>
          <p:cNvPr id="34" name="Рисунок 33">
            <a:extLst>
              <a:ext uri="{FF2B5EF4-FFF2-40B4-BE49-F238E27FC236}">
                <a16:creationId xmlns:a16="http://schemas.microsoft.com/office/drawing/2014/main" id="{3CCC4B17-74F8-D955-2167-D72326C85157}"/>
              </a:ext>
            </a:extLst>
          </p:cNvPr>
          <p:cNvSpPr>
            <a:spLocks noGrp="1"/>
          </p:cNvSpPr>
          <p:nvPr>
            <p:ph type="pic" sz="quarter" idx="108"/>
          </p:nvPr>
        </p:nvSpPr>
        <p:spPr/>
      </p:sp>
      <p:sp>
        <p:nvSpPr>
          <p:cNvPr id="35" name="Рисунок 34">
            <a:extLst>
              <a:ext uri="{FF2B5EF4-FFF2-40B4-BE49-F238E27FC236}">
                <a16:creationId xmlns:a16="http://schemas.microsoft.com/office/drawing/2014/main" id="{F6AC26F0-D40D-4BE1-BE6B-58A466846324}"/>
              </a:ext>
            </a:extLst>
          </p:cNvPr>
          <p:cNvSpPr>
            <a:spLocks noGrp="1"/>
          </p:cNvSpPr>
          <p:nvPr>
            <p:ph type="pic" sz="quarter" idx="109"/>
          </p:nvPr>
        </p:nvSpPr>
        <p:spPr/>
      </p:sp>
      <p:sp>
        <p:nvSpPr>
          <p:cNvPr id="36" name="Рисунок 35">
            <a:extLst>
              <a:ext uri="{FF2B5EF4-FFF2-40B4-BE49-F238E27FC236}">
                <a16:creationId xmlns:a16="http://schemas.microsoft.com/office/drawing/2014/main" id="{3FEEDA33-DD81-4A95-77BB-CEA3600B66EB}"/>
              </a:ext>
            </a:extLst>
          </p:cNvPr>
          <p:cNvSpPr>
            <a:spLocks noGrp="1"/>
          </p:cNvSpPr>
          <p:nvPr>
            <p:ph type="pic" sz="quarter" idx="110"/>
          </p:nvPr>
        </p:nvSpPr>
        <p:spPr/>
      </p:sp>
      <p:sp>
        <p:nvSpPr>
          <p:cNvPr id="37" name="Рисунок 36">
            <a:extLst>
              <a:ext uri="{FF2B5EF4-FFF2-40B4-BE49-F238E27FC236}">
                <a16:creationId xmlns:a16="http://schemas.microsoft.com/office/drawing/2014/main" id="{9EA2B907-0E9C-B9B2-A080-93CB3FB8C356}"/>
              </a:ext>
            </a:extLst>
          </p:cNvPr>
          <p:cNvSpPr>
            <a:spLocks noGrp="1"/>
          </p:cNvSpPr>
          <p:nvPr>
            <p:ph type="pic" sz="quarter" idx="111"/>
          </p:nvPr>
        </p:nvSpPr>
        <p:spPr/>
      </p:sp>
      <p:sp>
        <p:nvSpPr>
          <p:cNvPr id="38" name="Рисунок 37">
            <a:extLst>
              <a:ext uri="{FF2B5EF4-FFF2-40B4-BE49-F238E27FC236}">
                <a16:creationId xmlns:a16="http://schemas.microsoft.com/office/drawing/2014/main" id="{4BD80116-40A3-16DC-8C76-B53301776938}"/>
              </a:ext>
            </a:extLst>
          </p:cNvPr>
          <p:cNvSpPr>
            <a:spLocks noGrp="1"/>
          </p:cNvSpPr>
          <p:nvPr>
            <p:ph type="pic" sz="quarter" idx="112"/>
          </p:nvPr>
        </p:nvSpPr>
        <p:spPr/>
      </p:sp>
      <p:sp>
        <p:nvSpPr>
          <p:cNvPr id="39" name="Рисунок 38">
            <a:extLst>
              <a:ext uri="{FF2B5EF4-FFF2-40B4-BE49-F238E27FC236}">
                <a16:creationId xmlns:a16="http://schemas.microsoft.com/office/drawing/2014/main" id="{AA59F97A-CD22-FE2D-A346-626FC9CEC1BE}"/>
              </a:ext>
            </a:extLst>
          </p:cNvPr>
          <p:cNvSpPr>
            <a:spLocks noGrp="1"/>
          </p:cNvSpPr>
          <p:nvPr>
            <p:ph type="pic" sz="quarter" idx="113"/>
          </p:nvPr>
        </p:nvSpPr>
        <p:spPr/>
      </p:sp>
      <p:sp>
        <p:nvSpPr>
          <p:cNvPr id="40" name="Рисунок 39">
            <a:extLst>
              <a:ext uri="{FF2B5EF4-FFF2-40B4-BE49-F238E27FC236}">
                <a16:creationId xmlns:a16="http://schemas.microsoft.com/office/drawing/2014/main" id="{9D9932C8-63B7-FF46-A0E8-A2C12227FBBA}"/>
              </a:ext>
            </a:extLst>
          </p:cNvPr>
          <p:cNvSpPr>
            <a:spLocks noGrp="1"/>
          </p:cNvSpPr>
          <p:nvPr>
            <p:ph type="pic" sz="quarter" idx="114"/>
          </p:nvPr>
        </p:nvSpPr>
        <p:spPr/>
      </p:sp>
      <p:sp>
        <p:nvSpPr>
          <p:cNvPr id="41" name="Рисунок 40">
            <a:extLst>
              <a:ext uri="{FF2B5EF4-FFF2-40B4-BE49-F238E27FC236}">
                <a16:creationId xmlns:a16="http://schemas.microsoft.com/office/drawing/2014/main" id="{23430ABF-C213-620E-57EB-D58584576FA2}"/>
              </a:ext>
            </a:extLst>
          </p:cNvPr>
          <p:cNvSpPr>
            <a:spLocks noGrp="1"/>
          </p:cNvSpPr>
          <p:nvPr>
            <p:ph type="pic" sz="quarter" idx="115"/>
          </p:nvPr>
        </p:nvSpPr>
        <p:spPr/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65BEE660-0428-F224-023F-285466BC050A}"/>
              </a:ext>
            </a:extLst>
          </p:cNvPr>
          <p:cNvSpPr>
            <a:spLocks noGrp="1"/>
          </p:cNvSpPr>
          <p:nvPr>
            <p:ph type="pic" sz="quarter" idx="116"/>
          </p:nvPr>
        </p:nvSpPr>
        <p:spPr/>
      </p:sp>
      <p:sp>
        <p:nvSpPr>
          <p:cNvPr id="43" name="Рисунок 42">
            <a:extLst>
              <a:ext uri="{FF2B5EF4-FFF2-40B4-BE49-F238E27FC236}">
                <a16:creationId xmlns:a16="http://schemas.microsoft.com/office/drawing/2014/main" id="{8D2B33A0-1E6B-DA50-3987-4A8647D1122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44" name="Текст 43">
            <a:extLst>
              <a:ext uri="{FF2B5EF4-FFF2-40B4-BE49-F238E27FC236}">
                <a16:creationId xmlns:a16="http://schemas.microsoft.com/office/drawing/2014/main" id="{910833C6-D327-691F-6BC6-CC8955D1B26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5" name="Текст 44">
            <a:extLst>
              <a:ext uri="{FF2B5EF4-FFF2-40B4-BE49-F238E27FC236}">
                <a16:creationId xmlns:a16="http://schemas.microsoft.com/office/drawing/2014/main" id="{95E2EF65-3C00-C956-9782-941EBFF8C2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65710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F9CC9795-46D6-9D96-5EB5-C5652714F155}"/>
              </a:ext>
            </a:extLst>
          </p:cNvPr>
          <p:cNvSpPr>
            <a:spLocks noGrp="1"/>
          </p:cNvSpPr>
          <p:nvPr>
            <p:ph type="pic" sz="quarter" idx="107"/>
          </p:nvPr>
        </p:nvSpPr>
        <p:spPr/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05319BD-0C44-D431-F5A3-E8C8D97D9280}"/>
              </a:ext>
            </a:extLst>
          </p:cNvPr>
          <p:cNvSpPr>
            <a:spLocks noGrp="1"/>
          </p:cNvSpPr>
          <p:nvPr>
            <p:ph type="pic" sz="quarter" idx="108"/>
          </p:nvPr>
        </p:nvSpPr>
        <p:spPr/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5553D61B-7B2A-5857-63C7-79881A3E3F25}"/>
              </a:ext>
            </a:extLst>
          </p:cNvPr>
          <p:cNvSpPr>
            <a:spLocks noGrp="1"/>
          </p:cNvSpPr>
          <p:nvPr>
            <p:ph type="pic" sz="quarter" idx="109"/>
          </p:nvPr>
        </p:nvSpPr>
        <p:spPr/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422AF471-43D4-7DC6-F018-374B3403D133}"/>
              </a:ext>
            </a:extLst>
          </p:cNvPr>
          <p:cNvSpPr>
            <a:spLocks noGrp="1"/>
          </p:cNvSpPr>
          <p:nvPr>
            <p:ph type="pic" sz="quarter" idx="110"/>
          </p:nvPr>
        </p:nvSpPr>
        <p:spPr/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A9CC5850-22C5-E54D-2B19-FFD186A64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C21529B0-5554-FF37-8EAA-8FFCAFAD77D3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D4451F60-DD64-0C94-365D-96F47E063AAB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EF0CFF95-EE72-B80A-9943-EBAD3FBFCAFF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87DB5271-EF2F-DB04-C95D-EEEC7EB87196}"/>
              </a:ext>
            </a:extLst>
          </p:cNvPr>
          <p:cNvSpPr>
            <a:spLocks noGrp="1"/>
          </p:cNvSpPr>
          <p:nvPr>
            <p:ph type="body" sz="quarter" idx="8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0293FFCD-C573-E010-F86A-DF9A8BF67C11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14F4E58B-BC61-8D61-B19A-DCF5306E926B}"/>
              </a:ext>
            </a:extLst>
          </p:cNvPr>
          <p:cNvSpPr>
            <a:spLocks noGrp="1"/>
          </p:cNvSpPr>
          <p:nvPr>
            <p:ph type="body" sz="quarter" idx="8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5F29EE64-414D-6282-C188-5C30E1FBF855}"/>
              </a:ext>
            </a:extLst>
          </p:cNvPr>
          <p:cNvSpPr>
            <a:spLocks noGrp="1"/>
          </p:cNvSpPr>
          <p:nvPr>
            <p:ph type="body" sz="quarter" idx="8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9759FB39-CBB9-5BB9-EC17-94E241DB428B}"/>
              </a:ext>
            </a:extLst>
          </p:cNvPr>
          <p:cNvSpPr>
            <a:spLocks noGrp="1"/>
          </p:cNvSpPr>
          <p:nvPr>
            <p:ph type="body" sz="quarter" idx="8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5A685AC2-BAD5-4A0D-A612-D40FE536BF83}"/>
              </a:ext>
            </a:extLst>
          </p:cNvPr>
          <p:cNvSpPr>
            <a:spLocks noGrp="1"/>
          </p:cNvSpPr>
          <p:nvPr>
            <p:ph type="body" sz="quarter" idx="8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C033A007-3BFC-A134-AA17-C91E6D3EC56D}"/>
              </a:ext>
            </a:extLst>
          </p:cNvPr>
          <p:cNvSpPr>
            <a:spLocks noGrp="1"/>
          </p:cNvSpPr>
          <p:nvPr>
            <p:ph type="body" sz="quarter" idx="9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440CB41C-3F7D-824F-25C5-9CA4658B255A}"/>
              </a:ext>
            </a:extLst>
          </p:cNvPr>
          <p:cNvSpPr>
            <a:spLocks noGrp="1"/>
          </p:cNvSpPr>
          <p:nvPr>
            <p:ph type="body" sz="quarter" idx="9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91290AF7-4EB0-5E95-E8A3-25E361BFDE55}"/>
              </a:ext>
            </a:extLst>
          </p:cNvPr>
          <p:cNvSpPr>
            <a:spLocks noGrp="1"/>
          </p:cNvSpPr>
          <p:nvPr>
            <p:ph type="body" sz="quarter" idx="9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4106189D-7552-E563-5C5D-DCC15DAB647D}"/>
              </a:ext>
            </a:extLst>
          </p:cNvPr>
          <p:cNvSpPr>
            <a:spLocks noGrp="1"/>
          </p:cNvSpPr>
          <p:nvPr>
            <p:ph type="body" sz="quarter" idx="9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677D42B0-5028-AF5E-7D98-45C61E072005}"/>
              </a:ext>
            </a:extLst>
          </p:cNvPr>
          <p:cNvSpPr>
            <a:spLocks noGrp="1"/>
          </p:cNvSpPr>
          <p:nvPr>
            <p:ph type="body" sz="quarter" idx="9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FE0CB5F8-3DD7-F1EA-DDB2-8B011E22C388}"/>
              </a:ext>
            </a:extLst>
          </p:cNvPr>
          <p:cNvSpPr>
            <a:spLocks noGrp="1"/>
          </p:cNvSpPr>
          <p:nvPr>
            <p:ph type="body" sz="quarter" idx="9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2" name="Текст 21">
            <a:extLst>
              <a:ext uri="{FF2B5EF4-FFF2-40B4-BE49-F238E27FC236}">
                <a16:creationId xmlns:a16="http://schemas.microsoft.com/office/drawing/2014/main" id="{1888B9B6-A6AF-D322-AAE0-24574BC0D30F}"/>
              </a:ext>
            </a:extLst>
          </p:cNvPr>
          <p:cNvSpPr>
            <a:spLocks noGrp="1"/>
          </p:cNvSpPr>
          <p:nvPr>
            <p:ph type="body" sz="quarter" idx="9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6073C74D-3471-DFCB-7487-38D2261C191F}"/>
              </a:ext>
            </a:extLst>
          </p:cNvPr>
          <p:cNvSpPr>
            <a:spLocks noGrp="1"/>
          </p:cNvSpPr>
          <p:nvPr>
            <p:ph type="body" sz="quarter" idx="9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C17B98AD-D9B3-513E-F0BA-91438E11F202}"/>
              </a:ext>
            </a:extLst>
          </p:cNvPr>
          <p:cNvSpPr>
            <a:spLocks noGrp="1"/>
          </p:cNvSpPr>
          <p:nvPr>
            <p:ph type="body" sz="quarter" idx="9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16E34CF2-886C-0E60-ECC4-3F508AA5D08A}"/>
              </a:ext>
            </a:extLst>
          </p:cNvPr>
          <p:cNvSpPr>
            <a:spLocks noGrp="1"/>
          </p:cNvSpPr>
          <p:nvPr>
            <p:ph type="body" sz="quarter" idx="9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6" name="Текст 25">
            <a:extLst>
              <a:ext uri="{FF2B5EF4-FFF2-40B4-BE49-F238E27FC236}">
                <a16:creationId xmlns:a16="http://schemas.microsoft.com/office/drawing/2014/main" id="{8B2D652F-6481-1050-0F85-22C5ECB29EAE}"/>
              </a:ext>
            </a:extLst>
          </p:cNvPr>
          <p:cNvSpPr>
            <a:spLocks noGrp="1"/>
          </p:cNvSpPr>
          <p:nvPr>
            <p:ph type="body" sz="quarter" idx="10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D2266CEE-084D-1861-2488-621239801C6C}"/>
              </a:ext>
            </a:extLst>
          </p:cNvPr>
          <p:cNvSpPr>
            <a:spLocks noGrp="1"/>
          </p:cNvSpPr>
          <p:nvPr>
            <p:ph type="body" sz="quarter" idx="10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5E4E1D95-E2DE-CA26-8543-4FA48E5B1338}"/>
              </a:ext>
            </a:extLst>
          </p:cNvPr>
          <p:cNvSpPr>
            <a:spLocks noGrp="1"/>
          </p:cNvSpPr>
          <p:nvPr>
            <p:ph type="body" sz="quarter" idx="10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A01AAF32-3486-F0E2-FD18-45276B348A4A}"/>
              </a:ext>
            </a:extLst>
          </p:cNvPr>
          <p:cNvSpPr>
            <a:spLocks noGrp="1"/>
          </p:cNvSpPr>
          <p:nvPr>
            <p:ph type="body" sz="quarter" idx="10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0" name="Текст 29">
            <a:extLst>
              <a:ext uri="{FF2B5EF4-FFF2-40B4-BE49-F238E27FC236}">
                <a16:creationId xmlns:a16="http://schemas.microsoft.com/office/drawing/2014/main" id="{DD913265-876A-DCC4-08FF-194486E6E47F}"/>
              </a:ext>
            </a:extLst>
          </p:cNvPr>
          <p:cNvSpPr>
            <a:spLocks noGrp="1"/>
          </p:cNvSpPr>
          <p:nvPr>
            <p:ph type="body" sz="quarter" idx="10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1" name="Диаграмма 30">
            <a:extLst>
              <a:ext uri="{FF2B5EF4-FFF2-40B4-BE49-F238E27FC236}">
                <a16:creationId xmlns:a16="http://schemas.microsoft.com/office/drawing/2014/main" id="{23A117A1-2E63-3688-6646-ACBDB50CA7E0}"/>
              </a:ext>
            </a:extLst>
          </p:cNvPr>
          <p:cNvSpPr>
            <a:spLocks noGrp="1"/>
          </p:cNvSpPr>
          <p:nvPr>
            <p:ph type="chart" sz="quarter" idx="81"/>
          </p:nvPr>
        </p:nvSpPr>
        <p:spPr/>
      </p:sp>
      <p:sp>
        <p:nvSpPr>
          <p:cNvPr id="32" name="Рисунок 31">
            <a:extLst>
              <a:ext uri="{FF2B5EF4-FFF2-40B4-BE49-F238E27FC236}">
                <a16:creationId xmlns:a16="http://schemas.microsoft.com/office/drawing/2014/main" id="{36FE21B4-979A-B774-DFF1-1E77703F4105}"/>
              </a:ext>
            </a:extLst>
          </p:cNvPr>
          <p:cNvSpPr>
            <a:spLocks noGrp="1"/>
          </p:cNvSpPr>
          <p:nvPr>
            <p:ph type="pic" sz="quarter" idx="111"/>
          </p:nvPr>
        </p:nvSpPr>
        <p:spPr/>
      </p:sp>
      <p:sp>
        <p:nvSpPr>
          <p:cNvPr id="33" name="Рисунок 32">
            <a:extLst>
              <a:ext uri="{FF2B5EF4-FFF2-40B4-BE49-F238E27FC236}">
                <a16:creationId xmlns:a16="http://schemas.microsoft.com/office/drawing/2014/main" id="{7B5765B1-BDD8-396B-0B5C-FFFD27C305BF}"/>
              </a:ext>
            </a:extLst>
          </p:cNvPr>
          <p:cNvSpPr>
            <a:spLocks noGrp="1"/>
          </p:cNvSpPr>
          <p:nvPr>
            <p:ph type="pic" sz="quarter" idx="112"/>
          </p:nvPr>
        </p:nvSpPr>
        <p:spPr/>
      </p:sp>
      <p:sp>
        <p:nvSpPr>
          <p:cNvPr id="34" name="Рисунок 33">
            <a:extLst>
              <a:ext uri="{FF2B5EF4-FFF2-40B4-BE49-F238E27FC236}">
                <a16:creationId xmlns:a16="http://schemas.microsoft.com/office/drawing/2014/main" id="{6BAE2ABA-C50E-32A6-97A0-B12799BC8BAF}"/>
              </a:ext>
            </a:extLst>
          </p:cNvPr>
          <p:cNvSpPr>
            <a:spLocks noGrp="1"/>
          </p:cNvSpPr>
          <p:nvPr>
            <p:ph type="pic" sz="quarter" idx="113"/>
          </p:nvPr>
        </p:nvSpPr>
        <p:spPr/>
      </p:sp>
      <p:sp>
        <p:nvSpPr>
          <p:cNvPr id="35" name="Рисунок 34">
            <a:extLst>
              <a:ext uri="{FF2B5EF4-FFF2-40B4-BE49-F238E27FC236}">
                <a16:creationId xmlns:a16="http://schemas.microsoft.com/office/drawing/2014/main" id="{3B887A10-EC18-82DE-F571-60C242540DD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433749BC-9928-D6A5-C873-81D164634DB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7" name="Текст 36">
            <a:extLst>
              <a:ext uri="{FF2B5EF4-FFF2-40B4-BE49-F238E27FC236}">
                <a16:creationId xmlns:a16="http://schemas.microsoft.com/office/drawing/2014/main" id="{44343866-C94F-8510-3B1B-D022571CC55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417839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E42BDA83-34FE-3631-7B63-37003ADA412E}"/>
              </a:ext>
            </a:extLst>
          </p:cNvPr>
          <p:cNvSpPr>
            <a:spLocks noGrp="1"/>
          </p:cNvSpPr>
          <p:nvPr>
            <p:ph type="pic" sz="quarter" idx="129"/>
          </p:nvPr>
        </p:nvSpPr>
        <p:spPr/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0AF0020-148F-73B7-E224-EFC04A174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26399258-64C0-83C2-0AC8-1CB187DEFF5F}"/>
              </a:ext>
            </a:extLst>
          </p:cNvPr>
          <p:cNvSpPr>
            <a:spLocks noGrp="1"/>
          </p:cNvSpPr>
          <p:nvPr>
            <p:ph type="pic" sz="quarter" idx="95"/>
          </p:nvPr>
        </p:nvSpPr>
        <p:spPr/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81FABD0-891E-2CF1-9B61-063802E60A91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74CA6162-56AC-D60A-ED39-395E15452FB9}"/>
              </a:ext>
            </a:extLst>
          </p:cNvPr>
          <p:cNvSpPr>
            <a:spLocks noGrp="1"/>
          </p:cNvSpPr>
          <p:nvPr>
            <p:ph type="body" sz="quarter" idx="7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DB9AF842-CD92-643F-AC39-26FD09F51D94}"/>
              </a:ext>
            </a:extLst>
          </p:cNvPr>
          <p:cNvSpPr>
            <a:spLocks noGrp="1"/>
          </p:cNvSpPr>
          <p:nvPr>
            <p:ph type="body" sz="quarter" idx="9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BC790AC6-ED38-424B-8EE5-CB69813DE3C4}"/>
              </a:ext>
            </a:extLst>
          </p:cNvPr>
          <p:cNvSpPr>
            <a:spLocks noGrp="1"/>
          </p:cNvSpPr>
          <p:nvPr>
            <p:ph type="pic" sz="quarter" idx="99"/>
          </p:nvPr>
        </p:nvSpPr>
        <p:spPr/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6D352D44-8B34-F983-8792-3368701FF97D}"/>
              </a:ext>
            </a:extLst>
          </p:cNvPr>
          <p:cNvSpPr>
            <a:spLocks noGrp="1"/>
          </p:cNvSpPr>
          <p:nvPr>
            <p:ph type="body" sz="quarter" idx="10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486D124B-7C4E-F6CB-5D83-2675764CD77B}"/>
              </a:ext>
            </a:extLst>
          </p:cNvPr>
          <p:cNvSpPr>
            <a:spLocks noGrp="1"/>
          </p:cNvSpPr>
          <p:nvPr>
            <p:ph type="body" sz="quarter" idx="10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02547898-D2B4-4144-A4E5-0E5E3B403ED4}"/>
              </a:ext>
            </a:extLst>
          </p:cNvPr>
          <p:cNvSpPr>
            <a:spLocks noGrp="1"/>
          </p:cNvSpPr>
          <p:nvPr>
            <p:ph type="body" sz="quarter" idx="10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4DF173DE-3999-B3A2-F428-473CF7929770}"/>
              </a:ext>
            </a:extLst>
          </p:cNvPr>
          <p:cNvSpPr>
            <a:spLocks noGrp="1"/>
          </p:cNvSpPr>
          <p:nvPr>
            <p:ph type="pic" sz="quarter" idx="103"/>
          </p:nvPr>
        </p:nvSpPr>
        <p:spPr/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F61D1180-D059-923E-C1B3-E2752C86B5B9}"/>
              </a:ext>
            </a:extLst>
          </p:cNvPr>
          <p:cNvSpPr>
            <a:spLocks noGrp="1"/>
          </p:cNvSpPr>
          <p:nvPr>
            <p:ph type="body" sz="quarter" idx="10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2D2B2756-5D01-A9BC-3C4C-79361F74B851}"/>
              </a:ext>
            </a:extLst>
          </p:cNvPr>
          <p:cNvSpPr>
            <a:spLocks noGrp="1"/>
          </p:cNvSpPr>
          <p:nvPr>
            <p:ph type="body" sz="quarter" idx="10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BCBB03A1-25B3-0402-0ECA-A3F51A8392C5}"/>
              </a:ext>
            </a:extLst>
          </p:cNvPr>
          <p:cNvSpPr>
            <a:spLocks noGrp="1"/>
          </p:cNvSpPr>
          <p:nvPr>
            <p:ph type="body" sz="quarter" idx="10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7A653427-830D-B77B-3F99-ED72C7F5928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201B8A42-725A-AB70-13E1-F1624B80F243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/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6BD57875-B21D-B138-2BDE-B401E07501C9}"/>
              </a:ext>
            </a:extLst>
          </p:cNvPr>
          <p:cNvSpPr>
            <a:spLocks noGrp="1"/>
          </p:cNvSpPr>
          <p:nvPr>
            <p:ph type="body" sz="quarter" idx="10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Рисунок 18">
            <a:extLst>
              <a:ext uri="{FF2B5EF4-FFF2-40B4-BE49-F238E27FC236}">
                <a16:creationId xmlns:a16="http://schemas.microsoft.com/office/drawing/2014/main" id="{86182B64-9708-25A6-D1B6-CC23F1677D4E}"/>
              </a:ext>
            </a:extLst>
          </p:cNvPr>
          <p:cNvSpPr>
            <a:spLocks noGrp="1"/>
          </p:cNvSpPr>
          <p:nvPr>
            <p:ph type="pic" sz="quarter" idx="108"/>
          </p:nvPr>
        </p:nvSpPr>
        <p:spPr/>
      </p:sp>
      <p:sp>
        <p:nvSpPr>
          <p:cNvPr id="20" name="Рисунок 19">
            <a:extLst>
              <a:ext uri="{FF2B5EF4-FFF2-40B4-BE49-F238E27FC236}">
                <a16:creationId xmlns:a16="http://schemas.microsoft.com/office/drawing/2014/main" id="{C976E196-6675-9B05-66EE-2CD1395D661F}"/>
              </a:ext>
            </a:extLst>
          </p:cNvPr>
          <p:cNvSpPr>
            <a:spLocks noGrp="1"/>
          </p:cNvSpPr>
          <p:nvPr>
            <p:ph type="pic" sz="quarter" idx="109"/>
          </p:nvPr>
        </p:nvSpPr>
        <p:spPr/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A6E34460-C7C1-7C71-E964-0A5569F47CF5}"/>
              </a:ext>
            </a:extLst>
          </p:cNvPr>
          <p:cNvSpPr>
            <a:spLocks noGrp="1"/>
          </p:cNvSpPr>
          <p:nvPr>
            <p:ph type="body" sz="quarter" idx="1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2" name="Текст 21">
            <a:extLst>
              <a:ext uri="{FF2B5EF4-FFF2-40B4-BE49-F238E27FC236}">
                <a16:creationId xmlns:a16="http://schemas.microsoft.com/office/drawing/2014/main" id="{C9421F67-CCFB-5AB5-0E5D-828F9492915D}"/>
              </a:ext>
            </a:extLst>
          </p:cNvPr>
          <p:cNvSpPr>
            <a:spLocks noGrp="1"/>
          </p:cNvSpPr>
          <p:nvPr>
            <p:ph type="body" sz="quarter" idx="1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4F220BCD-0206-03DA-2644-589768563EB9}"/>
              </a:ext>
            </a:extLst>
          </p:cNvPr>
          <p:cNvSpPr>
            <a:spLocks noGrp="1"/>
          </p:cNvSpPr>
          <p:nvPr>
            <p:ph type="body" sz="quarter" idx="1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025A891B-1D88-9D4B-1AEB-918FA01CA698}"/>
              </a:ext>
            </a:extLst>
          </p:cNvPr>
          <p:cNvSpPr>
            <a:spLocks noGrp="1"/>
          </p:cNvSpPr>
          <p:nvPr>
            <p:ph type="pic" sz="quarter" idx="113"/>
          </p:nvPr>
        </p:nvSpPr>
        <p:spPr/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2820DABF-DFF0-2420-147D-ABF7D075EEB9}"/>
              </a:ext>
            </a:extLst>
          </p:cNvPr>
          <p:cNvSpPr>
            <a:spLocks noGrp="1"/>
          </p:cNvSpPr>
          <p:nvPr>
            <p:ph type="body" sz="quarter" idx="1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6" name="Текст 25">
            <a:extLst>
              <a:ext uri="{FF2B5EF4-FFF2-40B4-BE49-F238E27FC236}">
                <a16:creationId xmlns:a16="http://schemas.microsoft.com/office/drawing/2014/main" id="{5029D6C1-1940-ABDB-98B2-48A18D75BF43}"/>
              </a:ext>
            </a:extLst>
          </p:cNvPr>
          <p:cNvSpPr>
            <a:spLocks noGrp="1"/>
          </p:cNvSpPr>
          <p:nvPr>
            <p:ph type="body" sz="quarter" idx="11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74FC6160-9305-7B9C-21AB-A81D7CBF3A0E}"/>
              </a:ext>
            </a:extLst>
          </p:cNvPr>
          <p:cNvSpPr>
            <a:spLocks noGrp="1"/>
          </p:cNvSpPr>
          <p:nvPr>
            <p:ph type="body" sz="quarter" idx="1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8" name="Рисунок 27">
            <a:extLst>
              <a:ext uri="{FF2B5EF4-FFF2-40B4-BE49-F238E27FC236}">
                <a16:creationId xmlns:a16="http://schemas.microsoft.com/office/drawing/2014/main" id="{497DCAB6-9CC2-6B12-CCB1-B1D2C234D7AE}"/>
              </a:ext>
            </a:extLst>
          </p:cNvPr>
          <p:cNvSpPr>
            <a:spLocks noGrp="1"/>
          </p:cNvSpPr>
          <p:nvPr>
            <p:ph type="pic" sz="quarter" idx="117"/>
          </p:nvPr>
        </p:nvSpPr>
        <p:spPr/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2B107B27-C7AE-7B6D-E364-153549AEE1A4}"/>
              </a:ext>
            </a:extLst>
          </p:cNvPr>
          <p:cNvSpPr>
            <a:spLocks noGrp="1"/>
          </p:cNvSpPr>
          <p:nvPr>
            <p:ph type="body" sz="quarter" idx="11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0" name="Текст 29">
            <a:extLst>
              <a:ext uri="{FF2B5EF4-FFF2-40B4-BE49-F238E27FC236}">
                <a16:creationId xmlns:a16="http://schemas.microsoft.com/office/drawing/2014/main" id="{52AA4884-889C-C001-90B9-9C6B2143CAEB}"/>
              </a:ext>
            </a:extLst>
          </p:cNvPr>
          <p:cNvSpPr>
            <a:spLocks noGrp="1"/>
          </p:cNvSpPr>
          <p:nvPr>
            <p:ph type="body" sz="quarter" idx="11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1" name="Текст 30">
            <a:extLst>
              <a:ext uri="{FF2B5EF4-FFF2-40B4-BE49-F238E27FC236}">
                <a16:creationId xmlns:a16="http://schemas.microsoft.com/office/drawing/2014/main" id="{68597D9F-6AC0-B2ED-ECB3-3DA00764B856}"/>
              </a:ext>
            </a:extLst>
          </p:cNvPr>
          <p:cNvSpPr>
            <a:spLocks noGrp="1"/>
          </p:cNvSpPr>
          <p:nvPr>
            <p:ph type="body" sz="quarter" idx="12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2471091F-573D-C87A-9310-71D7EE1214A5}"/>
              </a:ext>
            </a:extLst>
          </p:cNvPr>
          <p:cNvSpPr>
            <a:spLocks noGrp="1"/>
          </p:cNvSpPr>
          <p:nvPr>
            <p:ph type="body" sz="quarter" idx="12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3" name="Рисунок 32">
            <a:extLst>
              <a:ext uri="{FF2B5EF4-FFF2-40B4-BE49-F238E27FC236}">
                <a16:creationId xmlns:a16="http://schemas.microsoft.com/office/drawing/2014/main" id="{F1D1CAD3-DF66-3B9E-73B0-564C44B21496}"/>
              </a:ext>
            </a:extLst>
          </p:cNvPr>
          <p:cNvSpPr>
            <a:spLocks noGrp="1"/>
          </p:cNvSpPr>
          <p:nvPr>
            <p:ph type="pic" sz="quarter" idx="122"/>
          </p:nvPr>
        </p:nvSpPr>
        <p:spPr/>
      </p:sp>
      <p:sp>
        <p:nvSpPr>
          <p:cNvPr id="34" name="Текст 33">
            <a:extLst>
              <a:ext uri="{FF2B5EF4-FFF2-40B4-BE49-F238E27FC236}">
                <a16:creationId xmlns:a16="http://schemas.microsoft.com/office/drawing/2014/main" id="{F6A0BE53-CD36-3969-A7A5-6E75AE60D015}"/>
              </a:ext>
            </a:extLst>
          </p:cNvPr>
          <p:cNvSpPr>
            <a:spLocks noGrp="1"/>
          </p:cNvSpPr>
          <p:nvPr>
            <p:ph type="body" sz="quarter" idx="12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5" name="Рисунок 34">
            <a:extLst>
              <a:ext uri="{FF2B5EF4-FFF2-40B4-BE49-F238E27FC236}">
                <a16:creationId xmlns:a16="http://schemas.microsoft.com/office/drawing/2014/main" id="{8700CFA4-BF4C-9FC6-7DA1-CA489335471F}"/>
              </a:ext>
            </a:extLst>
          </p:cNvPr>
          <p:cNvSpPr>
            <a:spLocks noGrp="1"/>
          </p:cNvSpPr>
          <p:nvPr>
            <p:ph type="pic" sz="quarter" idx="124"/>
          </p:nvPr>
        </p:nvSpPr>
        <p:spPr/>
      </p:sp>
      <p:sp>
        <p:nvSpPr>
          <p:cNvPr id="36" name="Рисунок 35">
            <a:extLst>
              <a:ext uri="{FF2B5EF4-FFF2-40B4-BE49-F238E27FC236}">
                <a16:creationId xmlns:a16="http://schemas.microsoft.com/office/drawing/2014/main" id="{9D9746AC-5A5F-6BE2-D0E2-C75576AA9E87}"/>
              </a:ext>
            </a:extLst>
          </p:cNvPr>
          <p:cNvSpPr>
            <a:spLocks noGrp="1"/>
          </p:cNvSpPr>
          <p:nvPr>
            <p:ph type="pic" sz="quarter" idx="125"/>
          </p:nvPr>
        </p:nvSpPr>
        <p:spPr/>
      </p:sp>
      <p:sp>
        <p:nvSpPr>
          <p:cNvPr id="37" name="Текст 36">
            <a:extLst>
              <a:ext uri="{FF2B5EF4-FFF2-40B4-BE49-F238E27FC236}">
                <a16:creationId xmlns:a16="http://schemas.microsoft.com/office/drawing/2014/main" id="{87D8B9D6-D353-C1D8-9A20-CF7ACF0E102B}"/>
              </a:ext>
            </a:extLst>
          </p:cNvPr>
          <p:cNvSpPr>
            <a:spLocks noGrp="1"/>
          </p:cNvSpPr>
          <p:nvPr>
            <p:ph type="body" sz="quarter" idx="12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8" name="Текст 37">
            <a:extLst>
              <a:ext uri="{FF2B5EF4-FFF2-40B4-BE49-F238E27FC236}">
                <a16:creationId xmlns:a16="http://schemas.microsoft.com/office/drawing/2014/main" id="{32C7DC01-6185-1E3D-1E53-333664D5E6CF}"/>
              </a:ext>
            </a:extLst>
          </p:cNvPr>
          <p:cNvSpPr>
            <a:spLocks noGrp="1"/>
          </p:cNvSpPr>
          <p:nvPr>
            <p:ph type="body" sz="quarter" idx="12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9" name="Текст 38">
            <a:extLst>
              <a:ext uri="{FF2B5EF4-FFF2-40B4-BE49-F238E27FC236}">
                <a16:creationId xmlns:a16="http://schemas.microsoft.com/office/drawing/2014/main" id="{54C82B9B-F1C1-FBB2-519F-4C8F35AFF896}"/>
              </a:ext>
            </a:extLst>
          </p:cNvPr>
          <p:cNvSpPr>
            <a:spLocks noGrp="1"/>
          </p:cNvSpPr>
          <p:nvPr>
            <p:ph type="body" sz="quarter" idx="12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0" name="Рисунок 39">
            <a:extLst>
              <a:ext uri="{FF2B5EF4-FFF2-40B4-BE49-F238E27FC236}">
                <a16:creationId xmlns:a16="http://schemas.microsoft.com/office/drawing/2014/main" id="{622E4E8E-F7BC-22C3-527D-C1C288B9268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41" name="Текст 40">
            <a:extLst>
              <a:ext uri="{FF2B5EF4-FFF2-40B4-BE49-F238E27FC236}">
                <a16:creationId xmlns:a16="http://schemas.microsoft.com/office/drawing/2014/main" id="{472AA201-2AE9-0790-DD3B-48964F7F388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2" name="Текст 41">
            <a:extLst>
              <a:ext uri="{FF2B5EF4-FFF2-40B4-BE49-F238E27FC236}">
                <a16:creationId xmlns:a16="http://schemas.microsoft.com/office/drawing/2014/main" id="{1D958B40-B92A-6890-434A-3C19F6FE57E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307246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иаграмма 1">
            <a:extLst>
              <a:ext uri="{FF2B5EF4-FFF2-40B4-BE49-F238E27FC236}">
                <a16:creationId xmlns:a16="http://schemas.microsoft.com/office/drawing/2014/main" id="{33D8B78D-A59A-CCBC-3414-0C5F31985AE9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/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DC4E4E72-5446-B929-CB52-2E42F36C3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E0BBCE7-06F2-BAA8-5B35-C6B00AE15837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2429EA2-08EC-D923-B09D-8215267FFDD1}"/>
              </a:ext>
            </a:extLst>
          </p:cNvPr>
          <p:cNvSpPr>
            <a:spLocks noGrp="1"/>
          </p:cNvSpPr>
          <p:nvPr>
            <p:ph type="body" sz="quarter" idx="7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0D47B0D-60F6-A135-248D-383BD325C1A1}"/>
              </a:ext>
            </a:extLst>
          </p:cNvPr>
          <p:cNvSpPr>
            <a:spLocks noGrp="1"/>
          </p:cNvSpPr>
          <p:nvPr>
            <p:ph type="body" sz="quarter" idx="7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B3D20221-DB2D-A30C-86E3-A4FAC1DF4C71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AC4B66F4-0759-8680-0778-EF30329B79A0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75E25B93-3145-F592-3528-6F37CF2D4825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15C125D0-BA08-373F-3D9A-F3FF2C33CE00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7493DB82-65B5-763A-86A6-4C2CCD1213AB}"/>
              </a:ext>
            </a:extLst>
          </p:cNvPr>
          <p:cNvSpPr>
            <a:spLocks noGrp="1"/>
          </p:cNvSpPr>
          <p:nvPr>
            <p:ph type="body" sz="quarter" idx="8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76207903-93D7-1811-C9EC-FDD0AEF5CBF9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5EE038E6-52B6-1137-C91A-BF4B1087CDE3}"/>
              </a:ext>
            </a:extLst>
          </p:cNvPr>
          <p:cNvSpPr>
            <a:spLocks noGrp="1"/>
          </p:cNvSpPr>
          <p:nvPr>
            <p:ph type="body" sz="quarter" idx="8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8592BB6A-0CBB-2340-C486-33B09A2B940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6B4A4C15-B4A2-3CA8-0DF6-BE317239611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FA586BF4-DCFB-B7A4-DBBD-FD15266FBC3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25F29479-26F7-1FE8-EF32-2D0F64CDA9F7}"/>
              </a:ext>
            </a:extLst>
          </p:cNvPr>
          <p:cNvSpPr>
            <a:spLocks noGrp="1"/>
          </p:cNvSpPr>
          <p:nvPr>
            <p:ph type="pic" sz="quarter" idx="87"/>
          </p:nvPr>
        </p:nvSpPr>
        <p:spPr/>
      </p:sp>
    </p:spTree>
    <p:extLst>
      <p:ext uri="{BB962C8B-B14F-4D97-AF65-F5344CB8AC3E}">
        <p14:creationId xmlns:p14="http://schemas.microsoft.com/office/powerpoint/2010/main" val="117633026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8D2AED38-EE4E-4141-547A-D68D75B1D06C}"/>
              </a:ext>
            </a:extLst>
          </p:cNvPr>
          <p:cNvSpPr>
            <a:spLocks noGrp="1"/>
          </p:cNvSpPr>
          <p:nvPr>
            <p:ph type="body" sz="quarter" idx="1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299C07A-BA32-A586-AB26-FBAF2F21279D}"/>
              </a:ext>
            </a:extLst>
          </p:cNvPr>
          <p:cNvSpPr>
            <a:spLocks noGrp="1"/>
          </p:cNvSpPr>
          <p:nvPr>
            <p:ph type="pic" sz="quarter" idx="130"/>
          </p:nvPr>
        </p:nvSpPr>
        <p:spPr/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F5B425C-714D-4628-A637-718BD995E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0E4CC4B8-28CC-4235-2C54-BC09CB1AAA0D}"/>
              </a:ext>
            </a:extLst>
          </p:cNvPr>
          <p:cNvSpPr>
            <a:spLocks noGrp="1"/>
          </p:cNvSpPr>
          <p:nvPr>
            <p:ph type="pic" sz="quarter" idx="95"/>
          </p:nvPr>
        </p:nvSpPr>
        <p:spPr/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3F9B281-1A59-90A5-0E33-426B3C83A5AD}"/>
              </a:ext>
            </a:extLst>
          </p:cNvPr>
          <p:cNvSpPr>
            <a:spLocks noGrp="1"/>
          </p:cNvSpPr>
          <p:nvPr>
            <p:ph type="body" sz="quarter" idx="9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63BE8B8C-A43D-4EB5-46A4-336B407A23E0}"/>
              </a:ext>
            </a:extLst>
          </p:cNvPr>
          <p:cNvSpPr>
            <a:spLocks noGrp="1"/>
          </p:cNvSpPr>
          <p:nvPr>
            <p:ph type="body" sz="quarter" idx="9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A8E9B23-5F21-CD2D-F3DE-4A2309C7E275}"/>
              </a:ext>
            </a:extLst>
          </p:cNvPr>
          <p:cNvSpPr>
            <a:spLocks noGrp="1"/>
          </p:cNvSpPr>
          <p:nvPr>
            <p:ph type="body" sz="quarter" idx="9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60C776EE-DBC0-F6BC-78E6-138652059657}"/>
              </a:ext>
            </a:extLst>
          </p:cNvPr>
          <p:cNvSpPr>
            <a:spLocks noGrp="1"/>
          </p:cNvSpPr>
          <p:nvPr>
            <p:ph type="pic" sz="quarter" idx="99"/>
          </p:nvPr>
        </p:nvSpPr>
        <p:spPr/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68A68CD2-F0A4-5AEE-C4D7-704B124A3A88}"/>
              </a:ext>
            </a:extLst>
          </p:cNvPr>
          <p:cNvSpPr>
            <a:spLocks noGrp="1"/>
          </p:cNvSpPr>
          <p:nvPr>
            <p:ph type="body" sz="quarter" idx="10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7FB9D992-D474-5EB8-0243-D1464453A26F}"/>
              </a:ext>
            </a:extLst>
          </p:cNvPr>
          <p:cNvSpPr>
            <a:spLocks noGrp="1"/>
          </p:cNvSpPr>
          <p:nvPr>
            <p:ph type="body" sz="quarter" idx="10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A755788E-0CC1-76F4-6294-E992F2F86DD6}"/>
              </a:ext>
            </a:extLst>
          </p:cNvPr>
          <p:cNvSpPr>
            <a:spLocks noGrp="1"/>
          </p:cNvSpPr>
          <p:nvPr>
            <p:ph type="body" sz="quarter" idx="10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EFB024A9-1263-8E28-50C5-D0D3E9D0E55B}"/>
              </a:ext>
            </a:extLst>
          </p:cNvPr>
          <p:cNvSpPr>
            <a:spLocks noGrp="1"/>
          </p:cNvSpPr>
          <p:nvPr>
            <p:ph type="pic" sz="quarter" idx="103"/>
          </p:nvPr>
        </p:nvSpPr>
        <p:spPr/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77EE2747-9303-BA39-64F9-3CBE5CB47AF2}"/>
              </a:ext>
            </a:extLst>
          </p:cNvPr>
          <p:cNvSpPr>
            <a:spLocks noGrp="1"/>
          </p:cNvSpPr>
          <p:nvPr>
            <p:ph type="body" sz="quarter" idx="10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11756291-85FE-AE9B-72E5-9448B833FFE4}"/>
              </a:ext>
            </a:extLst>
          </p:cNvPr>
          <p:cNvSpPr>
            <a:spLocks noGrp="1"/>
          </p:cNvSpPr>
          <p:nvPr>
            <p:ph type="body" sz="quarter" idx="10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65002FF6-3248-FC96-A7A6-364CF6CA1404}"/>
              </a:ext>
            </a:extLst>
          </p:cNvPr>
          <p:cNvSpPr>
            <a:spLocks noGrp="1"/>
          </p:cNvSpPr>
          <p:nvPr>
            <p:ph type="body" sz="quarter" idx="10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A7BAE2A0-0EB6-8424-CED5-2FDC8C632E5D}"/>
              </a:ext>
            </a:extLst>
          </p:cNvPr>
          <p:cNvSpPr>
            <a:spLocks noGrp="1"/>
          </p:cNvSpPr>
          <p:nvPr>
            <p:ph type="pic" sz="quarter" idx="117"/>
          </p:nvPr>
        </p:nvSpPr>
        <p:spPr/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E6686E7A-ED29-BC2D-4370-9DA3138CBCA4}"/>
              </a:ext>
            </a:extLst>
          </p:cNvPr>
          <p:cNvSpPr>
            <a:spLocks noGrp="1"/>
          </p:cNvSpPr>
          <p:nvPr>
            <p:ph type="body" sz="quarter" idx="11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Рисунок 18">
            <a:extLst>
              <a:ext uri="{FF2B5EF4-FFF2-40B4-BE49-F238E27FC236}">
                <a16:creationId xmlns:a16="http://schemas.microsoft.com/office/drawing/2014/main" id="{BDACE6C1-AA08-831F-6032-F24CC1BFC2BB}"/>
              </a:ext>
            </a:extLst>
          </p:cNvPr>
          <p:cNvSpPr>
            <a:spLocks noGrp="1"/>
          </p:cNvSpPr>
          <p:nvPr>
            <p:ph type="pic" sz="quarter" idx="115"/>
          </p:nvPr>
        </p:nvSpPr>
        <p:spPr/>
      </p:sp>
      <p:sp>
        <p:nvSpPr>
          <p:cNvPr id="20" name="Рисунок 19">
            <a:extLst>
              <a:ext uri="{FF2B5EF4-FFF2-40B4-BE49-F238E27FC236}">
                <a16:creationId xmlns:a16="http://schemas.microsoft.com/office/drawing/2014/main" id="{49FC9C71-2D13-DCF0-94F6-0A75E7651E38}"/>
              </a:ext>
            </a:extLst>
          </p:cNvPr>
          <p:cNvSpPr>
            <a:spLocks noGrp="1"/>
          </p:cNvSpPr>
          <p:nvPr>
            <p:ph type="pic" sz="quarter" idx="119"/>
          </p:nvPr>
        </p:nvSpPr>
        <p:spPr/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C82F09F9-A04B-D124-9B15-54D1DB8A8363}"/>
              </a:ext>
            </a:extLst>
          </p:cNvPr>
          <p:cNvSpPr>
            <a:spLocks noGrp="1"/>
          </p:cNvSpPr>
          <p:nvPr>
            <p:ph type="body" sz="quarter" idx="12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851AC2A1-3376-2B0B-878B-AE1C118588B5}"/>
              </a:ext>
            </a:extLst>
          </p:cNvPr>
          <p:cNvSpPr>
            <a:spLocks noGrp="1"/>
          </p:cNvSpPr>
          <p:nvPr>
            <p:ph type="pic" sz="quarter" idx="114"/>
          </p:nvPr>
        </p:nvSpPr>
        <p:spPr/>
      </p:sp>
      <p:sp>
        <p:nvSpPr>
          <p:cNvPr id="23" name="Рисунок 22">
            <a:extLst>
              <a:ext uri="{FF2B5EF4-FFF2-40B4-BE49-F238E27FC236}">
                <a16:creationId xmlns:a16="http://schemas.microsoft.com/office/drawing/2014/main" id="{82807E79-9AED-C756-45E6-B09850E790CE}"/>
              </a:ext>
            </a:extLst>
          </p:cNvPr>
          <p:cNvSpPr>
            <a:spLocks noGrp="1"/>
          </p:cNvSpPr>
          <p:nvPr>
            <p:ph type="pic" sz="quarter" idx="121"/>
          </p:nvPr>
        </p:nvSpPr>
        <p:spPr/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27E7AEA8-7014-D2BF-51EB-1CD95AD17A32}"/>
              </a:ext>
            </a:extLst>
          </p:cNvPr>
          <p:cNvSpPr>
            <a:spLocks noGrp="1"/>
          </p:cNvSpPr>
          <p:nvPr>
            <p:ph type="body" sz="quarter" idx="12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5" name="Рисунок 24">
            <a:extLst>
              <a:ext uri="{FF2B5EF4-FFF2-40B4-BE49-F238E27FC236}">
                <a16:creationId xmlns:a16="http://schemas.microsoft.com/office/drawing/2014/main" id="{AB17C467-B5A8-6075-679E-4337A568671C}"/>
              </a:ext>
            </a:extLst>
          </p:cNvPr>
          <p:cNvSpPr>
            <a:spLocks noGrp="1"/>
          </p:cNvSpPr>
          <p:nvPr>
            <p:ph type="pic" sz="quarter" idx="123"/>
          </p:nvPr>
        </p:nvSpPr>
        <p:spPr/>
      </p:sp>
      <p:sp>
        <p:nvSpPr>
          <p:cNvPr id="26" name="Рисунок 25">
            <a:extLst>
              <a:ext uri="{FF2B5EF4-FFF2-40B4-BE49-F238E27FC236}">
                <a16:creationId xmlns:a16="http://schemas.microsoft.com/office/drawing/2014/main" id="{71C788D7-1DF8-E561-DC27-CC07EE79623B}"/>
              </a:ext>
            </a:extLst>
          </p:cNvPr>
          <p:cNvSpPr>
            <a:spLocks noGrp="1"/>
          </p:cNvSpPr>
          <p:nvPr>
            <p:ph type="pic" sz="quarter" idx="124"/>
          </p:nvPr>
        </p:nvSpPr>
        <p:spPr/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09505C77-FB87-BE1D-196A-BAF9E2A9C1F1}"/>
              </a:ext>
            </a:extLst>
          </p:cNvPr>
          <p:cNvSpPr>
            <a:spLocks noGrp="1"/>
          </p:cNvSpPr>
          <p:nvPr>
            <p:ph type="body" sz="quarter" idx="12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8" name="Рисунок 27">
            <a:extLst>
              <a:ext uri="{FF2B5EF4-FFF2-40B4-BE49-F238E27FC236}">
                <a16:creationId xmlns:a16="http://schemas.microsoft.com/office/drawing/2014/main" id="{FC2A1F99-8B41-6C64-C377-78D8BE3A5134}"/>
              </a:ext>
            </a:extLst>
          </p:cNvPr>
          <p:cNvSpPr>
            <a:spLocks noGrp="1"/>
          </p:cNvSpPr>
          <p:nvPr>
            <p:ph type="pic" sz="quarter" idx="127"/>
          </p:nvPr>
        </p:nvSpPr>
        <p:spPr/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015FF58A-C397-A121-752A-627F6FF7A454}"/>
              </a:ext>
            </a:extLst>
          </p:cNvPr>
          <p:cNvSpPr>
            <a:spLocks noGrp="1"/>
          </p:cNvSpPr>
          <p:nvPr>
            <p:ph type="body" sz="quarter" idx="12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0" name="Рисунок 29">
            <a:extLst>
              <a:ext uri="{FF2B5EF4-FFF2-40B4-BE49-F238E27FC236}">
                <a16:creationId xmlns:a16="http://schemas.microsoft.com/office/drawing/2014/main" id="{65543279-8EE1-CEBF-222B-B442129D3AF7}"/>
              </a:ext>
            </a:extLst>
          </p:cNvPr>
          <p:cNvSpPr>
            <a:spLocks noGrp="1"/>
          </p:cNvSpPr>
          <p:nvPr>
            <p:ph type="pic" sz="quarter" idx="116"/>
          </p:nvPr>
        </p:nvSpPr>
        <p:spPr/>
      </p:sp>
      <p:sp>
        <p:nvSpPr>
          <p:cNvPr id="31" name="Рисунок 30">
            <a:extLst>
              <a:ext uri="{FF2B5EF4-FFF2-40B4-BE49-F238E27FC236}">
                <a16:creationId xmlns:a16="http://schemas.microsoft.com/office/drawing/2014/main" id="{9D1A011C-5032-7534-00F9-970E72AFB4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7BAFF785-BD2E-56A6-EE84-19724D8361C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3" name="Текст 32">
            <a:extLst>
              <a:ext uri="{FF2B5EF4-FFF2-40B4-BE49-F238E27FC236}">
                <a16:creationId xmlns:a16="http://schemas.microsoft.com/office/drawing/2014/main" id="{8110FC59-BD8F-577A-2813-91217AE2776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4" name="Рисунок 33">
            <a:extLst>
              <a:ext uri="{FF2B5EF4-FFF2-40B4-BE49-F238E27FC236}">
                <a16:creationId xmlns:a16="http://schemas.microsoft.com/office/drawing/2014/main" id="{878DB2A3-C179-0BE8-1B09-C71F1FE2E73C}"/>
              </a:ext>
            </a:extLst>
          </p:cNvPr>
          <p:cNvSpPr>
            <a:spLocks noGrp="1"/>
          </p:cNvSpPr>
          <p:nvPr>
            <p:ph type="pic" sz="quarter" idx="131"/>
          </p:nvPr>
        </p:nvSpPr>
        <p:spPr/>
      </p:sp>
      <p:sp>
        <p:nvSpPr>
          <p:cNvPr id="35" name="Текст 34">
            <a:extLst>
              <a:ext uri="{FF2B5EF4-FFF2-40B4-BE49-F238E27FC236}">
                <a16:creationId xmlns:a16="http://schemas.microsoft.com/office/drawing/2014/main" id="{A3CBF73C-D41E-0B2A-F0FC-A6411068C069}"/>
              </a:ext>
            </a:extLst>
          </p:cNvPr>
          <p:cNvSpPr>
            <a:spLocks noGrp="1"/>
          </p:cNvSpPr>
          <p:nvPr>
            <p:ph type="body" sz="quarter" idx="13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451627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иаграмма 1">
            <a:extLst>
              <a:ext uri="{FF2B5EF4-FFF2-40B4-BE49-F238E27FC236}">
                <a16:creationId xmlns:a16="http://schemas.microsoft.com/office/drawing/2014/main" id="{E07609C6-5D0D-9733-1BF2-4D2B29B4C4F6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/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1B2275D-66BC-908C-1399-76AE78F1A3C2}"/>
              </a:ext>
            </a:extLst>
          </p:cNvPr>
          <p:cNvSpPr>
            <a:spLocks noGrp="1"/>
          </p:cNvSpPr>
          <p:nvPr>
            <p:ph type="pic" sz="quarter" idx="96"/>
          </p:nvPr>
        </p:nvSpPr>
        <p:spPr/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AFAC1F66-B8B8-D86F-D3B5-F2F2F8ED28DA}"/>
              </a:ext>
            </a:extLst>
          </p:cNvPr>
          <p:cNvSpPr>
            <a:spLocks noGrp="1"/>
          </p:cNvSpPr>
          <p:nvPr>
            <p:ph type="pic" sz="quarter" idx="101"/>
          </p:nvPr>
        </p:nvSpPr>
        <p:spPr/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7965290B-FA30-1370-FA46-90703DCF8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DF3666D-AFA6-29D3-F87F-FBAD3949CDE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A9283D7C-57F0-EE1A-FA16-F3B7B3055E3D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4424F399-1582-0E4A-F979-D92E44DCED85}"/>
              </a:ext>
            </a:extLst>
          </p:cNvPr>
          <p:cNvSpPr>
            <a:spLocks noGrp="1"/>
          </p:cNvSpPr>
          <p:nvPr>
            <p:ph type="body" sz="quarter" idx="8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9BC332FA-A1F4-A33D-F8EB-6796E769F613}"/>
              </a:ext>
            </a:extLst>
          </p:cNvPr>
          <p:cNvSpPr>
            <a:spLocks noGrp="1"/>
          </p:cNvSpPr>
          <p:nvPr>
            <p:ph type="body" sz="quarter" idx="9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40CC3DE3-4DD9-CE7C-7E7A-09687F0E0A66}"/>
              </a:ext>
            </a:extLst>
          </p:cNvPr>
          <p:cNvSpPr>
            <a:spLocks noGrp="1"/>
          </p:cNvSpPr>
          <p:nvPr>
            <p:ph type="body" sz="quarter" idx="9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47854FE4-4E49-B2A6-52FC-45B4E1DD99EF}"/>
              </a:ext>
            </a:extLst>
          </p:cNvPr>
          <p:cNvSpPr>
            <a:spLocks noGrp="1"/>
          </p:cNvSpPr>
          <p:nvPr>
            <p:ph type="body" sz="quarter" idx="9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1E00D10C-C349-2336-3951-ABF367B02769}"/>
              </a:ext>
            </a:extLst>
          </p:cNvPr>
          <p:cNvSpPr>
            <a:spLocks noGrp="1"/>
          </p:cNvSpPr>
          <p:nvPr>
            <p:ph type="body" sz="quarter" idx="10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C3764772-7F2A-CE99-0ECF-05EFE1B13CCA}"/>
              </a:ext>
            </a:extLst>
          </p:cNvPr>
          <p:cNvSpPr>
            <a:spLocks noGrp="1"/>
          </p:cNvSpPr>
          <p:nvPr>
            <p:ph type="body" sz="quarter" idx="11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16820509-E80F-12BF-4A6E-95526EC3258F}"/>
              </a:ext>
            </a:extLst>
          </p:cNvPr>
          <p:cNvSpPr>
            <a:spLocks noGrp="1"/>
          </p:cNvSpPr>
          <p:nvPr>
            <p:ph type="pic" sz="quarter" idx="119"/>
          </p:nvPr>
        </p:nvSpPr>
        <p:spPr/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F4C8090E-0A63-FDE0-9348-43A54066D925}"/>
              </a:ext>
            </a:extLst>
          </p:cNvPr>
          <p:cNvSpPr>
            <a:spLocks noGrp="1"/>
          </p:cNvSpPr>
          <p:nvPr>
            <p:ph type="body" sz="quarter" idx="12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Рисунок 15">
            <a:extLst>
              <a:ext uri="{FF2B5EF4-FFF2-40B4-BE49-F238E27FC236}">
                <a16:creationId xmlns:a16="http://schemas.microsoft.com/office/drawing/2014/main" id="{D41DA48B-0305-A664-EDBE-D5E509B78F77}"/>
              </a:ext>
            </a:extLst>
          </p:cNvPr>
          <p:cNvSpPr>
            <a:spLocks noGrp="1"/>
          </p:cNvSpPr>
          <p:nvPr>
            <p:ph type="pic" sz="quarter" idx="122"/>
          </p:nvPr>
        </p:nvSpPr>
        <p:spPr/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D78ACC0F-132A-4A54-8F33-E7F36B7EE045}"/>
              </a:ext>
            </a:extLst>
          </p:cNvPr>
          <p:cNvSpPr>
            <a:spLocks noGrp="1"/>
          </p:cNvSpPr>
          <p:nvPr>
            <p:ph type="body" sz="quarter" idx="12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8" name="Рисунок 17">
            <a:extLst>
              <a:ext uri="{FF2B5EF4-FFF2-40B4-BE49-F238E27FC236}">
                <a16:creationId xmlns:a16="http://schemas.microsoft.com/office/drawing/2014/main" id="{ACB230C5-8BFD-E541-1311-BAF3F47A134D}"/>
              </a:ext>
            </a:extLst>
          </p:cNvPr>
          <p:cNvSpPr>
            <a:spLocks noGrp="1"/>
          </p:cNvSpPr>
          <p:nvPr>
            <p:ph type="pic" sz="quarter" idx="125"/>
          </p:nvPr>
        </p:nvSpPr>
        <p:spPr/>
      </p:sp>
      <p:sp>
        <p:nvSpPr>
          <p:cNvPr id="19" name="Рисунок 18">
            <a:extLst>
              <a:ext uri="{FF2B5EF4-FFF2-40B4-BE49-F238E27FC236}">
                <a16:creationId xmlns:a16="http://schemas.microsoft.com/office/drawing/2014/main" id="{0B8439ED-F97A-7E46-D784-B848895A4D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286DEB9C-6FCB-8B83-18DC-8D8944820FA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029230E1-A8B8-9B51-A370-FDCFC5C7EF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2" name="Текст 21">
            <a:extLst>
              <a:ext uri="{FF2B5EF4-FFF2-40B4-BE49-F238E27FC236}">
                <a16:creationId xmlns:a16="http://schemas.microsoft.com/office/drawing/2014/main" id="{020A8DB0-3168-99B9-6087-5247865364E1}"/>
              </a:ext>
            </a:extLst>
          </p:cNvPr>
          <p:cNvSpPr>
            <a:spLocks noGrp="1"/>
          </p:cNvSpPr>
          <p:nvPr>
            <p:ph type="body" sz="quarter" idx="12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30F4D815-15C9-3756-8169-C959DB75ADD6}"/>
              </a:ext>
            </a:extLst>
          </p:cNvPr>
          <p:cNvSpPr>
            <a:spLocks noGrp="1"/>
          </p:cNvSpPr>
          <p:nvPr>
            <p:ph type="body" sz="quarter" idx="12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0FFCDB10-B52E-96C3-C9FB-F1F3FC85C082}"/>
              </a:ext>
            </a:extLst>
          </p:cNvPr>
          <p:cNvSpPr>
            <a:spLocks noGrp="1"/>
          </p:cNvSpPr>
          <p:nvPr>
            <p:ph type="body" sz="quarter" idx="129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490000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1">
            <a:extLst>
              <a:ext uri="{FF2B5EF4-FFF2-40B4-BE49-F238E27FC236}">
                <a16:creationId xmlns:a16="http://schemas.microsoft.com/office/drawing/2014/main" id="{2244CF8F-2A20-19C1-7C49-56816C881B2B}"/>
              </a:ext>
            </a:extLst>
          </p:cNvPr>
          <p:cNvSpPr>
            <a:spLocks noGrp="1"/>
          </p:cNvSpPr>
          <p:nvPr>
            <p:ph type="pic" sz="quarter" idx="142"/>
          </p:nvPr>
        </p:nvSpPr>
        <p:spPr/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0ACAF3EE-6AF4-59F7-59F5-9F358F39D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15CA7ACA-1420-4794-76B5-F0858B305FCC}"/>
              </a:ext>
            </a:extLst>
          </p:cNvPr>
          <p:cNvSpPr>
            <a:spLocks noGrp="1"/>
          </p:cNvSpPr>
          <p:nvPr>
            <p:ph type="pic" sz="quarter" idx="95"/>
          </p:nvPr>
        </p:nvSpPr>
        <p:spPr/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89CBCD3-B3B1-D7A3-F182-B89CE649F113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8073805-C185-E6AC-597C-08609460EBED}"/>
              </a:ext>
            </a:extLst>
          </p:cNvPr>
          <p:cNvSpPr>
            <a:spLocks noGrp="1"/>
          </p:cNvSpPr>
          <p:nvPr>
            <p:ph type="body" sz="quarter" idx="7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Рисунок 6">
            <a:extLst>
              <a:ext uri="{FF2B5EF4-FFF2-40B4-BE49-F238E27FC236}">
                <a16:creationId xmlns:a16="http://schemas.microsoft.com/office/drawing/2014/main" id="{44EA45E2-CCEF-1C48-9069-C051BE4ED399}"/>
              </a:ext>
            </a:extLst>
          </p:cNvPr>
          <p:cNvSpPr>
            <a:spLocks noGrp="1"/>
          </p:cNvSpPr>
          <p:nvPr>
            <p:ph type="pic" sz="quarter" idx="114"/>
          </p:nvPr>
        </p:nvSpPr>
        <p:spPr/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E6398B7D-9544-282E-8A64-8124DA92CE5F}"/>
              </a:ext>
            </a:extLst>
          </p:cNvPr>
          <p:cNvSpPr>
            <a:spLocks noGrp="1"/>
          </p:cNvSpPr>
          <p:nvPr>
            <p:ph type="pic" sz="quarter" idx="115"/>
          </p:nvPr>
        </p:nvSpPr>
        <p:spPr/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C6302581-B281-DDA4-6B5D-CE362B9F3BD2}"/>
              </a:ext>
            </a:extLst>
          </p:cNvPr>
          <p:cNvSpPr>
            <a:spLocks noGrp="1"/>
          </p:cNvSpPr>
          <p:nvPr>
            <p:ph type="body" sz="quarter" idx="1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3AF13DF6-2381-D85E-0D9D-3D879E10C49B}"/>
              </a:ext>
            </a:extLst>
          </p:cNvPr>
          <p:cNvSpPr>
            <a:spLocks noGrp="1"/>
          </p:cNvSpPr>
          <p:nvPr>
            <p:ph type="body" sz="quarter" idx="1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47FE4C99-4B58-1D2B-3D2E-5A96627D2C83}"/>
              </a:ext>
            </a:extLst>
          </p:cNvPr>
          <p:cNvSpPr>
            <a:spLocks noGrp="1"/>
          </p:cNvSpPr>
          <p:nvPr>
            <p:ph type="pic" sz="quarter" idx="118"/>
          </p:nvPr>
        </p:nvSpPr>
        <p:spPr/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E2C7E1B2-A6F4-4CA7-B27B-A1FDC6757CBD}"/>
              </a:ext>
            </a:extLst>
          </p:cNvPr>
          <p:cNvSpPr>
            <a:spLocks noGrp="1"/>
          </p:cNvSpPr>
          <p:nvPr>
            <p:ph type="body" sz="quarter" idx="11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BF516661-C88B-82F5-EBFF-EE78925C67A0}"/>
              </a:ext>
            </a:extLst>
          </p:cNvPr>
          <p:cNvSpPr>
            <a:spLocks noGrp="1"/>
          </p:cNvSpPr>
          <p:nvPr>
            <p:ph type="body" sz="quarter" idx="12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8BE5AF2D-B330-2EEE-5467-07168541B125}"/>
              </a:ext>
            </a:extLst>
          </p:cNvPr>
          <p:cNvSpPr>
            <a:spLocks noGrp="1"/>
          </p:cNvSpPr>
          <p:nvPr>
            <p:ph type="pic" sz="quarter" idx="121"/>
          </p:nvPr>
        </p:nvSpPr>
        <p:spPr/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174EF189-9F33-772B-A94F-0B3E4D032C81}"/>
              </a:ext>
            </a:extLst>
          </p:cNvPr>
          <p:cNvSpPr>
            <a:spLocks noGrp="1"/>
          </p:cNvSpPr>
          <p:nvPr>
            <p:ph type="body" sz="quarter" idx="12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CA756FD2-C407-7244-521A-87D545471F37}"/>
              </a:ext>
            </a:extLst>
          </p:cNvPr>
          <p:cNvSpPr>
            <a:spLocks noGrp="1"/>
          </p:cNvSpPr>
          <p:nvPr>
            <p:ph type="body" sz="quarter" idx="12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EAF5CB3E-2467-C100-437D-A7EA722BF46D}"/>
              </a:ext>
            </a:extLst>
          </p:cNvPr>
          <p:cNvSpPr>
            <a:spLocks noGrp="1"/>
          </p:cNvSpPr>
          <p:nvPr>
            <p:ph type="pic" sz="quarter" idx="124"/>
          </p:nvPr>
        </p:nvSpPr>
        <p:spPr/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A990EF7B-7030-0156-00F6-0BC15B16CA4E}"/>
              </a:ext>
            </a:extLst>
          </p:cNvPr>
          <p:cNvSpPr>
            <a:spLocks noGrp="1"/>
          </p:cNvSpPr>
          <p:nvPr>
            <p:ph type="body" sz="quarter" idx="12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50C0A09A-80EF-BFAE-AABE-E12EA2865D75}"/>
              </a:ext>
            </a:extLst>
          </p:cNvPr>
          <p:cNvSpPr>
            <a:spLocks noGrp="1"/>
          </p:cNvSpPr>
          <p:nvPr>
            <p:ph type="body" sz="quarter" idx="12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0" name="Рисунок 19">
            <a:extLst>
              <a:ext uri="{FF2B5EF4-FFF2-40B4-BE49-F238E27FC236}">
                <a16:creationId xmlns:a16="http://schemas.microsoft.com/office/drawing/2014/main" id="{79B37D62-AB4A-A296-0993-6323785D18F1}"/>
              </a:ext>
            </a:extLst>
          </p:cNvPr>
          <p:cNvSpPr>
            <a:spLocks noGrp="1"/>
          </p:cNvSpPr>
          <p:nvPr>
            <p:ph type="pic" sz="quarter" idx="127"/>
          </p:nvPr>
        </p:nvSpPr>
        <p:spPr/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BBA42C1E-1352-C6E8-F31B-BE7C50960B64}"/>
              </a:ext>
            </a:extLst>
          </p:cNvPr>
          <p:cNvSpPr>
            <a:spLocks noGrp="1"/>
          </p:cNvSpPr>
          <p:nvPr>
            <p:ph type="body" sz="quarter" idx="12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2" name="Текст 21">
            <a:extLst>
              <a:ext uri="{FF2B5EF4-FFF2-40B4-BE49-F238E27FC236}">
                <a16:creationId xmlns:a16="http://schemas.microsoft.com/office/drawing/2014/main" id="{E985941F-EF09-65B3-C0E0-32B07A95B9A1}"/>
              </a:ext>
            </a:extLst>
          </p:cNvPr>
          <p:cNvSpPr>
            <a:spLocks noGrp="1"/>
          </p:cNvSpPr>
          <p:nvPr>
            <p:ph type="body" sz="quarter" idx="1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3" name="Рисунок 22">
            <a:extLst>
              <a:ext uri="{FF2B5EF4-FFF2-40B4-BE49-F238E27FC236}">
                <a16:creationId xmlns:a16="http://schemas.microsoft.com/office/drawing/2014/main" id="{80AD7CBF-8389-04CA-C6B0-0E98CF37EE5E}"/>
              </a:ext>
            </a:extLst>
          </p:cNvPr>
          <p:cNvSpPr>
            <a:spLocks noGrp="1"/>
          </p:cNvSpPr>
          <p:nvPr>
            <p:ph type="pic" sz="quarter" idx="130"/>
          </p:nvPr>
        </p:nvSpPr>
        <p:spPr/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DFAB7706-182E-F2AC-0078-44EAD184496B}"/>
              </a:ext>
            </a:extLst>
          </p:cNvPr>
          <p:cNvSpPr>
            <a:spLocks noGrp="1"/>
          </p:cNvSpPr>
          <p:nvPr>
            <p:ph type="body" sz="quarter" idx="13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DE8E32A-DB2A-BED5-3F04-A2804AFB3A89}"/>
              </a:ext>
            </a:extLst>
          </p:cNvPr>
          <p:cNvSpPr>
            <a:spLocks noGrp="1"/>
          </p:cNvSpPr>
          <p:nvPr>
            <p:ph type="body" sz="quarter" idx="13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6" name="Текст 25">
            <a:extLst>
              <a:ext uri="{FF2B5EF4-FFF2-40B4-BE49-F238E27FC236}">
                <a16:creationId xmlns:a16="http://schemas.microsoft.com/office/drawing/2014/main" id="{C4713A74-6276-3E57-A5CA-24FBDEA187DC}"/>
              </a:ext>
            </a:extLst>
          </p:cNvPr>
          <p:cNvSpPr>
            <a:spLocks noGrp="1"/>
          </p:cNvSpPr>
          <p:nvPr>
            <p:ph type="body" sz="quarter" idx="13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E215F4EE-8C1E-D216-D951-E6E8AEDEDEAE}"/>
              </a:ext>
            </a:extLst>
          </p:cNvPr>
          <p:cNvSpPr>
            <a:spLocks noGrp="1"/>
          </p:cNvSpPr>
          <p:nvPr>
            <p:ph type="body" sz="quarter" idx="13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8" name="Рисунок 27">
            <a:extLst>
              <a:ext uri="{FF2B5EF4-FFF2-40B4-BE49-F238E27FC236}">
                <a16:creationId xmlns:a16="http://schemas.microsoft.com/office/drawing/2014/main" id="{9A049655-ADAC-A52A-9B13-F5FC777A00A5}"/>
              </a:ext>
            </a:extLst>
          </p:cNvPr>
          <p:cNvSpPr>
            <a:spLocks noGrp="1"/>
          </p:cNvSpPr>
          <p:nvPr>
            <p:ph type="pic" sz="quarter" idx="135"/>
          </p:nvPr>
        </p:nvSpPr>
        <p:spPr/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19BFE9-A5C8-CB91-8C85-43E6DECC69F0}"/>
              </a:ext>
            </a:extLst>
          </p:cNvPr>
          <p:cNvSpPr>
            <a:spLocks noGrp="1"/>
          </p:cNvSpPr>
          <p:nvPr>
            <p:ph type="body" sz="quarter" idx="13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0" name="Текст 29">
            <a:extLst>
              <a:ext uri="{FF2B5EF4-FFF2-40B4-BE49-F238E27FC236}">
                <a16:creationId xmlns:a16="http://schemas.microsoft.com/office/drawing/2014/main" id="{631B8358-2D6F-8EB4-C350-E6246B0EB229}"/>
              </a:ext>
            </a:extLst>
          </p:cNvPr>
          <p:cNvSpPr>
            <a:spLocks noGrp="1"/>
          </p:cNvSpPr>
          <p:nvPr>
            <p:ph type="body" sz="quarter" idx="13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1" name="Рисунок 30">
            <a:extLst>
              <a:ext uri="{FF2B5EF4-FFF2-40B4-BE49-F238E27FC236}">
                <a16:creationId xmlns:a16="http://schemas.microsoft.com/office/drawing/2014/main" id="{0B0B26A9-721F-B23F-32C6-28859E12E3FD}"/>
              </a:ext>
            </a:extLst>
          </p:cNvPr>
          <p:cNvSpPr>
            <a:spLocks noGrp="1"/>
          </p:cNvSpPr>
          <p:nvPr>
            <p:ph type="pic" sz="quarter" idx="138"/>
          </p:nvPr>
        </p:nvSpPr>
        <p:spPr/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8EF935E5-1A5A-DD9C-C953-10FD16F24CB2}"/>
              </a:ext>
            </a:extLst>
          </p:cNvPr>
          <p:cNvSpPr>
            <a:spLocks noGrp="1"/>
          </p:cNvSpPr>
          <p:nvPr>
            <p:ph type="body" sz="quarter" idx="13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3" name="Текст 32">
            <a:extLst>
              <a:ext uri="{FF2B5EF4-FFF2-40B4-BE49-F238E27FC236}">
                <a16:creationId xmlns:a16="http://schemas.microsoft.com/office/drawing/2014/main" id="{3A3D8F3C-EE0C-93CC-4FED-F59300DF4592}"/>
              </a:ext>
            </a:extLst>
          </p:cNvPr>
          <p:cNvSpPr>
            <a:spLocks noGrp="1"/>
          </p:cNvSpPr>
          <p:nvPr>
            <p:ph type="body" sz="quarter" idx="14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4" name="Рисунок 33">
            <a:extLst>
              <a:ext uri="{FF2B5EF4-FFF2-40B4-BE49-F238E27FC236}">
                <a16:creationId xmlns:a16="http://schemas.microsoft.com/office/drawing/2014/main" id="{0ABBE7BC-0FD7-2138-AB5F-190462030D3B}"/>
              </a:ext>
            </a:extLst>
          </p:cNvPr>
          <p:cNvSpPr>
            <a:spLocks noGrp="1"/>
          </p:cNvSpPr>
          <p:nvPr>
            <p:ph type="pic" sz="quarter" idx="141"/>
          </p:nvPr>
        </p:nvSpPr>
        <p:spPr/>
      </p:sp>
      <p:sp>
        <p:nvSpPr>
          <p:cNvPr id="35" name="Рисунок 34">
            <a:extLst>
              <a:ext uri="{FF2B5EF4-FFF2-40B4-BE49-F238E27FC236}">
                <a16:creationId xmlns:a16="http://schemas.microsoft.com/office/drawing/2014/main" id="{F858839B-4080-E7C4-B735-43E9F3719FB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0E82A5C9-36D9-DA98-0531-BCF7CA3D292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7" name="Текст 36">
            <a:extLst>
              <a:ext uri="{FF2B5EF4-FFF2-40B4-BE49-F238E27FC236}">
                <a16:creationId xmlns:a16="http://schemas.microsoft.com/office/drawing/2014/main" id="{68238DC1-1D55-3EF2-B5BE-94B8D6349A5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2313341"/>
      </p:ext>
    </p:extLst>
  </p:cSld>
  <p:clrMapOvr>
    <a:masterClrMapping/>
  </p:clrMapOvr>
</p:sld>
</file>

<file path=ppt/theme/theme1.xml><?xml version="1.0" encoding="utf-8"?>
<a:theme xmlns:a="http://schemas.openxmlformats.org/drawingml/2006/main" name="Обложки">
  <a:themeElements>
    <a:clrScheme name="ЦГУ">
      <a:dk1>
        <a:srgbClr val="000000"/>
      </a:dk1>
      <a:lt1>
        <a:srgbClr val="FFFFFF"/>
      </a:lt1>
      <a:dk2>
        <a:srgbClr val="85868A"/>
      </a:dk2>
      <a:lt2>
        <a:srgbClr val="F1F1F1"/>
      </a:lt2>
      <a:accent1>
        <a:srgbClr val="FB2548"/>
      </a:accent1>
      <a:accent2>
        <a:srgbClr val="FE2C48"/>
      </a:accent2>
      <a:accent3>
        <a:srgbClr val="EB0A4A"/>
      </a:accent3>
      <a:accent4>
        <a:srgbClr val="E50E59"/>
      </a:accent4>
      <a:accent5>
        <a:srgbClr val="FEE9E8"/>
      </a:accent5>
      <a:accent6>
        <a:srgbClr val="E5CCD2"/>
      </a:accent6>
      <a:hlink>
        <a:srgbClr val="EC0944"/>
      </a:hlink>
      <a:folHlink>
        <a:srgbClr val="85868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Этапы">
  <a:themeElements>
    <a:clrScheme name="ЦГУ">
      <a:dk1>
        <a:srgbClr val="000000"/>
      </a:dk1>
      <a:lt1>
        <a:srgbClr val="FFFFFF"/>
      </a:lt1>
      <a:dk2>
        <a:srgbClr val="85868A"/>
      </a:dk2>
      <a:lt2>
        <a:srgbClr val="F1F1F1"/>
      </a:lt2>
      <a:accent1>
        <a:srgbClr val="FB2548"/>
      </a:accent1>
      <a:accent2>
        <a:srgbClr val="FE2C48"/>
      </a:accent2>
      <a:accent3>
        <a:srgbClr val="EB0A4A"/>
      </a:accent3>
      <a:accent4>
        <a:srgbClr val="E50E59"/>
      </a:accent4>
      <a:accent5>
        <a:srgbClr val="FEE9E8"/>
      </a:accent5>
      <a:accent6>
        <a:srgbClr val="E5CCD2"/>
      </a:accent6>
      <a:hlink>
        <a:srgbClr val="EC0944"/>
      </a:hlink>
      <a:folHlink>
        <a:srgbClr val="85868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Планы">
  <a:themeElements>
    <a:clrScheme name="ЦГУ">
      <a:dk1>
        <a:srgbClr val="000000"/>
      </a:dk1>
      <a:lt1>
        <a:srgbClr val="FFFFFF"/>
      </a:lt1>
      <a:dk2>
        <a:srgbClr val="85868A"/>
      </a:dk2>
      <a:lt2>
        <a:srgbClr val="F1F1F1"/>
      </a:lt2>
      <a:accent1>
        <a:srgbClr val="FB2548"/>
      </a:accent1>
      <a:accent2>
        <a:srgbClr val="FE2C48"/>
      </a:accent2>
      <a:accent3>
        <a:srgbClr val="EB0A4A"/>
      </a:accent3>
      <a:accent4>
        <a:srgbClr val="E50E59"/>
      </a:accent4>
      <a:accent5>
        <a:srgbClr val="FEE9E8"/>
      </a:accent5>
      <a:accent6>
        <a:srgbClr val="E5CCD2"/>
      </a:accent6>
      <a:hlink>
        <a:srgbClr val="EC0944"/>
      </a:hlink>
      <a:folHlink>
        <a:srgbClr val="85868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Команда">
  <a:themeElements>
    <a:clrScheme name="ЦГУ">
      <a:dk1>
        <a:srgbClr val="000000"/>
      </a:dk1>
      <a:lt1>
        <a:srgbClr val="FFFFFF"/>
      </a:lt1>
      <a:dk2>
        <a:srgbClr val="85868A"/>
      </a:dk2>
      <a:lt2>
        <a:srgbClr val="F1F1F1"/>
      </a:lt2>
      <a:accent1>
        <a:srgbClr val="FB2548"/>
      </a:accent1>
      <a:accent2>
        <a:srgbClr val="FE2C48"/>
      </a:accent2>
      <a:accent3>
        <a:srgbClr val="EB0A4A"/>
      </a:accent3>
      <a:accent4>
        <a:srgbClr val="E50E59"/>
      </a:accent4>
      <a:accent5>
        <a:srgbClr val="FEE9E8"/>
      </a:accent5>
      <a:accent6>
        <a:srgbClr val="E5CCD2"/>
      </a:accent6>
      <a:hlink>
        <a:srgbClr val="EC0944"/>
      </a:hlink>
      <a:folHlink>
        <a:srgbClr val="85868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Мокап">
  <a:themeElements>
    <a:clrScheme name="ЦГУ">
      <a:dk1>
        <a:srgbClr val="000000"/>
      </a:dk1>
      <a:lt1>
        <a:srgbClr val="FFFFFF"/>
      </a:lt1>
      <a:dk2>
        <a:srgbClr val="85868A"/>
      </a:dk2>
      <a:lt2>
        <a:srgbClr val="F1F1F1"/>
      </a:lt2>
      <a:accent1>
        <a:srgbClr val="FB2548"/>
      </a:accent1>
      <a:accent2>
        <a:srgbClr val="FE2C48"/>
      </a:accent2>
      <a:accent3>
        <a:srgbClr val="EB0A4A"/>
      </a:accent3>
      <a:accent4>
        <a:srgbClr val="E50E59"/>
      </a:accent4>
      <a:accent5>
        <a:srgbClr val="FEE9E8"/>
      </a:accent5>
      <a:accent6>
        <a:srgbClr val="E5CCD2"/>
      </a:accent6>
      <a:hlink>
        <a:srgbClr val="EC0944"/>
      </a:hlink>
      <a:folHlink>
        <a:srgbClr val="85868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Цифры">
  <a:themeElements>
    <a:clrScheme name="ЦГУ">
      <a:dk1>
        <a:srgbClr val="000000"/>
      </a:dk1>
      <a:lt1>
        <a:srgbClr val="FFFFFF"/>
      </a:lt1>
      <a:dk2>
        <a:srgbClr val="85868A"/>
      </a:dk2>
      <a:lt2>
        <a:srgbClr val="F1F1F1"/>
      </a:lt2>
      <a:accent1>
        <a:srgbClr val="FB2548"/>
      </a:accent1>
      <a:accent2>
        <a:srgbClr val="FE2C48"/>
      </a:accent2>
      <a:accent3>
        <a:srgbClr val="EB0A4A"/>
      </a:accent3>
      <a:accent4>
        <a:srgbClr val="E50E59"/>
      </a:accent4>
      <a:accent5>
        <a:srgbClr val="FEE9E8"/>
      </a:accent5>
      <a:accent6>
        <a:srgbClr val="E5CCD2"/>
      </a:accent6>
      <a:hlink>
        <a:srgbClr val="EC0944"/>
      </a:hlink>
      <a:folHlink>
        <a:srgbClr val="85868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Слайды с фото">
  <a:themeElements>
    <a:clrScheme name="ЦГУ">
      <a:dk1>
        <a:srgbClr val="000000"/>
      </a:dk1>
      <a:lt1>
        <a:srgbClr val="FFFFFF"/>
      </a:lt1>
      <a:dk2>
        <a:srgbClr val="85868A"/>
      </a:dk2>
      <a:lt2>
        <a:srgbClr val="F1F1F1"/>
      </a:lt2>
      <a:accent1>
        <a:srgbClr val="FB2548"/>
      </a:accent1>
      <a:accent2>
        <a:srgbClr val="FE2C48"/>
      </a:accent2>
      <a:accent3>
        <a:srgbClr val="EB0A4A"/>
      </a:accent3>
      <a:accent4>
        <a:srgbClr val="E50E59"/>
      </a:accent4>
      <a:accent5>
        <a:srgbClr val="FEE9E8"/>
      </a:accent5>
      <a:accent6>
        <a:srgbClr val="E5CCD2"/>
      </a:accent6>
      <a:hlink>
        <a:srgbClr val="EC0944"/>
      </a:hlink>
      <a:folHlink>
        <a:srgbClr val="85868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Сравнение">
  <a:themeElements>
    <a:clrScheme name="ЦГУ">
      <a:dk1>
        <a:srgbClr val="000000"/>
      </a:dk1>
      <a:lt1>
        <a:srgbClr val="FFFFFF"/>
      </a:lt1>
      <a:dk2>
        <a:srgbClr val="85868A"/>
      </a:dk2>
      <a:lt2>
        <a:srgbClr val="F1F1F1"/>
      </a:lt2>
      <a:accent1>
        <a:srgbClr val="FB2548"/>
      </a:accent1>
      <a:accent2>
        <a:srgbClr val="FE2C48"/>
      </a:accent2>
      <a:accent3>
        <a:srgbClr val="EB0A4A"/>
      </a:accent3>
      <a:accent4>
        <a:srgbClr val="E50E59"/>
      </a:accent4>
      <a:accent5>
        <a:srgbClr val="FEE9E8"/>
      </a:accent5>
      <a:accent6>
        <a:srgbClr val="E5CCD2"/>
      </a:accent6>
      <a:hlink>
        <a:srgbClr val="EC0944"/>
      </a:hlink>
      <a:folHlink>
        <a:srgbClr val="85868A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Инфографика">
  <a:themeElements>
    <a:clrScheme name="ЦГУ">
      <a:dk1>
        <a:srgbClr val="000000"/>
      </a:dk1>
      <a:lt1>
        <a:srgbClr val="FFFFFF"/>
      </a:lt1>
      <a:dk2>
        <a:srgbClr val="85868A"/>
      </a:dk2>
      <a:lt2>
        <a:srgbClr val="F1F1F1"/>
      </a:lt2>
      <a:accent1>
        <a:srgbClr val="FB2548"/>
      </a:accent1>
      <a:accent2>
        <a:srgbClr val="FE2C48"/>
      </a:accent2>
      <a:accent3>
        <a:srgbClr val="EB0A4A"/>
      </a:accent3>
      <a:accent4>
        <a:srgbClr val="E50E59"/>
      </a:accent4>
      <a:accent5>
        <a:srgbClr val="FEE9E8"/>
      </a:accent5>
      <a:accent6>
        <a:srgbClr val="E5CCD2"/>
      </a:accent6>
      <a:hlink>
        <a:srgbClr val="EC0944"/>
      </a:hlink>
      <a:folHlink>
        <a:srgbClr val="85868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Текстовые">
  <a:themeElements>
    <a:clrScheme name="ЦГУ">
      <a:dk1>
        <a:srgbClr val="000000"/>
      </a:dk1>
      <a:lt1>
        <a:srgbClr val="FFFFFF"/>
      </a:lt1>
      <a:dk2>
        <a:srgbClr val="85868A"/>
      </a:dk2>
      <a:lt2>
        <a:srgbClr val="F1F1F1"/>
      </a:lt2>
      <a:accent1>
        <a:srgbClr val="FB2548"/>
      </a:accent1>
      <a:accent2>
        <a:srgbClr val="FE2C48"/>
      </a:accent2>
      <a:accent3>
        <a:srgbClr val="EB0A4A"/>
      </a:accent3>
      <a:accent4>
        <a:srgbClr val="E50E59"/>
      </a:accent4>
      <a:accent5>
        <a:srgbClr val="FEE9E8"/>
      </a:accent5>
      <a:accent6>
        <a:srgbClr val="E5CCD2"/>
      </a:accent6>
      <a:hlink>
        <a:srgbClr val="EC0944"/>
      </a:hlink>
      <a:folHlink>
        <a:srgbClr val="85868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Цитаты">
  <a:themeElements>
    <a:clrScheme name="ЦГУ">
      <a:dk1>
        <a:srgbClr val="000000"/>
      </a:dk1>
      <a:lt1>
        <a:srgbClr val="FFFFFF"/>
      </a:lt1>
      <a:dk2>
        <a:srgbClr val="85868A"/>
      </a:dk2>
      <a:lt2>
        <a:srgbClr val="F1F1F1"/>
      </a:lt2>
      <a:accent1>
        <a:srgbClr val="FB2548"/>
      </a:accent1>
      <a:accent2>
        <a:srgbClr val="FE2C48"/>
      </a:accent2>
      <a:accent3>
        <a:srgbClr val="EB0A4A"/>
      </a:accent3>
      <a:accent4>
        <a:srgbClr val="E50E59"/>
      </a:accent4>
      <a:accent5>
        <a:srgbClr val="FEE9E8"/>
      </a:accent5>
      <a:accent6>
        <a:srgbClr val="E5CCD2"/>
      </a:accent6>
      <a:hlink>
        <a:srgbClr val="EC0944"/>
      </a:hlink>
      <a:folHlink>
        <a:srgbClr val="85868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Большие слайды">
  <a:themeElements>
    <a:clrScheme name="ЦГУ">
      <a:dk1>
        <a:srgbClr val="000000"/>
      </a:dk1>
      <a:lt1>
        <a:srgbClr val="FFFFFF"/>
      </a:lt1>
      <a:dk2>
        <a:srgbClr val="85868A"/>
      </a:dk2>
      <a:lt2>
        <a:srgbClr val="F1F1F1"/>
      </a:lt2>
      <a:accent1>
        <a:srgbClr val="FB2548"/>
      </a:accent1>
      <a:accent2>
        <a:srgbClr val="FE2C48"/>
      </a:accent2>
      <a:accent3>
        <a:srgbClr val="EB0A4A"/>
      </a:accent3>
      <a:accent4>
        <a:srgbClr val="E50E59"/>
      </a:accent4>
      <a:accent5>
        <a:srgbClr val="FEE9E8"/>
      </a:accent5>
      <a:accent6>
        <a:srgbClr val="E5CCD2"/>
      </a:accent6>
      <a:hlink>
        <a:srgbClr val="EC0944"/>
      </a:hlink>
      <a:folHlink>
        <a:srgbClr val="85868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3503</TotalTime>
  <Words>60</Words>
  <Application>Microsoft Macintosh PowerPoint</Application>
  <PresentationFormat>Произвольный</PresentationFormat>
  <Paragraphs>17</Paragraphs>
  <Slides>82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12</vt:i4>
      </vt:variant>
      <vt:variant>
        <vt:lpstr>Заголовки слайдов</vt:lpstr>
      </vt:variant>
      <vt:variant>
        <vt:i4>82</vt:i4>
      </vt:variant>
    </vt:vector>
  </HeadingPairs>
  <TitlesOfParts>
    <vt:vector size="99" baseType="lpstr">
      <vt:lpstr>Arial</vt:lpstr>
      <vt:lpstr>Calibri</vt:lpstr>
      <vt:lpstr>Golos Text</vt:lpstr>
      <vt:lpstr>Intro Bold Regular</vt:lpstr>
      <vt:lpstr>Golos Text DemiBold</vt:lpstr>
      <vt:lpstr>Обложки</vt:lpstr>
      <vt:lpstr>Этапы</vt:lpstr>
      <vt:lpstr>Планы</vt:lpstr>
      <vt:lpstr>Команда</vt:lpstr>
      <vt:lpstr>Мокап</vt:lpstr>
      <vt:lpstr>Цифры</vt:lpstr>
      <vt:lpstr>Слайды с фото</vt:lpstr>
      <vt:lpstr>Сравнение</vt:lpstr>
      <vt:lpstr>Инфографика</vt:lpstr>
      <vt:lpstr>Текстовые</vt:lpstr>
      <vt:lpstr>Цитаты</vt:lpstr>
      <vt:lpstr>Большие слайды</vt:lpstr>
      <vt:lpstr>Презентация PowerPoint</vt:lpstr>
      <vt:lpstr>Как добавлять новые слайды</vt:lpstr>
      <vt:lpstr>Более подробную методичку вы можете скачать с корп. диска</vt:lpstr>
      <vt:lpstr>Иконки</vt:lpstr>
      <vt:lpstr>Иконки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skrypkinwork@gmail.com</cp:lastModifiedBy>
  <cp:revision>36</cp:revision>
  <dcterms:created xsi:type="dcterms:W3CDTF">2026-01-15T10:36:54Z</dcterms:created>
  <dcterms:modified xsi:type="dcterms:W3CDTF">2026-04-29T08:15:54Z</dcterms:modified>
</cp:coreProperties>
</file>