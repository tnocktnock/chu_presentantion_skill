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Masters/slideMaster8.xml" ContentType="application/vnd.openxmlformats-officedocument.presentationml.slideMaster+xml"/>
  <Override PartName="/ppt/slideMasters/theme/theme9.xml" ContentType="application/vnd.openxmlformats-officedocument.theme+xml"/>
  <Override PartName="/ppt/slideMasters/slideMaster9.xml" ContentType="application/vnd.openxmlformats-officedocument.presentationml.slideMaster+xml"/>
  <Override PartName="/ppt/slideMasters/theme/theme10.xml" ContentType="application/vnd.openxmlformats-officedocument.theme+xml"/>
  <Override PartName="/ppt/slideMasters/slideMaster10.xml" ContentType="application/vnd.openxmlformats-officedocument.presentationml.slideMaster+xml"/>
  <Override PartName="/ppt/slideMasters/theme/theme11.xml" ContentType="application/vnd.openxmlformats-officedocument.theme+xml"/>
  <Override PartName="/ppt/slideMasters/slideMaster11.xml" ContentType="application/vnd.openxmlformats-officedocument.presentationml.slideMaster+xml"/>
  <Override PartName="/ppt/slideMasters/theme/theme12.xml" ContentType="application/vnd.openxmlformats-officedocument.theme+xml"/>
  <Override PartName="/ppt/slideMasters/slideMaster12.xml" ContentType="application/vnd.openxmlformats-officedocument.presentationml.slideMaster+xml"/>
  <Override PartName="/ppt/slideMasters/theme/theme1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1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2a55e57b7a1a47e9" /><Relationship Type="http://schemas.openxmlformats.org/officeDocument/2006/relationships/extended-properties" Target="/docProps/app.xml" Id="Rb9739c51b0b841a5" /><Relationship Type="http://schemas.openxmlformats.org/officeDocument/2006/relationships/officeDocument" Target="/ppt/presentation.xml" Id="Rc6d4c1b3c7b5454a" /></Relationships>
</file>

<file path=ppt/presentation.xml><?xml version="1.0" encoding="utf-8"?>
<ns0:presentation xmlns:ns0="http://schemas.openxmlformats.org/presentationml/2006/main" xmlns:ns1="http://schemas.openxmlformats.org/officeDocument/2006/relationships">
  <ns0:sldMasterIdLst>
    <ns0:sldMasterId id="2147483648" ns1:id="Re56a1400d9cd43da"/>
    <ns0:sldMasterId id="2147483657" ns1:id="Rd322580a7e4346f9"/>
    <ns0:sldMasterId id="2147483667" ns1:id="R2f82b64a7c3d44a8"/>
    <ns0:sldMasterId id="2147483674" ns1:id="Rb9a2ab25b3174e75"/>
    <ns0:sldMasterId id="2147483679" ns1:id="Ra5db76018b644895"/>
    <ns0:sldMasterId id="2147483686" ns1:id="R06555e0ce4df4d1f"/>
    <ns0:sldMasterId id="2147483693" ns1:id="Ra6af274d836247c1"/>
    <ns0:sldMasterId id="2147483706" ns1:id="Rb114887d634e4ef0"/>
    <ns0:sldMasterId id="2147483709" ns1:id="Rdb80b120cd84439c"/>
    <ns0:sldMasterId id="2147483719" ns1:id="R8896add72b1f4f1e"/>
    <ns0:sldMasterId id="2147483724" ns1:id="Rb0ff3945e4244e7c"/>
    <ns0:sldMasterId id="2147483727" ns1:id="R611f65d821144c7d"/>
  </ns0:sldMasterIdLst>
  <ns0:notesMasterIdLst>
    <ns0:notesMasterId ns1:id="Race1e35be8f748f6"/>
  </ns0:notesMasterIdLst>
  <ns0:sldIdLst>
    <ns0:sldId id="256" ns1:id="Re32d6d14a7b64265"/>
    <ns0:sldId id="257" ns1:id="Rb9008a1d9c5b486c"/>
    <ns0:sldId id="258" ns1:id="Ra00870b7dca84746"/>
    <ns0:sldId id="259" ns1:id="Rfd92ead134bd4a59"/>
    <ns0:sldId id="260" ns1:id="Rff59ecdd44a74ee4"/>
    <ns0:sldId id="261" ns1:id="Rb4a2792743b74054"/>
  </ns0:sldIdLst>
  <ns0:sldSz cx="18288000" cy="10287000"/>
  <ns0:notesSz cx="6858000" cy="9144000"/>
</ns0:presentation>
</file>

<file path=ppt/presProps.xml><?xml version="1.0" encoding="utf-8"?>
<ns0:presentationPr xmlns:ns0="http://schemas.openxmlformats.org/presentationml/2006/main" xmlns:ns1="http://schemas.microsoft.com/office/powerpoint/2010/main" xmlns:ns2="http://schemas.microsoft.com/office/powerpoint/2012/main">
  <ns0:extLst>
    <ns0:ext uri="{E76CE94A-603C-4142-B9EB-6D1370010A27}">
      <ns1:discardImageEditData val="0"/>
    </ns0:ext>
    <ns0:ext uri="{D31A062A-798A-4329-ABDD-BBA856620510}">
      <ns1:defaultImageDpi val="32767"/>
    </ns0:ext>
    <ns0:ext uri="{FD5EFAAD-0ECE-453E-9831-46B23BE46B34}">
      <ns2:chartTrackingRefBased val="1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>
  <ns0:slideViewPr>
    <ns0:cSldViewPr snapToGrid="0" snapToObjects="1">
      <ns0:cViewPr>
        <ns0:scale>
          <ns1:sx n="1" d="1"/>
          <ns1:sy n="1" d="1"/>
        </ns0:scale>
        <ns0:origin x="0" y="0"/>
      </ns0:cViewPr>
      <ns0:guideLst/>
    </ns0:cSldViewPr>
  </ns0:slideViewPr>
  <ns0:gridSpacing cx="76200" cy="76200"/>
</ns0:viewPr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4b2f1dbfa0374717" /><Relationship Type="http://schemas.openxmlformats.org/officeDocument/2006/relationships/slideMaster" Target="/ppt/slideMasters/slideMaster1.xml" Id="Re56a1400d9cd43da" /><Relationship Type="http://schemas.openxmlformats.org/officeDocument/2006/relationships/slideMaster" Target="/ppt/slideMasters/slideMaster2.xml" Id="Rd322580a7e4346f9" /><Relationship Type="http://schemas.openxmlformats.org/officeDocument/2006/relationships/slideMaster" Target="/ppt/slideMasters/slideMaster3.xml" Id="R2f82b64a7c3d44a8" /><Relationship Type="http://schemas.openxmlformats.org/officeDocument/2006/relationships/slideMaster" Target="/ppt/slideMasters/slideMaster4.xml" Id="Rb9a2ab25b3174e75" /><Relationship Type="http://schemas.openxmlformats.org/officeDocument/2006/relationships/slideMaster" Target="/ppt/slideMasters/slideMaster5.xml" Id="Ra5db76018b644895" /><Relationship Type="http://schemas.openxmlformats.org/officeDocument/2006/relationships/slideMaster" Target="/ppt/slideMasters/slideMaster6.xml" Id="R06555e0ce4df4d1f" /><Relationship Type="http://schemas.openxmlformats.org/officeDocument/2006/relationships/slideMaster" Target="/ppt/slideMasters/slideMaster7.xml" Id="Ra6af274d836247c1" /><Relationship Type="http://schemas.openxmlformats.org/officeDocument/2006/relationships/slideMaster" Target="/ppt/slideMasters/slideMaster8.xml" Id="Rb114887d634e4ef0" /><Relationship Type="http://schemas.openxmlformats.org/officeDocument/2006/relationships/slideMaster" Target="/ppt/slideMasters/slideMaster9.xml" Id="Rdb80b120cd84439c" /><Relationship Type="http://schemas.openxmlformats.org/officeDocument/2006/relationships/slideMaster" Target="/ppt/slideMasters/slideMaster10.xml" Id="R8896add72b1f4f1e" /><Relationship Type="http://schemas.openxmlformats.org/officeDocument/2006/relationships/slideMaster" Target="/ppt/slideMasters/slideMaster11.xml" Id="Rb0ff3945e4244e7c" /><Relationship Type="http://schemas.openxmlformats.org/officeDocument/2006/relationships/slideMaster" Target="/ppt/slideMasters/slideMaster12.xml" Id="R611f65d821144c7d" /><Relationship Type="http://schemas.openxmlformats.org/officeDocument/2006/relationships/notesMaster" Target="/ppt/notesMasters/notesMaster1.xml" Id="Race1e35be8f748f6" /><Relationship Type="http://schemas.openxmlformats.org/officeDocument/2006/relationships/presProps" Target="/ppt/presProps.xml" Id="Rdd32b81c83094396" /><Relationship Type="http://schemas.openxmlformats.org/officeDocument/2006/relationships/viewProps" Target="/ppt/viewProps.xml" Id="R5ccafe6813554cf8" /><Relationship Type="http://schemas.openxmlformats.org/officeDocument/2006/relationships/tableStyles" Target="/ppt/tableStyles.xml" Id="Refbcf653ac7f4dbb" /><Relationship Type="http://schemas.openxmlformats.org/officeDocument/2006/relationships/slide" Target="/ppt/slides/slide1.xml" Id="Re32d6d14a7b64265" /><Relationship Type="http://schemas.openxmlformats.org/officeDocument/2006/relationships/slide" Target="/ppt/slides/slide2.xml" Id="Rb9008a1d9c5b486c" /><Relationship Type="http://schemas.openxmlformats.org/officeDocument/2006/relationships/slide" Target="/ppt/slides/slide3.xml" Id="Ra00870b7dca84746" /><Relationship Type="http://schemas.openxmlformats.org/officeDocument/2006/relationships/slide" Target="/ppt/slides/slide4.xml" Id="Rfd92ead134bd4a59" /><Relationship Type="http://schemas.openxmlformats.org/officeDocument/2006/relationships/slide" Target="/ppt/slides/slide5.xml" Id="Rff59ecdd44a74ee4" /><Relationship Type="http://schemas.openxmlformats.org/officeDocument/2006/relationships/slide" Target="/ppt/slides/slide6.xml" Id="Rb4a2792743b74054" /></Relationships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14.xml" Id="Rb3e5d52a2605442d" /></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Header Placeholder"/>
          <ns0:cNvSpPr/>
          <ns0:nvPr>
            <ns0:ph type="hdr" sz="quarter"/>
          </ns0:nvPr>
        </ns0:nvSpPr>
        <ns0:spPr>
          <ns1:prstGeom prst="rect">
            <ns1:avLst/>
          </ns1:prstGeom>
        </ns0:spPr>
        <ns0:txBody>
          <ns1:bodyPr/>
          <ns1:lstStyle/>
          <ns1:p/>
        </ns0:txBody>
      </ns0:sp>
      <ns0:sp>
        <ns0:nvSpPr>
          <ns0:cNvPr id="3" name="Date Placeholder"/>
          <ns0:cNvSpPr/>
          <ns0:nvPr>
            <ns0:ph type="dt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/>
        </ns0:txBody>
      </ns0:sp>
      <ns0:sp>
        <ns0:nvSpPr>
          <ns0:cNvPr id="4" name="Slide Image Placeholder"/>
          <ns0:cNvSpPr/>
          <ns0:nvPr>
            <ns0:ph type="sldImg" idx="2"/>
          </ns0:nvPr>
        </ns0:nvSpPr>
        <ns0:spPr>
          <ns1:prstGeom prst="rect">
            <ns1:avLst/>
          </ns1:prstGeom>
        </ns0:spPr>
        <ns0:txBody>
          <ns1:bodyPr/>
          <ns1:lstStyle/>
          <ns1:p/>
        </ns0:txBody>
      </ns0:sp>
      <ns0:sp>
        <ns0:nvSpPr>
          <ns0:cNvPr id="5" name="Notes Placeholder"/>
          <ns0:cNvSpPr/>
          <ns0:nvPr>
            <ns0:ph type="body" sz="quarter" idx="3"/>
          </ns0:nvPr>
        </ns0:nvSpPr>
        <ns0:spPr>
          <ns1:prstGeom prst="rect">
            <ns1:avLst/>
          </ns1:prstGeom>
        </ns0:spPr>
        <ns0:txBody>
          <ns1:bodyPr/>
          <ns1:lstStyle/>
          <ns1:p/>
        </ns0:txBody>
      </ns0:sp>
      <ns0:sp>
        <ns0:nvSpPr>
          <ns0:cNvPr id="6" name="Footer Placeholder"/>
          <ns0:cNvSpPr/>
          <ns0:nvPr>
            <ns0:ph type="ftr" sz="quarter" idx="4"/>
          </ns0:nvPr>
        </ns0:nvSpPr>
        <ns0:spPr>
          <ns1:prstGeom prst="rect">
            <ns1:avLst/>
          </ns1:prstGeom>
        </ns0:spPr>
        <ns0:txBody>
          <ns1:bodyPr/>
          <ns1:lstStyle/>
          <ns1:p/>
        </ns0:txBody>
      </ns0:sp>
      <ns0:sp>
        <ns0:nvSpPr>
          <ns0:cNvPr id="7" name="Slide Number Placeholder"/>
          <ns0:cNvSpPr/>
          <ns0:nvPr>
            <ns0:ph type="sldNum" sz="quarter" idx="5"/>
          </ns0:nvPr>
        </ns0:nvSpPr>
        <ns0:spPr>
          <ns1:prstGeom prst="rect">
            <ns1:avLst/>
          </ns1:prstGeom>
        </ns0:spPr>
        <ns0:txBody>
          <ns1:bodyPr/>
          <ns1:lstStyle/>
          <ns1:p/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/>
    </ns1:lvl1pPr>
  </ns0:notesStyle>
</ns0:notesMaster>
</file>

<file path=ppt/notesMasters/theme/theme14.xml><?xml version="1.0" encoding="utf-8"?>
<ns0:theme xmlns:ns0="http://schemas.openxmlformats.org/drawingml/2006/main" name="Обложки">
  <ns0:themeElements>
    <ns0:clrScheme name="ЦГУ">
      <ns0:dk1>
        <ns0:srgbClr val="000000"/>
      </ns0:dk1>
      <ns0:lt1>
        <ns0:srgbClr val="FFFFFF"/>
      </ns0:lt1>
      <ns0:dk2>
        <ns0:srgbClr val="85868A"/>
      </ns0:dk2>
      <ns0:lt2>
        <ns0:srgbClr val="F1F1F1"/>
      </ns0:lt2>
      <ns0:accent1>
        <ns0:srgbClr val="FB2548"/>
      </ns0:accent1>
      <ns0:accent2>
        <ns0:srgbClr val="FE2C48"/>
      </ns0:accent2>
      <ns0:accent3>
        <ns0:srgbClr val="EB0A4A"/>
      </ns0:accent3>
      <ns0:accent4>
        <ns0:srgbClr val="E50E59"/>
      </ns0:accent4>
      <ns0:accent5>
        <ns0:srgbClr val="FEE9E8"/>
      </ns0:accent5>
      <ns0:accent6>
        <ns0:srgbClr val="E5CCD2"/>
      </ns0:accent6>
      <ns0:hlink>
        <ns0:srgbClr val="EC0944"/>
      </ns0:hlink>
      <ns0:folHlink>
        <ns0:srgbClr val="85868A"/>
      </ns0:folHlink>
    </ns0:clrScheme>
    <ns0:fontScheme name="Office">
      <ns0:majorFont>
        <ns0:latin typeface="Golos Text"/>
        <ns0:ea typeface="Golos Text"/>
        <ns0:cs typeface="Golos Text"/>
        <ns0:font script="Jpan" typeface="Golos Text"/>
        <ns0:font script="Hang" typeface="Golos Text"/>
        <ns0:font script="Hans" typeface="Golos Text"/>
        <ns0:font script="Hant" typeface="Golos Text"/>
        <ns0:font script="Arab" typeface="Golos Text"/>
        <ns0:font script="Hebr" typeface="Golos Text"/>
        <ns0:font script="Thai" typeface="Golos Text"/>
        <ns0:font script="Ethi" typeface="Golos Text"/>
        <ns0:font script="Beng" typeface="Golos Text"/>
        <ns0:font script="Gujr" typeface="Golos Text"/>
        <ns0:font script="Khmr" typeface="Golos Text"/>
        <ns0:font script="Knda" typeface="Golos Text"/>
        <ns0:font script="Guru" typeface="Golos Text"/>
        <ns0:font script="Cans" typeface="Golos Text"/>
        <ns0:font script="Cher" typeface="Golos Text"/>
        <ns0:font script="Yiii" typeface="Golos Text"/>
        <ns0:font script="Tibt" typeface="Golos Text"/>
        <ns0:font script="Thaa" typeface="Golos Text"/>
        <ns0:font script="Deva" typeface="Golos Text"/>
        <ns0:font script="Telu" typeface="Golos Text"/>
        <ns0:font script="Taml" typeface="Golos Text"/>
        <ns0:font script="Syrc" typeface="Golos Text"/>
        <ns0:font script="Orya" typeface="Golos Text"/>
        <ns0:font script="Mlym" typeface="Golos Text"/>
        <ns0:font script="Laoo" typeface="Golos Text"/>
        <ns0:font script="Sinh" typeface="Golos Text"/>
        <ns0:font script="Mong" typeface="Golos Text"/>
        <ns0:font script="Viet" typeface="Golos Text"/>
        <ns0:font script="Uigh" typeface="Golos Text"/>
        <ns0:font script="Geor" typeface="Golos Text"/>
        <ns0:font script="Armn" typeface="Golos Text"/>
        <ns0:font script="Bugi" typeface="Golos Text"/>
        <ns0:font script="Bopo" typeface="Golos Text"/>
        <ns0:font script="Java" typeface="Golos Text"/>
        <ns0:font script="Lisu" typeface="Golos Text"/>
        <ns0:font script="Mymr" typeface="Golos Text"/>
        <ns0:font script="Nkoo" typeface="Golos Text"/>
        <ns0:font script="Olck" typeface="Golos Text"/>
        <ns0:font script="Osma" typeface="Golos Text"/>
        <ns0:font script="Phag" typeface="Golos Text"/>
        <ns0:font script="Syrn" typeface="Golos Text"/>
        <ns0:font script="Syrj" typeface="Golos Text"/>
        <ns0:font script="Syre" typeface="Golos Text"/>
        <ns0:font script="Sora" typeface="Golos Text"/>
        <ns0:font script="Tale" typeface="Golos Text"/>
        <ns0:font script="Talu" typeface="Golos Text"/>
        <ns0:font script="Tfng" typeface="Golos Text"/>
      </ns0:majorFont>
      <ns0:minorFont>
        <ns0:latin typeface="Golos Text"/>
        <ns0:ea typeface="Golos Text"/>
        <ns0:cs typeface="Golos Text"/>
        <ns0:font script="Jpan" typeface="Golos Text"/>
        <ns0:font script="Hang" typeface="Golos Text"/>
        <ns0:font script="Hans" typeface="Golos Text"/>
        <ns0:font script="Hant" typeface="Golos Text"/>
        <ns0:font script="Arab" typeface="Golos Text"/>
        <ns0:font script="Hebr" typeface="Golos Text"/>
        <ns0:font script="Thai" typeface="Golos Text"/>
        <ns0:font script="Ethi" typeface="Golos Text"/>
        <ns0:font script="Beng" typeface="Golos Text"/>
        <ns0:font script="Gujr" typeface="Golos Text"/>
        <ns0:font script="Khmr" typeface="Golos Text"/>
        <ns0:font script="Knda" typeface="Golos Text"/>
        <ns0:font script="Guru" typeface="Golos Text"/>
        <ns0:font script="Cans" typeface="Golos Text"/>
        <ns0:font script="Cher" typeface="Golos Text"/>
        <ns0:font script="Yiii" typeface="Golos Text"/>
        <ns0:font script="Tibt" typeface="Golos Text"/>
        <ns0:font script="Thaa" typeface="Golos Text"/>
        <ns0:font script="Deva" typeface="Golos Text"/>
        <ns0:font script="Telu" typeface="Golos Text"/>
        <ns0:font script="Taml" typeface="Golos Text"/>
        <ns0:font script="Syrc" typeface="Golos Text"/>
        <ns0:font script="Orya" typeface="Golos Text"/>
        <ns0:font script="Mlym" typeface="Golos Text"/>
        <ns0:font script="Laoo" typeface="Golos Text"/>
        <ns0:font script="Sinh" typeface="Golos Text"/>
        <ns0:font script="Mong" typeface="Golos Text"/>
        <ns0:font script="Viet" typeface="Golos Text"/>
        <ns0:font script="Uigh" typeface="Golos Text"/>
        <ns0:font script="Geor" typeface="Golos Text"/>
        <ns0:font script="Armn" typeface="Golos Text"/>
        <ns0:font script="Bugi" typeface="Golos Text"/>
        <ns0:font script="Bopo" typeface="Golos Text"/>
        <ns0:font script="Java" typeface="Golos Text"/>
        <ns0:font script="Lisu" typeface="Golos Text"/>
        <ns0:font script="Mymr" typeface="Golos Text"/>
        <ns0:font script="Nkoo" typeface="Golos Text"/>
        <ns0:font script="Olck" typeface="Golos Text"/>
        <ns0:font script="Osma" typeface="Golos Text"/>
        <ns0:font script="Phag" typeface="Golos Text"/>
        <ns0:font script="Syrn" typeface="Golos Text"/>
        <ns0:font script="Syrj" typeface="Golos Text"/>
        <ns0:font script="Syre" typeface="Golos Text"/>
        <ns0:font script="Sora" typeface="Golos Text"/>
        <ns0:font script="Tale" typeface="Golos Text"/>
        <ns0:font script="Talu" typeface="Golos Text"/>
        <ns0:font script="Tfng" typeface="Golos Text"/>
      </ns0:minorFont>
    </ns0:fontScheme>
    <ns0:fmtScheme name="ЦГУ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67000"/>
                <ns0:lumMod val="110000"/>
                <ns0:satMod val="105000"/>
              </ns0:schemeClr>
            </ns0:gs>
            <ns0:gs pos="50000">
              <ns0:schemeClr val="phClr">
                <ns0:tint val="73000"/>
                <ns0:lumMod val="105000"/>
                <ns0:satMod val="103000"/>
              </ns0:schemeClr>
            </ns0:gs>
            <ns0:gs pos="100000">
              <ns0:schemeClr val="phClr">
                <ns0:tint val="81000"/>
                <ns0:lumMod val="105000"/>
                <ns0:satMod val="109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tint val="94000"/>
                <ns0:lumMod val="102000"/>
                <ns0:satMod val="103000"/>
              </ns0:schemeClr>
            </ns0:gs>
            <ns0:gs pos="50000">
              <ns0:schemeClr val="phClr">
                <ns0:shade val="100000"/>
                <ns0:lumMod val="100000"/>
                <ns0:satMod val="110000"/>
              </ns0:schemeClr>
            </ns0:gs>
            <ns0:gs pos="100000">
              <ns0:schemeClr val="phClr">
                <ns0:shade val="78000"/>
                <ns0:lumMod val="99000"/>
                <ns0:satMod val="120000"/>
              </ns0:schemeClr>
            </ns0:gs>
          </ns0:gsLst>
          <ns0:lin ang="5400000" scaled="0"/>
        </ns0:gradFill>
      </ns0:fillStyleLst>
      <ns0:lnStyleLst>
        <ns0:ln w="6350">
          <ns0:solidFill>
            <ns0:schemeClr val="phClr"/>
          </ns0:solidFill>
          <ns0:prstDash val="solid"/>
        </ns0:ln>
        <ns0:ln w="12700">
          <ns0:solidFill>
            <ns0:schemeClr val="phClr"/>
          </ns0:solidFill>
          <ns0:prstDash val="solid"/>
        </ns0:ln>
        <ns0:ln w="19050">
          <ns0:solidFill>
            <ns0:schemeClr val="phClr"/>
          </ns0:solidFill>
          <ns0:prstDash val="solid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hade val="98000"/>
                <ns0:lumMod val="102000"/>
                <ns0:satMod val="150000"/>
              </ns0:schemeClr>
            </ns0:gs>
            <ns0:gs pos="50000">
              <ns0:schemeClr val="phClr">
                <ns0:tint val="98000"/>
                <ns0:shade val="90000"/>
                <ns0:lumMod val="103000"/>
                <ns0:satMod val="130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</ns0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1.xml" Id="R93fbe77d4405452f" /><Relationship Type="http://schemas.openxmlformats.org/officeDocument/2006/relationships/notesMaster" Target="/ppt/notesMasters/notesMaster1.xml" Id="R1822980b7e2e4d1d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/ppt/slides/slide2.xml" Id="R94cc48113ad1450d" /><Relationship Type="http://schemas.openxmlformats.org/officeDocument/2006/relationships/notesMaster" Target="/ppt/notesMasters/notesMaster1.xml" Id="R995a131c38c34cb2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slide" Target="/ppt/slides/slide3.xml" Id="R8df7939c869541b0" /><Relationship Type="http://schemas.openxmlformats.org/officeDocument/2006/relationships/notesMaster" Target="/ppt/notesMasters/notesMaster1.xml" Id="R5a4d3fb236494994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slide" Target="/ppt/slides/slide4.xml" Id="Rdbee974bddb941ae" /><Relationship Type="http://schemas.openxmlformats.org/officeDocument/2006/relationships/notesMaster" Target="/ppt/notesMasters/notesMaster1.xml" Id="Rbb55a2e3d1e246d2" /></Relationships>
</file>

<file path=ppt/notesSlides/_rels/notesSlide5.xml.rels><?xml version='1.0' encoding='utf-8'?>
<Relationships xmlns="http://schemas.openxmlformats.org/package/2006/relationships"><Relationship Type="http://schemas.openxmlformats.org/officeDocument/2006/relationships/slide" Target="/ppt/slides/slide5.xml" Id="R8dcc78a030ba4ff9" /><Relationship Type="http://schemas.openxmlformats.org/officeDocument/2006/relationships/notesMaster" Target="/ppt/notesMasters/notesMaster1.xml" Id="Redf96318555843c8" /></Relationships>
</file>

<file path=ppt/notesSlides/_rels/notesSlide6.xml.rels><?xml version='1.0' encoding='utf-8'?>
<Relationships xmlns="http://schemas.openxmlformats.org/package/2006/relationships"><Relationship Type="http://schemas.openxmlformats.org/officeDocument/2006/relationships/slide" Target="/ppt/slides/slide6.xml" Id="R7d18875b6de24c1b" /><Relationship Type="http://schemas.openxmlformats.org/officeDocument/2006/relationships/notesMaster" Target="/ppt/notesMasters/notesMaster1.xml" Id="Ra283eab3a8f2480d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Все данные вымышлены. Презентация для тестирования скилла.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Все данные вымышлены. Презентация для тестирования скилла.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3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Все данные вымышлены. Презентация для тестирования скилла.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4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Все данные вымышлены. Презентация для тестирования скилла.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5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Все данные вымышлены. Презентация для тестирования скилла.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6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Все данные вымышлены. Презентация для тестирования скилла.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b0287bb60cc8402c" /><Relationship Type="http://schemas.openxmlformats.org/officeDocument/2006/relationships/image" Target="/ppt/media/image.png" Id="R2f8a55287e544474" /><Relationship Type="http://schemas.openxmlformats.org/officeDocument/2006/relationships/image" Target="/ppt/media/image.svg" Id="R263528bc5d7c4baf" /><Relationship Type="http://schemas.openxmlformats.org/officeDocument/2006/relationships/image" Target="/ppt/media/image2.png" Id="R17055ce5370345f0" /><Relationship Type="http://schemas.openxmlformats.org/officeDocument/2006/relationships/image" Target="/ppt/media/image2.svg" Id="R5000e5f2bcfa4b2e" /><Relationship Type="http://schemas.openxmlformats.org/officeDocument/2006/relationships/image" Target="/ppt/media/image3.png" Id="R54b4346cc9404371" /><Relationship Type="http://schemas.openxmlformats.org/officeDocument/2006/relationships/image" Target="/ppt/media/image3.svg" Id="R19bbec6fbfaf4164" /><Relationship Type="http://schemas.openxmlformats.org/officeDocument/2006/relationships/image" Target="/ppt/media/image4.png" Id="Rd721f839e2774b76" /><Relationship Type="http://schemas.openxmlformats.org/officeDocument/2006/relationships/image" Target="/ppt/media/image4.svg" Id="Rdfdc4f9c637444a4" /><Relationship Type="http://schemas.openxmlformats.org/officeDocument/2006/relationships/image" Target="/ppt/media/image.jpeg" Id="Re7a5ef6b10564b50" 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739dfb0c03e84a57" /><Relationship Type="http://schemas.openxmlformats.org/officeDocument/2006/relationships/image" Target="/ppt/media/image5.png" Id="R32b1496b69dd4053" /><Relationship Type="http://schemas.openxmlformats.org/officeDocument/2006/relationships/image" Target="/ppt/media/image5.svg" Id="Re1238e695da94028" /><Relationship Type="http://schemas.openxmlformats.org/officeDocument/2006/relationships/image" Target="/ppt/media/image6.png" Id="R62cb00d2339b4c23" /><Relationship Type="http://schemas.openxmlformats.org/officeDocument/2006/relationships/image" Target="/ppt/media/image6.svg" Id="R1121a428c34e4b49" /><Relationship Type="http://schemas.openxmlformats.org/officeDocument/2006/relationships/image" Target="/ppt/media/image7.png" Id="R3bd21058671e48fa" /><Relationship Type="http://schemas.openxmlformats.org/officeDocument/2006/relationships/image" Target="/ppt/media/image7.svg" Id="R0170f14d61d34712" /><Relationship Type="http://schemas.openxmlformats.org/officeDocument/2006/relationships/image" Target="/ppt/media/image8.png" Id="R3aed7157f571409b" /><Relationship Type="http://schemas.openxmlformats.org/officeDocument/2006/relationships/image" Target="/ppt/media/image8.svg" Id="R01677ecb014d41f6" /><Relationship Type="http://schemas.openxmlformats.org/officeDocument/2006/relationships/image" Target="/ppt/media/image.jpeg" Id="R13315683544b41f2" 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ecc35e28940e4bce" /><Relationship Type="http://schemas.openxmlformats.org/officeDocument/2006/relationships/image" Target="/ppt/media/image9.png" Id="Rb0da091b2c174de0" /><Relationship Type="http://schemas.openxmlformats.org/officeDocument/2006/relationships/image" Target="/ppt/media/image9.svg" Id="R14a0cbc8b2ec4d6b" /><Relationship Type="http://schemas.openxmlformats.org/officeDocument/2006/relationships/image" Target="/ppt/media/image.png" Id="R7c45b22afc054dd9" /><Relationship Type="http://schemas.openxmlformats.org/officeDocument/2006/relationships/image" Target="/ppt/media/image.svg" Id="R21b028d8b6954748" /><Relationship Type="http://schemas.openxmlformats.org/officeDocument/2006/relationships/image" Target="/ppt/media/image2.png" Id="Rf8d463bca8194b54" /><Relationship Type="http://schemas.openxmlformats.org/officeDocument/2006/relationships/image" Target="/ppt/media/image2.svg" Id="R1cc3130990104204" /><Relationship Type="http://schemas.openxmlformats.org/officeDocument/2006/relationships/image" Target="/ppt/media/image3.png" Id="R412918b287d44a9e" /><Relationship Type="http://schemas.openxmlformats.org/officeDocument/2006/relationships/image" Target="/ppt/media/image3.svg" Id="R949d826fcf49419c" /><Relationship Type="http://schemas.openxmlformats.org/officeDocument/2006/relationships/image" Target="/ppt/media/image4.png" Id="Rfe7fd6e720ed4905" /><Relationship Type="http://schemas.openxmlformats.org/officeDocument/2006/relationships/image" Target="/ppt/media/image4.svg" Id="R21c66ae491a14145" 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1617e5eab0014404" /><Relationship Type="http://schemas.openxmlformats.org/officeDocument/2006/relationships/image" Target="/ppt/media/image.png" Id="R27529827771c4400" /><Relationship Type="http://schemas.openxmlformats.org/officeDocument/2006/relationships/image" Target="/ppt/media/image.svg" Id="Rbe5bebd440fd4c06" /><Relationship Type="http://schemas.openxmlformats.org/officeDocument/2006/relationships/image" Target="/ppt/media/image2.png" Id="R314242a7b13b417c" /><Relationship Type="http://schemas.openxmlformats.org/officeDocument/2006/relationships/image" Target="/ppt/media/image2.svg" Id="R14a773f38b214712" /><Relationship Type="http://schemas.openxmlformats.org/officeDocument/2006/relationships/image" Target="/ppt/media/image10.png" Id="R93d35cdf0f4440e4" /><Relationship Type="http://schemas.openxmlformats.org/officeDocument/2006/relationships/image" Target="/ppt/media/image11.png" Id="Rdc8cb6641d134da5" /><Relationship Type="http://schemas.openxmlformats.org/officeDocument/2006/relationships/image" Target="/ppt/media/image3.png" Id="R771800f1bf4c456b" /><Relationship Type="http://schemas.openxmlformats.org/officeDocument/2006/relationships/image" Target="/ppt/media/image3.svg" Id="R287a14a598d54e6e" /><Relationship Type="http://schemas.openxmlformats.org/officeDocument/2006/relationships/image" Target="/ppt/media/image4.png" Id="R15044b4d2cfb4fba" /><Relationship Type="http://schemas.openxmlformats.org/officeDocument/2006/relationships/image" Target="/ppt/media/image4.svg" Id="Re814381aba8a4910" 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3e6433580b4c4af9" /><Relationship Type="http://schemas.openxmlformats.org/officeDocument/2006/relationships/image" Target="/ppt/media/image12.png" Id="R907ea60ddb8b4982" /><Relationship Type="http://schemas.openxmlformats.org/officeDocument/2006/relationships/image" Target="/ppt/media/image.png" Id="Re46de078ea5e4aea" /><Relationship Type="http://schemas.openxmlformats.org/officeDocument/2006/relationships/image" Target="/ppt/media/image.svg" Id="R035f650056e348cc" /><Relationship Type="http://schemas.openxmlformats.org/officeDocument/2006/relationships/image" Target="/ppt/media/image2.png" Id="R67541237bfc1439a" /><Relationship Type="http://schemas.openxmlformats.org/officeDocument/2006/relationships/image" Target="/ppt/media/image2.svg" Id="R259dc3bfd78b4dfc" /><Relationship Type="http://schemas.openxmlformats.org/officeDocument/2006/relationships/image" Target="/ppt/media/image3.png" Id="Re6ad5501ee5047cd" /><Relationship Type="http://schemas.openxmlformats.org/officeDocument/2006/relationships/image" Target="/ppt/media/image3.svg" Id="R21d037f2bd9d4a4e" /><Relationship Type="http://schemas.openxmlformats.org/officeDocument/2006/relationships/image" Target="/ppt/media/image4.png" Id="R113ad0ddd2d3477e" /><Relationship Type="http://schemas.openxmlformats.org/officeDocument/2006/relationships/image" Target="/ppt/media/image4.svg" Id="Ra8f1e95d162345d1" 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d887ee63e81a4c0a" /><Relationship Type="http://schemas.openxmlformats.org/officeDocument/2006/relationships/image" Target="/ppt/media/image12.png" Id="Rd811f6293f0d4ade" /><Relationship Type="http://schemas.openxmlformats.org/officeDocument/2006/relationships/image" Target="/ppt/media/image.png" Id="Rc4f2c211fa6d4e44" /><Relationship Type="http://schemas.openxmlformats.org/officeDocument/2006/relationships/image" Target="/ppt/media/image.svg" Id="Rc8976e72cf51469f" /><Relationship Type="http://schemas.openxmlformats.org/officeDocument/2006/relationships/image" Target="/ppt/media/image2.png" Id="R5889e25a662742f9" /><Relationship Type="http://schemas.openxmlformats.org/officeDocument/2006/relationships/image" Target="/ppt/media/image2.svg" Id="R3b37a73bdee54194" /><Relationship Type="http://schemas.openxmlformats.org/officeDocument/2006/relationships/image" Target="/ppt/media/image13.png" Id="R9a347a428e21443f" /><Relationship Type="http://schemas.openxmlformats.org/officeDocument/2006/relationships/image" Target="/ppt/media/image10.svg" Id="R357376a0de7e4d1b" /><Relationship Type="http://schemas.openxmlformats.org/officeDocument/2006/relationships/image" Target="/ppt/media/image3.png" Id="R84c9676ba03f4b69" /><Relationship Type="http://schemas.openxmlformats.org/officeDocument/2006/relationships/image" Target="/ppt/media/image3.svg" Id="Rb2189de23361446a" /><Relationship Type="http://schemas.openxmlformats.org/officeDocument/2006/relationships/image" Target="/ppt/media/image4.png" Id="R91142848611e4c1c" /><Relationship Type="http://schemas.openxmlformats.org/officeDocument/2006/relationships/image" Target="/ppt/media/image4.svg" Id="R93c3393247a8449d" /></Relationships>
</file>

<file path=ppt/slideLayouts/_rels/slideLayout7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f8be3d16c1614db3" /><Relationship Type="http://schemas.openxmlformats.org/officeDocument/2006/relationships/image" Target="/ppt/media/image.png" Id="R1f90f73572d742a0" /><Relationship Type="http://schemas.openxmlformats.org/officeDocument/2006/relationships/image" Target="/ppt/media/image.svg" Id="R22746e1b92874f3b" /><Relationship Type="http://schemas.openxmlformats.org/officeDocument/2006/relationships/image" Target="/ppt/media/image2.png" Id="R8d74af317ede450a" /><Relationship Type="http://schemas.openxmlformats.org/officeDocument/2006/relationships/image" Target="/ppt/media/image2.svg" Id="Rdd248ee4ec24486a" /><Relationship Type="http://schemas.openxmlformats.org/officeDocument/2006/relationships/image" Target="/ppt/media/image3.png" Id="Re79e5201fdb04fc3" /><Relationship Type="http://schemas.openxmlformats.org/officeDocument/2006/relationships/image" Target="/ppt/media/image3.svg" Id="Rd581bd5458f746f4" /><Relationship Type="http://schemas.openxmlformats.org/officeDocument/2006/relationships/image" Target="/ppt/media/image4.png" Id="Rc356e36db4e041f7" /><Relationship Type="http://schemas.openxmlformats.org/officeDocument/2006/relationships/image" Target="/ppt/media/image4.svg" Id="R8653f7dfacc8463c" /><Relationship Type="http://schemas.openxmlformats.org/officeDocument/2006/relationships/image" Target="/ppt/media/image.jpeg" Id="R732438a00e434588" /></Relationships>
</file>

<file path=ppt/slideLayouts/_rels/slideLayout8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f5dc12f8d4984ee4" /><Relationship Type="http://schemas.openxmlformats.org/officeDocument/2006/relationships/image" Target="/ppt/media/image5.png" Id="R84926c3dc0564078" /><Relationship Type="http://schemas.openxmlformats.org/officeDocument/2006/relationships/image" Target="/ppt/media/image5.svg" Id="R452d358ae0cc4c54" /><Relationship Type="http://schemas.openxmlformats.org/officeDocument/2006/relationships/image" Target="/ppt/media/image6.png" Id="Rb69ee446a65c4dcc" /><Relationship Type="http://schemas.openxmlformats.org/officeDocument/2006/relationships/image" Target="/ppt/media/image6.svg" Id="R94e5087628fc4525" /><Relationship Type="http://schemas.openxmlformats.org/officeDocument/2006/relationships/image" Target="/ppt/media/image7.png" Id="R6235047b1cc14e94" /><Relationship Type="http://schemas.openxmlformats.org/officeDocument/2006/relationships/image" Target="/ppt/media/image7.svg" Id="R339638a1ce294b36" /><Relationship Type="http://schemas.openxmlformats.org/officeDocument/2006/relationships/image" Target="/ppt/media/image8.png" Id="R55dd92a4de7748d7" /><Relationship Type="http://schemas.openxmlformats.org/officeDocument/2006/relationships/image" Target="/ppt/media/image8.svg" Id="Rd4cfba11645b418b" /><Relationship Type="http://schemas.openxmlformats.org/officeDocument/2006/relationships/image" Target="/ppt/media/image.jpeg" Id="R9de422f7854e4b53" /></Relationships>
</file>

<file path=ppt/slideLayouts/_rels/slideLayout9.xml.rels><?xml version='1.0' encoding='utf-8'?>
<Relationships xmlns="http://schemas.openxmlformats.org/package/2006/relationships"><Relationship Type="http://schemas.openxmlformats.org/officeDocument/2006/relationships/slideMaster" Target="/ppt/slideMasters/slideMaster2.xml" Id="R6e3900ed50f04df3" /><Relationship Type="http://schemas.openxmlformats.org/officeDocument/2006/relationships/image" Target="/ppt/media/image3.png" Id="Rd014dd92e3ae4cf4" /><Relationship Type="http://schemas.openxmlformats.org/officeDocument/2006/relationships/image" Target="/ppt/media/image3.svg" Id="Rdfa02eec89d54029" /><Relationship Type="http://schemas.openxmlformats.org/officeDocument/2006/relationships/image" Target="/ppt/media/image4.png" Id="R13ae008d743d4d37" /><Relationship Type="http://schemas.openxmlformats.org/officeDocument/2006/relationships/image" Target="/ppt/media/image4.svg" Id="Rf8a46419d0cb45ab" /></Relationships>
</file>

<file path=ppt/slideLayouts/_rels/slideLayout10.xml.rels><?xml version='1.0' encoding='utf-8'?>
<Relationships xmlns="http://schemas.openxmlformats.org/package/2006/relationships"><Relationship Type="http://schemas.openxmlformats.org/officeDocument/2006/relationships/slideMaster" Target="/ppt/slideMasters/slideMaster2.xml" Id="R34cf312efec84f59" /><Relationship Type="http://schemas.openxmlformats.org/officeDocument/2006/relationships/image" Target="/ppt/media/image3.png" Id="R6cca1ad54726435f" /><Relationship Type="http://schemas.openxmlformats.org/officeDocument/2006/relationships/image" Target="/ppt/media/image3.svg" Id="R9eb88a15948c4a16" /><Relationship Type="http://schemas.openxmlformats.org/officeDocument/2006/relationships/image" Target="/ppt/media/image4.png" Id="R0011c387effc4e06" /><Relationship Type="http://schemas.openxmlformats.org/officeDocument/2006/relationships/image" Target="/ppt/media/image4.svg" Id="Rcf51b040d0204f1b" /></Relationships>
</file>

<file path=ppt/slideLayouts/_rels/slideLayout11.xml.rels><?xml version='1.0' encoding='utf-8'?>
<Relationships xmlns="http://schemas.openxmlformats.org/package/2006/relationships"><Relationship Type="http://schemas.openxmlformats.org/officeDocument/2006/relationships/slideMaster" Target="/ppt/slideMasters/slideMaster2.xml" Id="R495c0d61b60e4126" /><Relationship Type="http://schemas.openxmlformats.org/officeDocument/2006/relationships/image" Target="/ppt/media/image3.png" Id="R16228a71d08e4ec5" /><Relationship Type="http://schemas.openxmlformats.org/officeDocument/2006/relationships/image" Target="/ppt/media/image3.svg" Id="R4657fb0ef41c4999" /><Relationship Type="http://schemas.openxmlformats.org/officeDocument/2006/relationships/image" Target="/ppt/media/image4.png" Id="Rd4c74b34d4cc4b53" /><Relationship Type="http://schemas.openxmlformats.org/officeDocument/2006/relationships/image" Target="/ppt/media/image4.svg" Id="Rf89298a91f4044b7" /></Relationships>
</file>

<file path=ppt/slideLayouts/_rels/slideLayout12.xml.rels><?xml version='1.0' encoding='utf-8'?>
<Relationships xmlns="http://schemas.openxmlformats.org/package/2006/relationships"><Relationship Type="http://schemas.openxmlformats.org/officeDocument/2006/relationships/slideMaster" Target="/ppt/slideMasters/slideMaster2.xml" Id="R35e14121f5074882" /><Relationship Type="http://schemas.openxmlformats.org/officeDocument/2006/relationships/image" Target="/ppt/media/image3.png" Id="R9b4352124c354f36" /><Relationship Type="http://schemas.openxmlformats.org/officeDocument/2006/relationships/image" Target="/ppt/media/image3.svg" Id="R8fb76f7b50e549ca" /><Relationship Type="http://schemas.openxmlformats.org/officeDocument/2006/relationships/image" Target="/ppt/media/image4.png" Id="R9828eca96afd4516" /><Relationship Type="http://schemas.openxmlformats.org/officeDocument/2006/relationships/image" Target="/ppt/media/image4.svg" Id="Reb571389e4ab482a" /></Relationships>
</file>

<file path=ppt/slideLayouts/_rels/slideLayout13.xml.rels><?xml version='1.0' encoding='utf-8'?>
<Relationships xmlns="http://schemas.openxmlformats.org/package/2006/relationships"><Relationship Type="http://schemas.openxmlformats.org/officeDocument/2006/relationships/slideMaster" Target="/ppt/slideMasters/slideMaster2.xml" Id="Rb331e4d29e4d4267" /><Relationship Type="http://schemas.openxmlformats.org/officeDocument/2006/relationships/image" Target="/ppt/media/image3.png" Id="R0e8f6e373e144caa" /><Relationship Type="http://schemas.openxmlformats.org/officeDocument/2006/relationships/image" Target="/ppt/media/image3.svg" Id="R753a396ae6ac4f4f" /><Relationship Type="http://schemas.openxmlformats.org/officeDocument/2006/relationships/image" Target="/ppt/media/image4.png" Id="R55a03227d7fc4dfb" /><Relationship Type="http://schemas.openxmlformats.org/officeDocument/2006/relationships/image" Target="/ppt/media/image4.svg" Id="Ra534c698a749454a" /></Relationships>
</file>

<file path=ppt/slideLayouts/_rels/slideLayout14.xml.rels><?xml version='1.0' encoding='utf-8'?>
<Relationships xmlns="http://schemas.openxmlformats.org/package/2006/relationships"><Relationship Type="http://schemas.openxmlformats.org/officeDocument/2006/relationships/slideMaster" Target="/ppt/slideMasters/slideMaster2.xml" Id="Rb4fe3292d0a04c5b" /><Relationship Type="http://schemas.openxmlformats.org/officeDocument/2006/relationships/image" Target="/ppt/media/image3.png" Id="Rcfc3dc8a1449410a" /><Relationship Type="http://schemas.openxmlformats.org/officeDocument/2006/relationships/image" Target="/ppt/media/image3.svg" Id="R7abebebf12614352" /><Relationship Type="http://schemas.openxmlformats.org/officeDocument/2006/relationships/image" Target="/ppt/media/image4.png" Id="R12878e71010a400c" /><Relationship Type="http://schemas.openxmlformats.org/officeDocument/2006/relationships/image" Target="/ppt/media/image4.svg" Id="R51ef504e0de84396" /></Relationships>
</file>

<file path=ppt/slideLayouts/_rels/slideLayout15.xml.rels><?xml version='1.0' encoding='utf-8'?>
<Relationships xmlns="http://schemas.openxmlformats.org/package/2006/relationships"><Relationship Type="http://schemas.openxmlformats.org/officeDocument/2006/relationships/slideMaster" Target="/ppt/slideMasters/slideMaster2.xml" Id="Rbb7a4aa7d47e4c08" /><Relationship Type="http://schemas.openxmlformats.org/officeDocument/2006/relationships/image" Target="/ppt/media/image3.png" Id="Ra2aeabebb2c64705" /><Relationship Type="http://schemas.openxmlformats.org/officeDocument/2006/relationships/image" Target="/ppt/media/image3.svg" Id="R8d56da1779504334" /><Relationship Type="http://schemas.openxmlformats.org/officeDocument/2006/relationships/image" Target="/ppt/media/image4.png" Id="R35d63cd4dfeb4611" /><Relationship Type="http://schemas.openxmlformats.org/officeDocument/2006/relationships/image" Target="/ppt/media/image4.svg" Id="Rfec3e9aeff9446b9" /></Relationships>
</file>

<file path=ppt/slideLayouts/_rels/slideLayout16.xml.rels><?xml version='1.0' encoding='utf-8'?>
<Relationships xmlns="http://schemas.openxmlformats.org/package/2006/relationships"><Relationship Type="http://schemas.openxmlformats.org/officeDocument/2006/relationships/slideMaster" Target="/ppt/slideMasters/slideMaster2.xml" Id="Ra60c5879e1294d75" /><Relationship Type="http://schemas.openxmlformats.org/officeDocument/2006/relationships/image" Target="/ppt/media/image3.png" Id="R1e23957e1ec94451" /><Relationship Type="http://schemas.openxmlformats.org/officeDocument/2006/relationships/image" Target="/ppt/media/image3.svg" Id="Reac36631a7c743ad" /><Relationship Type="http://schemas.openxmlformats.org/officeDocument/2006/relationships/image" Target="/ppt/media/image4.png" Id="Rccda74c3435b44d0" /><Relationship Type="http://schemas.openxmlformats.org/officeDocument/2006/relationships/image" Target="/ppt/media/image4.svg" Id="Rec6d83fc1ca04bf8" /></Relationships>
</file>

<file path=ppt/slideLayouts/_rels/slideLayout17.xml.rels><?xml version='1.0' encoding='utf-8'?>
<Relationships xmlns="http://schemas.openxmlformats.org/package/2006/relationships"><Relationship Type="http://schemas.openxmlformats.org/officeDocument/2006/relationships/slideMaster" Target="/ppt/slideMasters/slideMaster2.xml" Id="R9816093c9e484378" /><Relationship Type="http://schemas.openxmlformats.org/officeDocument/2006/relationships/image" Target="/ppt/media/image3.png" Id="Rfa6b44c016ac4ce2" /><Relationship Type="http://schemas.openxmlformats.org/officeDocument/2006/relationships/image" Target="/ppt/media/image3.svg" Id="Rfebd98bb20ea4efe" /><Relationship Type="http://schemas.openxmlformats.org/officeDocument/2006/relationships/image" Target="/ppt/media/image4.png" Id="R6421be6181a542d1" /><Relationship Type="http://schemas.openxmlformats.org/officeDocument/2006/relationships/image" Target="/ppt/media/image4.svg" Id="Rf13004a000fe4bc0" /></Relationships>
</file>

<file path=ppt/slideLayouts/_rels/slideLayout18.xml.rels><?xml version='1.0' encoding='utf-8'?>
<Relationships xmlns="http://schemas.openxmlformats.org/package/2006/relationships"><Relationship Type="http://schemas.openxmlformats.org/officeDocument/2006/relationships/slideMaster" Target="/ppt/slideMasters/slideMaster3.xml" Id="Rfd4207e612f24834" /><Relationship Type="http://schemas.openxmlformats.org/officeDocument/2006/relationships/image" Target="/ppt/media/image3.png" Id="R4c53797d96fe4154" /><Relationship Type="http://schemas.openxmlformats.org/officeDocument/2006/relationships/image" Target="/ppt/media/image3.svg" Id="Rfac6107b46a342f3" /><Relationship Type="http://schemas.openxmlformats.org/officeDocument/2006/relationships/image" Target="/ppt/media/image4.png" Id="R3c0c22980d034334" /><Relationship Type="http://schemas.openxmlformats.org/officeDocument/2006/relationships/image" Target="/ppt/media/image4.svg" Id="Rd3fe1eedec44415c" /></Relationships>
</file>

<file path=ppt/slideLayouts/_rels/slideLayout19.xml.rels><?xml version='1.0' encoding='utf-8'?>
<Relationships xmlns="http://schemas.openxmlformats.org/package/2006/relationships"><Relationship Type="http://schemas.openxmlformats.org/officeDocument/2006/relationships/slideMaster" Target="/ppt/slideMasters/slideMaster3.xml" Id="R6f2d99a0127f445f" /><Relationship Type="http://schemas.openxmlformats.org/officeDocument/2006/relationships/image" Target="/ppt/media/image3.png" Id="Rc819e9691fa04ee8" /><Relationship Type="http://schemas.openxmlformats.org/officeDocument/2006/relationships/image" Target="/ppt/media/image3.svg" Id="R3bb0c1bd8f004271" /><Relationship Type="http://schemas.openxmlformats.org/officeDocument/2006/relationships/image" Target="/ppt/media/image4.png" Id="R460cfe05d82e4a5b" /><Relationship Type="http://schemas.openxmlformats.org/officeDocument/2006/relationships/image" Target="/ppt/media/image4.svg" Id="R61f1eed80e1a47cb" /></Relationships>
</file>

<file path=ppt/slideLayouts/_rels/slideLayout20.xml.rels><?xml version='1.0' encoding='utf-8'?>
<Relationships xmlns="http://schemas.openxmlformats.org/package/2006/relationships"><Relationship Type="http://schemas.openxmlformats.org/officeDocument/2006/relationships/slideMaster" Target="/ppt/slideMasters/slideMaster3.xml" Id="R5a1d3a37115f41b4" /><Relationship Type="http://schemas.openxmlformats.org/officeDocument/2006/relationships/image" Target="/ppt/media/image14.png" Id="Rff37227fe014441b" /><Relationship Type="http://schemas.openxmlformats.org/officeDocument/2006/relationships/image" Target="/ppt/media/image3.png" Id="Rd51925c215164b17" /><Relationship Type="http://schemas.openxmlformats.org/officeDocument/2006/relationships/image" Target="/ppt/media/image3.svg" Id="R1c1136f1af49417a" /><Relationship Type="http://schemas.openxmlformats.org/officeDocument/2006/relationships/image" Target="/ppt/media/image4.png" Id="Ra0199da5255f4114" /><Relationship Type="http://schemas.openxmlformats.org/officeDocument/2006/relationships/image" Target="/ppt/media/image4.svg" Id="R9e6fc64d73bf4681" /></Relationships>
</file>

<file path=ppt/slideLayouts/_rels/slideLayout21.xml.rels><?xml version='1.0' encoding='utf-8'?>
<Relationships xmlns="http://schemas.openxmlformats.org/package/2006/relationships"><Relationship Type="http://schemas.openxmlformats.org/officeDocument/2006/relationships/slideMaster" Target="/ppt/slideMasters/slideMaster3.xml" Id="R582721ef8e6d4fac" /><Relationship Type="http://schemas.openxmlformats.org/officeDocument/2006/relationships/image" Target="/ppt/media/image15.png" Id="R63ca8ca0250f4221" /><Relationship Type="http://schemas.openxmlformats.org/officeDocument/2006/relationships/image" Target="/ppt/media/image16.png" Id="Ra4a55f90e84f401c" /><Relationship Type="http://schemas.openxmlformats.org/officeDocument/2006/relationships/image" Target="/ppt/media/image17.png" Id="Rf4c23107778a4eeb" /><Relationship Type="http://schemas.openxmlformats.org/officeDocument/2006/relationships/image" Target="/ppt/media/image18.png" Id="R31c30098e3454ab2" /><Relationship Type="http://schemas.openxmlformats.org/officeDocument/2006/relationships/image" Target="/ppt/media/image19.png" Id="Rfae2951920d94d6e" /><Relationship Type="http://schemas.openxmlformats.org/officeDocument/2006/relationships/image" Target="/ppt/media/image11.svg" Id="Rf8544db8c42c428f" /><Relationship Type="http://schemas.openxmlformats.org/officeDocument/2006/relationships/image" Target="/ppt/media/image20.png" Id="R965971b86b1c47b3" /><Relationship Type="http://schemas.openxmlformats.org/officeDocument/2006/relationships/image" Target="/ppt/media/image21.png" Id="R8a220cdb94fe468a" /><Relationship Type="http://schemas.openxmlformats.org/officeDocument/2006/relationships/image" Target="/ppt/media/image22.png" Id="Rd1371117a7f24e32" /><Relationship Type="http://schemas.openxmlformats.org/officeDocument/2006/relationships/image" Target="/ppt/media/image23.png" Id="Ra409d00bd47d49a8" /><Relationship Type="http://schemas.openxmlformats.org/officeDocument/2006/relationships/image" Target="/ppt/media/image24.png" Id="R950e305164174853" /><Relationship Type="http://schemas.openxmlformats.org/officeDocument/2006/relationships/image" Target="/ppt/media/image25.png" Id="R8cad49cfb40e4c01" /><Relationship Type="http://schemas.openxmlformats.org/officeDocument/2006/relationships/image" Target="/ppt/media/image26.png" Id="R310f01320bba41e0" /><Relationship Type="http://schemas.openxmlformats.org/officeDocument/2006/relationships/image" Target="/ppt/media/image27.png" Id="Rb6720ab83df343df" /><Relationship Type="http://schemas.openxmlformats.org/officeDocument/2006/relationships/image" Target="/ppt/media/image28.png" Id="Re8a1dfc05a554da9" /><Relationship Type="http://schemas.openxmlformats.org/officeDocument/2006/relationships/image" Target="/ppt/media/image29.png" Id="R54b5ee66240b41c5" /><Relationship Type="http://schemas.openxmlformats.org/officeDocument/2006/relationships/image" Target="/ppt/media/image3.png" Id="R42e81e976d894488" /><Relationship Type="http://schemas.openxmlformats.org/officeDocument/2006/relationships/image" Target="/ppt/media/image3.svg" Id="Rf8358425f09b4d29" /><Relationship Type="http://schemas.openxmlformats.org/officeDocument/2006/relationships/image" Target="/ppt/media/image4.png" Id="Rd768e7edaa2a42af" /><Relationship Type="http://schemas.openxmlformats.org/officeDocument/2006/relationships/image" Target="/ppt/media/image4.svg" Id="Rbe9d4728d47a42b3" /></Relationships>
</file>

<file path=ppt/slideLayouts/_rels/slideLayout22.xml.rels><?xml version='1.0' encoding='utf-8'?>
<Relationships xmlns="http://schemas.openxmlformats.org/package/2006/relationships"><Relationship Type="http://schemas.openxmlformats.org/officeDocument/2006/relationships/slideMaster" Target="/ppt/slideMasters/slideMaster3.xml" Id="Rcaed23dfd2824f4b" /><Relationship Type="http://schemas.openxmlformats.org/officeDocument/2006/relationships/image" Target="/ppt/media/image15.png" Id="R8114c481951b4ae5" /><Relationship Type="http://schemas.openxmlformats.org/officeDocument/2006/relationships/image" Target="/ppt/media/image16.png" Id="R92d8e25cdfac4f6e" /><Relationship Type="http://schemas.openxmlformats.org/officeDocument/2006/relationships/image" Target="/ppt/media/image17.png" Id="R190d7892161e4ef8" /><Relationship Type="http://schemas.openxmlformats.org/officeDocument/2006/relationships/image" Target="/ppt/media/image18.png" Id="Rcd5ec2d491a0491d" /><Relationship Type="http://schemas.openxmlformats.org/officeDocument/2006/relationships/image" Target="/ppt/media/image19.png" Id="R7826db6c493442f7" /><Relationship Type="http://schemas.openxmlformats.org/officeDocument/2006/relationships/image" Target="/ppt/media/image11.svg" Id="R97ec99fd97fb4ab0" /><Relationship Type="http://schemas.openxmlformats.org/officeDocument/2006/relationships/image" Target="/ppt/media/image20.png" Id="Rbbba78be8b654ab4" /><Relationship Type="http://schemas.openxmlformats.org/officeDocument/2006/relationships/image" Target="/ppt/media/image21.png" Id="R1c02f460d6be448a" /><Relationship Type="http://schemas.openxmlformats.org/officeDocument/2006/relationships/image" Target="/ppt/media/image22.png" Id="Rc7462a94e0bd4dd3" /><Relationship Type="http://schemas.openxmlformats.org/officeDocument/2006/relationships/image" Target="/ppt/media/image23.png" Id="Rbba44de676644fd5" /><Relationship Type="http://schemas.openxmlformats.org/officeDocument/2006/relationships/image" Target="/ppt/media/image25.png" Id="Rfd09bec979dd44e2" /><Relationship Type="http://schemas.openxmlformats.org/officeDocument/2006/relationships/image" Target="/ppt/media/image26.png" Id="Rfd328cb772284154" /><Relationship Type="http://schemas.openxmlformats.org/officeDocument/2006/relationships/image" Target="/ppt/media/image27.png" Id="R64f2bfc173c84bdd" /><Relationship Type="http://schemas.openxmlformats.org/officeDocument/2006/relationships/image" Target="/ppt/media/image28.png" Id="Ra19552de63db42fa" /><Relationship Type="http://schemas.openxmlformats.org/officeDocument/2006/relationships/image" Target="/ppt/media/image3.png" Id="R430f6050392441fa" /><Relationship Type="http://schemas.openxmlformats.org/officeDocument/2006/relationships/image" Target="/ppt/media/image3.svg" Id="R64da8627c42647dc" /><Relationship Type="http://schemas.openxmlformats.org/officeDocument/2006/relationships/image" Target="/ppt/media/image4.png" Id="Rba303223c299489d" /><Relationship Type="http://schemas.openxmlformats.org/officeDocument/2006/relationships/image" Target="/ppt/media/image4.svg" Id="R35c81d2632604764" /></Relationships>
</file>

<file path=ppt/slideLayouts/_rels/slideLayout23.xml.rels><?xml version='1.0' encoding='utf-8'?>
<Relationships xmlns="http://schemas.openxmlformats.org/package/2006/relationships"><Relationship Type="http://schemas.openxmlformats.org/officeDocument/2006/relationships/slideMaster" Target="/ppt/slideMasters/slideMaster3.xml" Id="Rdd35cea5603c42e7" /><Relationship Type="http://schemas.openxmlformats.org/officeDocument/2006/relationships/image" Target="/ppt/media/image15.png" Id="R9e5f7bcc3c7e4431" /><Relationship Type="http://schemas.openxmlformats.org/officeDocument/2006/relationships/image" Target="/ppt/media/image16.png" Id="Rfc3fcb6ec681460b" /><Relationship Type="http://schemas.openxmlformats.org/officeDocument/2006/relationships/image" Target="/ppt/media/image17.png" Id="R96ade84b5e344162" /><Relationship Type="http://schemas.openxmlformats.org/officeDocument/2006/relationships/image" Target="/ppt/media/image18.png" Id="R52ec3d8518184bab" /><Relationship Type="http://schemas.openxmlformats.org/officeDocument/2006/relationships/image" Target="/ppt/media/image19.png" Id="R5eb316ce73db4ed4" /><Relationship Type="http://schemas.openxmlformats.org/officeDocument/2006/relationships/image" Target="/ppt/media/image11.svg" Id="R17bd63722a704548" /><Relationship Type="http://schemas.openxmlformats.org/officeDocument/2006/relationships/image" Target="/ppt/media/image20.png" Id="R98e3633ddb3a4b84" /><Relationship Type="http://schemas.openxmlformats.org/officeDocument/2006/relationships/image" Target="/ppt/media/image21.png" Id="Rbee0c3214dc94ce4" /><Relationship Type="http://schemas.openxmlformats.org/officeDocument/2006/relationships/image" Target="/ppt/media/image23.png" Id="R64d32c77a9014ece" /><Relationship Type="http://schemas.openxmlformats.org/officeDocument/2006/relationships/image" Target="/ppt/media/image25.png" Id="R7d6a3ff07b4b4056" /><Relationship Type="http://schemas.openxmlformats.org/officeDocument/2006/relationships/image" Target="/ppt/media/image26.png" Id="R977eafd2edd447e2" /><Relationship Type="http://schemas.openxmlformats.org/officeDocument/2006/relationships/image" Target="/ppt/media/image28.png" Id="Ra08d9c6513314962" /><Relationship Type="http://schemas.openxmlformats.org/officeDocument/2006/relationships/image" Target="/ppt/media/image3.png" Id="R75b9468397534a86" /><Relationship Type="http://schemas.openxmlformats.org/officeDocument/2006/relationships/image" Target="/ppt/media/image3.svg" Id="R2da93dec10294d4e" /><Relationship Type="http://schemas.openxmlformats.org/officeDocument/2006/relationships/image" Target="/ppt/media/image4.png" Id="Rd7261646bd9b4852" /><Relationship Type="http://schemas.openxmlformats.org/officeDocument/2006/relationships/image" Target="/ppt/media/image4.svg" Id="R155f03b3f7264de9" /></Relationships>
</file>

<file path=ppt/slideLayouts/_rels/slideLayout24.xml.rels><?xml version='1.0' encoding='utf-8'?>
<Relationships xmlns="http://schemas.openxmlformats.org/package/2006/relationships"><Relationship Type="http://schemas.openxmlformats.org/officeDocument/2006/relationships/slideMaster" Target="/ppt/slideMasters/slideMaster4.xml" Id="Rebdf6e27ca48450e" /><Relationship Type="http://schemas.openxmlformats.org/officeDocument/2006/relationships/image" Target="/ppt/media/image2.jpeg" Id="R32b7af35b3da4b4f" /><Relationship Type="http://schemas.openxmlformats.org/officeDocument/2006/relationships/image" Target="/ppt/media/image30.png" Id="R89a79bb7f9254a73" /><Relationship Type="http://schemas.openxmlformats.org/officeDocument/2006/relationships/image" Target="/ppt/media/image3.png" Id="R4220fea0cfd64abb" /><Relationship Type="http://schemas.openxmlformats.org/officeDocument/2006/relationships/image" Target="/ppt/media/image3.svg" Id="R136a4ac518d94d09" /><Relationship Type="http://schemas.openxmlformats.org/officeDocument/2006/relationships/image" Target="/ppt/media/image4.png" Id="R6e3b5fe3e1fb42fb" /><Relationship Type="http://schemas.openxmlformats.org/officeDocument/2006/relationships/image" Target="/ppt/media/image4.svg" Id="R6d9894be865a49f2" /></Relationships>
</file>

<file path=ppt/slideLayouts/_rels/slideLayout25.xml.rels><?xml version='1.0' encoding='utf-8'?>
<Relationships xmlns="http://schemas.openxmlformats.org/package/2006/relationships"><Relationship Type="http://schemas.openxmlformats.org/officeDocument/2006/relationships/slideMaster" Target="/ppt/slideMasters/slideMaster4.xml" Id="R4d72080986c5456a" /><Relationship Type="http://schemas.openxmlformats.org/officeDocument/2006/relationships/image" Target="/ppt/media/image3.png" Id="R5bd9a97dc1c943cc" /><Relationship Type="http://schemas.openxmlformats.org/officeDocument/2006/relationships/image" Target="/ppt/media/image3.svg" Id="R5cb576b911ea4fb2" /><Relationship Type="http://schemas.openxmlformats.org/officeDocument/2006/relationships/image" Target="/ppt/media/image4.png" Id="Rfc4c1a9db2494374" /><Relationship Type="http://schemas.openxmlformats.org/officeDocument/2006/relationships/image" Target="/ppt/media/image4.svg" Id="Rf22f4468caaf4e65" /></Relationships>
</file>

<file path=ppt/slideLayouts/_rels/slideLayout26.xml.rels><?xml version='1.0' encoding='utf-8'?>
<Relationships xmlns="http://schemas.openxmlformats.org/package/2006/relationships"><Relationship Type="http://schemas.openxmlformats.org/officeDocument/2006/relationships/slideMaster" Target="/ppt/slideMasters/slideMaster4.xml" Id="R860175d445cf47bd" /><Relationship Type="http://schemas.openxmlformats.org/officeDocument/2006/relationships/image" Target="/ppt/media/image3.png" Id="Rbc28e07b22564087" /><Relationship Type="http://schemas.openxmlformats.org/officeDocument/2006/relationships/image" Target="/ppt/media/image3.svg" Id="R7067e75a2b114d49" /><Relationship Type="http://schemas.openxmlformats.org/officeDocument/2006/relationships/image" Target="/ppt/media/image4.png" Id="R36286574407c448a" /><Relationship Type="http://schemas.openxmlformats.org/officeDocument/2006/relationships/image" Target="/ppt/media/image4.svg" Id="R563334aad3f1482d" /></Relationships>
</file>

<file path=ppt/slideLayouts/_rels/slideLayout27.xml.rels><?xml version='1.0' encoding='utf-8'?>
<Relationships xmlns="http://schemas.openxmlformats.org/package/2006/relationships"><Relationship Type="http://schemas.openxmlformats.org/officeDocument/2006/relationships/slideMaster" Target="/ppt/slideMasters/slideMaster4.xml" Id="Rcac4c17afdb44342" /><Relationship Type="http://schemas.openxmlformats.org/officeDocument/2006/relationships/image" Target="/ppt/media/image31.png" Id="R5cdfcc9b92644100" /><Relationship Type="http://schemas.openxmlformats.org/officeDocument/2006/relationships/image" Target="/ppt/media/image12.svg" Id="R9130f22921214c63" /><Relationship Type="http://schemas.openxmlformats.org/officeDocument/2006/relationships/image" Target="/ppt/media/image3.png" Id="R07907f2995184a0d" /><Relationship Type="http://schemas.openxmlformats.org/officeDocument/2006/relationships/image" Target="/ppt/media/image3.svg" Id="R9950ad4392df45eb" /><Relationship Type="http://schemas.openxmlformats.org/officeDocument/2006/relationships/image" Target="/ppt/media/image4.png" Id="Rc9665c7028254d32" /><Relationship Type="http://schemas.openxmlformats.org/officeDocument/2006/relationships/image" Target="/ppt/media/image4.svg" Id="R80f773cb9edf47f0" /><Relationship Type="http://schemas.openxmlformats.org/officeDocument/2006/relationships/image" Target="/ppt/media/image32.png" Id="R1b218926e4c44a4e" /><Relationship Type="http://schemas.openxmlformats.org/officeDocument/2006/relationships/image" Target="/ppt/media/image13.svg" Id="Re6d2b003d5a6498f" /></Relationships>
</file>

<file path=ppt/slideLayouts/_rels/slideLayout28.xml.rels><?xml version='1.0' encoding='utf-8'?>
<Relationships xmlns="http://schemas.openxmlformats.org/package/2006/relationships"><Relationship Type="http://schemas.openxmlformats.org/officeDocument/2006/relationships/slideMaster" Target="/ppt/slideMasters/slideMaster5.xml" Id="R48a20e4a396947d7" /><Relationship Type="http://schemas.openxmlformats.org/officeDocument/2006/relationships/image" Target="/ppt/media/image33.png" Id="Reb70fa677e4948a8" /><Relationship Type="http://schemas.openxmlformats.org/officeDocument/2006/relationships/image" Target="/ppt/media/image14.png" Id="R76306b01d0da48d6" /><Relationship Type="http://schemas.openxmlformats.org/officeDocument/2006/relationships/image" Target="/ppt/media/image3.png" Id="Reca1789234f64d6b" /><Relationship Type="http://schemas.openxmlformats.org/officeDocument/2006/relationships/image" Target="/ppt/media/image3.svg" Id="Raf5f2e44cb02427a" /><Relationship Type="http://schemas.openxmlformats.org/officeDocument/2006/relationships/image" Target="/ppt/media/image4.png" Id="Ra7b729ff17644051" /><Relationship Type="http://schemas.openxmlformats.org/officeDocument/2006/relationships/image" Target="/ppt/media/image4.svg" Id="R5b761a55eb41415c" /></Relationships>
</file>

<file path=ppt/slideLayouts/_rels/slideLayout29.xml.rels><?xml version='1.0' encoding='utf-8'?>
<Relationships xmlns="http://schemas.openxmlformats.org/package/2006/relationships"><Relationship Type="http://schemas.openxmlformats.org/officeDocument/2006/relationships/slideMaster" Target="/ppt/slideMasters/slideMaster5.xml" Id="Rf22f412e05b146cd" /><Relationship Type="http://schemas.openxmlformats.org/officeDocument/2006/relationships/image" Target="/ppt/media/image3.png" Id="R6b52a69a0a1347c3" /><Relationship Type="http://schemas.openxmlformats.org/officeDocument/2006/relationships/image" Target="/ppt/media/image3.svg" Id="Ra56c3a8a7ddb4a6c" /><Relationship Type="http://schemas.openxmlformats.org/officeDocument/2006/relationships/image" Target="/ppt/media/image4.png" Id="Re259b572fc314d7c" /><Relationship Type="http://schemas.openxmlformats.org/officeDocument/2006/relationships/image" Target="/ppt/media/image4.svg" Id="R26e4f4f6608b4bef" /><Relationship Type="http://schemas.openxmlformats.org/officeDocument/2006/relationships/image" Target="/ppt/media/image34.png" Id="Re04f51141a8442b1" /><Relationship Type="http://schemas.openxmlformats.org/officeDocument/2006/relationships/image" Target="/ppt/media/image14.svg" Id="R32d02142ac654b0e" /></Relationships>
</file>

<file path=ppt/slideLayouts/_rels/slideLayout30.xml.rels><?xml version='1.0' encoding='utf-8'?>
<Relationships xmlns="http://schemas.openxmlformats.org/package/2006/relationships"><Relationship Type="http://schemas.openxmlformats.org/officeDocument/2006/relationships/slideMaster" Target="/ppt/slideMasters/slideMaster5.xml" Id="Rb2238eb8115840ef" /><Relationship Type="http://schemas.openxmlformats.org/officeDocument/2006/relationships/image" Target="/ppt/media/image3.png" Id="Ra295f2af35da4058" /><Relationship Type="http://schemas.openxmlformats.org/officeDocument/2006/relationships/image" Target="/ppt/media/image3.svg" Id="R3f1ae91783824305" /><Relationship Type="http://schemas.openxmlformats.org/officeDocument/2006/relationships/image" Target="/ppt/media/image4.png" Id="Rc5952d35f3bf4d2f" /><Relationship Type="http://schemas.openxmlformats.org/officeDocument/2006/relationships/image" Target="/ppt/media/image4.svg" Id="R26e6dce71a064f81" /><Relationship Type="http://schemas.openxmlformats.org/officeDocument/2006/relationships/image" Target="/ppt/media/image35.png" Id="Rd3c857ce4e5a4688" /><Relationship Type="http://schemas.openxmlformats.org/officeDocument/2006/relationships/image" Target="/ppt/media/image15.svg" Id="R0ab5f21940d94d27" /></Relationships>
</file>

<file path=ppt/slideLayouts/_rels/slideLayout31.xml.rels><?xml version='1.0' encoding='utf-8'?>
<Relationships xmlns="http://schemas.openxmlformats.org/package/2006/relationships"><Relationship Type="http://schemas.openxmlformats.org/officeDocument/2006/relationships/slideMaster" Target="/ppt/slideMasters/slideMaster5.xml" Id="R3a1b195b9e764e92" /><Relationship Type="http://schemas.openxmlformats.org/officeDocument/2006/relationships/image" Target="/ppt/media/image36.png" Id="R868fdafd61434137" /><Relationship Type="http://schemas.openxmlformats.org/officeDocument/2006/relationships/image" Target="/ppt/media/image16.svg" Id="Rf567ed771797455c" /><Relationship Type="http://schemas.openxmlformats.org/officeDocument/2006/relationships/image" Target="/ppt/media/image33.png" Id="R5eff586af21a49a4" /><Relationship Type="http://schemas.openxmlformats.org/officeDocument/2006/relationships/image" Target="/ppt/media/image3.png" Id="R31ba5de26dc54285" /><Relationship Type="http://schemas.openxmlformats.org/officeDocument/2006/relationships/image" Target="/ppt/media/image3.svg" Id="Rf999ddb9a18d40d2" /><Relationship Type="http://schemas.openxmlformats.org/officeDocument/2006/relationships/image" Target="/ppt/media/image4.png" Id="R3e9f66287b11481a" /><Relationship Type="http://schemas.openxmlformats.org/officeDocument/2006/relationships/image" Target="/ppt/media/image4.svg" Id="R75fecd3e0c3b4a76" /></Relationships>
</file>

<file path=ppt/slideLayouts/_rels/slideLayout32.xml.rels><?xml version='1.0' encoding='utf-8'?>
<Relationships xmlns="http://schemas.openxmlformats.org/package/2006/relationships"><Relationship Type="http://schemas.openxmlformats.org/officeDocument/2006/relationships/slideMaster" Target="/ppt/slideMasters/slideMaster5.xml" Id="R68e2bef852fd4841" /><Relationship Type="http://schemas.openxmlformats.org/officeDocument/2006/relationships/image" Target="/ppt/media/image37.png" Id="R0e53a070e5ee43a5" /><Relationship Type="http://schemas.openxmlformats.org/officeDocument/2006/relationships/image" Target="/ppt/media/image3.png" Id="Rcdd0ae295d744048" /><Relationship Type="http://schemas.openxmlformats.org/officeDocument/2006/relationships/image" Target="/ppt/media/image3.svg" Id="R88a4219c8e544297" /><Relationship Type="http://schemas.openxmlformats.org/officeDocument/2006/relationships/image" Target="/ppt/media/image4.png" Id="R4d31f430fb1c49c4" /><Relationship Type="http://schemas.openxmlformats.org/officeDocument/2006/relationships/image" Target="/ppt/media/image4.svg" Id="R7e5ec474b08c43ea" /></Relationships>
</file>

<file path=ppt/slideLayouts/_rels/slideLayout33.xml.rels><?xml version='1.0' encoding='utf-8'?>
<Relationships xmlns="http://schemas.openxmlformats.org/package/2006/relationships"><Relationship Type="http://schemas.openxmlformats.org/officeDocument/2006/relationships/slideMaster" Target="/ppt/slideMasters/slideMaster5.xml" Id="Rb0bfd2546e0f4704" /><Relationship Type="http://schemas.openxmlformats.org/officeDocument/2006/relationships/image" Target="/ppt/media/image3.png" Id="R6dab72fee1f942f0" /><Relationship Type="http://schemas.openxmlformats.org/officeDocument/2006/relationships/image" Target="/ppt/media/image3.svg" Id="Re548056705e84235" /><Relationship Type="http://schemas.openxmlformats.org/officeDocument/2006/relationships/image" Target="/ppt/media/image4.png" Id="Re365e634e2e2498b" /><Relationship Type="http://schemas.openxmlformats.org/officeDocument/2006/relationships/image" Target="/ppt/media/image4.svg" Id="R135df6dc70644a05" /></Relationships>
</file>

<file path=ppt/slideLayouts/_rels/slideLayout34.xml.rels><?xml version='1.0' encoding='utf-8'?>
<Relationships xmlns="http://schemas.openxmlformats.org/package/2006/relationships"><Relationship Type="http://schemas.openxmlformats.org/officeDocument/2006/relationships/slideMaster" Target="/ppt/slideMasters/slideMaster6.xml" Id="R1cdd0852983240a6" /><Relationship Type="http://schemas.openxmlformats.org/officeDocument/2006/relationships/image" Target="/ppt/media/image3.png" Id="Ra2d0a7d0fe4342ea" /><Relationship Type="http://schemas.openxmlformats.org/officeDocument/2006/relationships/image" Target="/ppt/media/image3.svg" Id="R8461607ff8164747" /><Relationship Type="http://schemas.openxmlformats.org/officeDocument/2006/relationships/image" Target="/ppt/media/image4.png" Id="Rd1597b5604e742ef" /><Relationship Type="http://schemas.openxmlformats.org/officeDocument/2006/relationships/image" Target="/ppt/media/image4.svg" Id="Re7e4afabe13d416f" /></Relationships>
</file>

<file path=ppt/slideLayouts/_rels/slideLayout35.xml.rels><?xml version='1.0' encoding='utf-8'?>
<Relationships xmlns="http://schemas.openxmlformats.org/package/2006/relationships"><Relationship Type="http://schemas.openxmlformats.org/officeDocument/2006/relationships/slideMaster" Target="/ppt/slideMasters/slideMaster6.xml" Id="Re111e9fa1d7f4cbc" /><Relationship Type="http://schemas.openxmlformats.org/officeDocument/2006/relationships/image" Target="/ppt/media/image3.png" Id="R4acb4f565e504e1d" /><Relationship Type="http://schemas.openxmlformats.org/officeDocument/2006/relationships/image" Target="/ppt/media/image3.svg" Id="R76a383396b794d16" /><Relationship Type="http://schemas.openxmlformats.org/officeDocument/2006/relationships/image" Target="/ppt/media/image4.png" Id="Rb19b7c4ba09c4279" /><Relationship Type="http://schemas.openxmlformats.org/officeDocument/2006/relationships/image" Target="/ppt/media/image4.svg" Id="Re7f2fb07984144b6" /></Relationships>
</file>

<file path=ppt/slideLayouts/_rels/slideLayout36.xml.rels><?xml version='1.0' encoding='utf-8'?>
<Relationships xmlns="http://schemas.openxmlformats.org/package/2006/relationships"><Relationship Type="http://schemas.openxmlformats.org/officeDocument/2006/relationships/slideMaster" Target="/ppt/slideMasters/slideMaster6.xml" Id="R06f4fbabb79b4f49" /><Relationship Type="http://schemas.openxmlformats.org/officeDocument/2006/relationships/image" Target="/ppt/media/image38.png" Id="R7c4a5970e9e94f69" /><Relationship Type="http://schemas.openxmlformats.org/officeDocument/2006/relationships/image" Target="/ppt/media/image17.svg" Id="R0b5b4432cb254d9d" /><Relationship Type="http://schemas.openxmlformats.org/officeDocument/2006/relationships/image" Target="/ppt/media/image3.png" Id="R1327b13b1a404df4" /><Relationship Type="http://schemas.openxmlformats.org/officeDocument/2006/relationships/image" Target="/ppt/media/image3.svg" Id="R2852f5da69244418" /><Relationship Type="http://schemas.openxmlformats.org/officeDocument/2006/relationships/image" Target="/ppt/media/image4.png" Id="Rc6441fd8dfd74d92" /><Relationship Type="http://schemas.openxmlformats.org/officeDocument/2006/relationships/image" Target="/ppt/media/image4.svg" Id="Rabc5fc12dca14b99" /></Relationships>
</file>

<file path=ppt/slideLayouts/_rels/slideLayout37.xml.rels><?xml version='1.0' encoding='utf-8'?>
<Relationships xmlns="http://schemas.openxmlformats.org/package/2006/relationships"><Relationship Type="http://schemas.openxmlformats.org/officeDocument/2006/relationships/slideMaster" Target="/ppt/slideMasters/slideMaster6.xml" Id="Rf0cbefabefc14359" /><Relationship Type="http://schemas.openxmlformats.org/officeDocument/2006/relationships/image" Target="/ppt/media/image39.png" Id="R00fc2499386243f5" /><Relationship Type="http://schemas.openxmlformats.org/officeDocument/2006/relationships/image" Target="/ppt/media/image18.svg" Id="R463048f61bbb476d" /><Relationship Type="http://schemas.openxmlformats.org/officeDocument/2006/relationships/image" Target="/ppt/media/image40.png" Id="Re30fa4daaafb4807" /><Relationship Type="http://schemas.openxmlformats.org/officeDocument/2006/relationships/image" Target="/ppt/media/image19.svg" Id="R4a34c77474be4c9f" /><Relationship Type="http://schemas.openxmlformats.org/officeDocument/2006/relationships/image" Target="/ppt/media/image41.png" Id="R15d87eb6ef3249e7" /><Relationship Type="http://schemas.openxmlformats.org/officeDocument/2006/relationships/image" Target="/ppt/media/image20.svg" Id="Rb0c7d8884ace476c" /><Relationship Type="http://schemas.openxmlformats.org/officeDocument/2006/relationships/image" Target="/ppt/media/image42.png" Id="R33366229024647a1" /><Relationship Type="http://schemas.openxmlformats.org/officeDocument/2006/relationships/image" Target="/ppt/media/image21.svg" Id="Rd8c167d2b952479d" /><Relationship Type="http://schemas.openxmlformats.org/officeDocument/2006/relationships/image" Target="/ppt/media/image3.png" Id="Ra996b43a2b3e4e0d" /><Relationship Type="http://schemas.openxmlformats.org/officeDocument/2006/relationships/image" Target="/ppt/media/image3.svg" Id="R6458a3773fb6492a" /><Relationship Type="http://schemas.openxmlformats.org/officeDocument/2006/relationships/image" Target="/ppt/media/image4.png" Id="Re01754f3172a4c30" /><Relationship Type="http://schemas.openxmlformats.org/officeDocument/2006/relationships/image" Target="/ppt/media/image4.svg" Id="Re2a9a4ac68024e9a" /></Relationships>
</file>

<file path=ppt/slideLayouts/_rels/slideLayout38.xml.rels><?xml version='1.0' encoding='utf-8'?>
<Relationships xmlns="http://schemas.openxmlformats.org/package/2006/relationships"><Relationship Type="http://schemas.openxmlformats.org/officeDocument/2006/relationships/slideMaster" Target="/ppt/slideMasters/slideMaster6.xml" Id="R4ee321b59fae4de4" /><Relationship Type="http://schemas.openxmlformats.org/officeDocument/2006/relationships/image" Target="/ppt/media/image14.png" Id="R08fd2979e2fa433d" /><Relationship Type="http://schemas.openxmlformats.org/officeDocument/2006/relationships/image" Target="/ppt/media/image3.png" Id="R4a70acb032db46f7" /><Relationship Type="http://schemas.openxmlformats.org/officeDocument/2006/relationships/image" Target="/ppt/media/image3.svg" Id="R33045a531a294bd6" /><Relationship Type="http://schemas.openxmlformats.org/officeDocument/2006/relationships/image" Target="/ppt/media/image4.png" Id="R399bee64eff34c41" /><Relationship Type="http://schemas.openxmlformats.org/officeDocument/2006/relationships/image" Target="/ppt/media/image4.svg" Id="R181810ce8c2847b1" /></Relationships>
</file>

<file path=ppt/slideLayouts/_rels/slideLayout39.xml.rels><?xml version='1.0' encoding='utf-8'?>
<Relationships xmlns="http://schemas.openxmlformats.org/package/2006/relationships"><Relationship Type="http://schemas.openxmlformats.org/officeDocument/2006/relationships/slideMaster" Target="/ppt/slideMasters/slideMaster6.xml" Id="R40aecfbb280e4d0e" /><Relationship Type="http://schemas.openxmlformats.org/officeDocument/2006/relationships/image" Target="/ppt/media/image3.png" Id="R35e51f2c1ce9464f" /><Relationship Type="http://schemas.openxmlformats.org/officeDocument/2006/relationships/image" Target="/ppt/media/image3.svg" Id="R6dccf512114849c8" /><Relationship Type="http://schemas.openxmlformats.org/officeDocument/2006/relationships/image" Target="/ppt/media/image4.png" Id="Ra73a5a85030f4688" /><Relationship Type="http://schemas.openxmlformats.org/officeDocument/2006/relationships/image" Target="/ppt/media/image4.svg" Id="R324e6286e682488e" /></Relationships>
</file>

<file path=ppt/slideLayouts/_rels/slideLayout40.xml.rels><?xml version='1.0' encoding='utf-8'?>
<Relationships xmlns="http://schemas.openxmlformats.org/package/2006/relationships"><Relationship Type="http://schemas.openxmlformats.org/officeDocument/2006/relationships/slideMaster" Target="/ppt/slideMasters/slideMaster7.xml" Id="R887fb3d754234ef6" /><Relationship Type="http://schemas.openxmlformats.org/officeDocument/2006/relationships/image" Target="/ppt/media/image43.png" Id="R87485faa0f0b4f3d" /><Relationship Type="http://schemas.openxmlformats.org/officeDocument/2006/relationships/image" Target="/ppt/media/image22.svg" Id="R76ffcf572c18411f" /></Relationships>
</file>

<file path=ppt/slideLayouts/_rels/slideLayout41.xml.rels><?xml version='1.0' encoding='utf-8'?>
<Relationships xmlns="http://schemas.openxmlformats.org/package/2006/relationships"><Relationship Type="http://schemas.openxmlformats.org/officeDocument/2006/relationships/slideMaster" Target="/ppt/slideMasters/slideMaster7.xml" Id="R5cfde551faeb4ce9" /><Relationship Type="http://schemas.openxmlformats.org/officeDocument/2006/relationships/image" Target="/ppt/media/image43.png" Id="R307af065189c4e34" /><Relationship Type="http://schemas.openxmlformats.org/officeDocument/2006/relationships/image" Target="/ppt/media/image22.svg" Id="R1841a817844c4991" /></Relationships>
</file>

<file path=ppt/slideLayouts/_rels/slideLayout42.xml.rels><?xml version='1.0' encoding='utf-8'?>
<Relationships xmlns="http://schemas.openxmlformats.org/package/2006/relationships"><Relationship Type="http://schemas.openxmlformats.org/officeDocument/2006/relationships/slideMaster" Target="/ppt/slideMasters/slideMaster7.xml" Id="Rd787a9ed84ad4ad1" /><Relationship Type="http://schemas.openxmlformats.org/officeDocument/2006/relationships/image" Target="/ppt/media/image3.png" Id="R8a3b075052534bee" /><Relationship Type="http://schemas.openxmlformats.org/officeDocument/2006/relationships/image" Target="/ppt/media/image3.svg" Id="R75028315979d429b" /><Relationship Type="http://schemas.openxmlformats.org/officeDocument/2006/relationships/image" Target="/ppt/media/image4.png" Id="Re1e83f5f04654f4b" /><Relationship Type="http://schemas.openxmlformats.org/officeDocument/2006/relationships/image" Target="/ppt/media/image4.svg" Id="R9c2842d7ce6d4f68" /></Relationships>
</file>

<file path=ppt/slideLayouts/_rels/slideLayout43.xml.rels><?xml version='1.0' encoding='utf-8'?>
<Relationships xmlns="http://schemas.openxmlformats.org/package/2006/relationships"><Relationship Type="http://schemas.openxmlformats.org/officeDocument/2006/relationships/slideMaster" Target="/ppt/slideMasters/slideMaster7.xml" Id="R8cca5ae10427458c" /><Relationship Type="http://schemas.openxmlformats.org/officeDocument/2006/relationships/image" Target="/ppt/media/image3.png" Id="R7355233b133f4586" /><Relationship Type="http://schemas.openxmlformats.org/officeDocument/2006/relationships/image" Target="/ppt/media/image3.svg" Id="R68cae931631d4819" /><Relationship Type="http://schemas.openxmlformats.org/officeDocument/2006/relationships/image" Target="/ppt/media/image4.png" Id="R821b2f2aa38843fc" /><Relationship Type="http://schemas.openxmlformats.org/officeDocument/2006/relationships/image" Target="/ppt/media/image4.svg" Id="R9ccf11f0733046ed" /></Relationships>
</file>

<file path=ppt/slideLayouts/_rels/slideLayout44.xml.rels><?xml version='1.0' encoding='utf-8'?>
<Relationships xmlns="http://schemas.openxmlformats.org/package/2006/relationships"><Relationship Type="http://schemas.openxmlformats.org/officeDocument/2006/relationships/slideMaster" Target="/ppt/slideMasters/slideMaster7.xml" Id="R7c47498f8c42422a" /><Relationship Type="http://schemas.openxmlformats.org/officeDocument/2006/relationships/image" Target="/ppt/media/image3.png" Id="R338446691ca744f2" /><Relationship Type="http://schemas.openxmlformats.org/officeDocument/2006/relationships/image" Target="/ppt/media/image3.svg" Id="Rda8fc063d84e4838" /><Relationship Type="http://schemas.openxmlformats.org/officeDocument/2006/relationships/image" Target="/ppt/media/image4.png" Id="R61c470fb191243e7" /><Relationship Type="http://schemas.openxmlformats.org/officeDocument/2006/relationships/image" Target="/ppt/media/image4.svg" Id="Ref86dde1a170428c" /></Relationships>
</file>

<file path=ppt/slideLayouts/_rels/slideLayout45.xml.rels><?xml version='1.0' encoding='utf-8'?>
<Relationships xmlns="http://schemas.openxmlformats.org/package/2006/relationships"><Relationship Type="http://schemas.openxmlformats.org/officeDocument/2006/relationships/slideMaster" Target="/ppt/slideMasters/slideMaster7.xml" Id="R1cb137644b8a4eb0" /><Relationship Type="http://schemas.openxmlformats.org/officeDocument/2006/relationships/image" Target="/ppt/media/image3.png" Id="R5a886b6bee2c4310" /><Relationship Type="http://schemas.openxmlformats.org/officeDocument/2006/relationships/image" Target="/ppt/media/image3.svg" Id="R0bba122b298448b8" /><Relationship Type="http://schemas.openxmlformats.org/officeDocument/2006/relationships/image" Target="/ppt/media/image4.png" Id="R60a20c27e89e415c" /><Relationship Type="http://schemas.openxmlformats.org/officeDocument/2006/relationships/image" Target="/ppt/media/image4.svg" Id="R8460361edf044306" /></Relationships>
</file>

<file path=ppt/slideLayouts/_rels/slideLayout46.xml.rels><?xml version='1.0' encoding='utf-8'?>
<Relationships xmlns="http://schemas.openxmlformats.org/package/2006/relationships"><Relationship Type="http://schemas.openxmlformats.org/officeDocument/2006/relationships/slideMaster" Target="/ppt/slideMasters/slideMaster7.xml" Id="R4f6a118ae92d482a" /><Relationship Type="http://schemas.openxmlformats.org/officeDocument/2006/relationships/image" Target="/ppt/media/image3.png" Id="R0359400ffdee4d8d" /><Relationship Type="http://schemas.openxmlformats.org/officeDocument/2006/relationships/image" Target="/ppt/media/image3.svg" Id="R7637eed7080e47c1" /><Relationship Type="http://schemas.openxmlformats.org/officeDocument/2006/relationships/image" Target="/ppt/media/image4.png" Id="R67cd51b7a3544727" /><Relationship Type="http://schemas.openxmlformats.org/officeDocument/2006/relationships/image" Target="/ppt/media/image4.svg" Id="R2fecf336a38f42be" /></Relationships>
</file>

<file path=ppt/slideLayouts/_rels/slideLayout47.xml.rels><?xml version='1.0' encoding='utf-8'?>
<Relationships xmlns="http://schemas.openxmlformats.org/package/2006/relationships"><Relationship Type="http://schemas.openxmlformats.org/officeDocument/2006/relationships/slideMaster" Target="/ppt/slideMasters/slideMaster7.xml" Id="Reeb54636a3e145a7" /><Relationship Type="http://schemas.openxmlformats.org/officeDocument/2006/relationships/image" Target="/ppt/media/image3.png" Id="R0d0889b13e454238" /><Relationship Type="http://schemas.openxmlformats.org/officeDocument/2006/relationships/image" Target="/ppt/media/image3.svg" Id="R1609ab63aed0442d" /><Relationship Type="http://schemas.openxmlformats.org/officeDocument/2006/relationships/image" Target="/ppt/media/image4.png" Id="Rf70b4e1c34e544b5" /><Relationship Type="http://schemas.openxmlformats.org/officeDocument/2006/relationships/image" Target="/ppt/media/image4.svg" Id="R36eb655fb5c94cc2" /></Relationships>
</file>

<file path=ppt/slideLayouts/_rels/slideLayout48.xml.rels><?xml version='1.0' encoding='utf-8'?>
<Relationships xmlns="http://schemas.openxmlformats.org/package/2006/relationships"><Relationship Type="http://schemas.openxmlformats.org/officeDocument/2006/relationships/slideMaster" Target="/ppt/slideMasters/slideMaster7.xml" Id="R299ea965098a4fb7" /><Relationship Type="http://schemas.openxmlformats.org/officeDocument/2006/relationships/image" Target="/ppt/media/image44.png" Id="Rb3de7040e1024383" /><Relationship Type="http://schemas.openxmlformats.org/officeDocument/2006/relationships/image" Target="/ppt/media/image23.svg" Id="R4d38d5c4d0bc4099" /><Relationship Type="http://schemas.openxmlformats.org/officeDocument/2006/relationships/image" Target="/ppt/media/image45.png" Id="Ra0d7283db72347f0" /><Relationship Type="http://schemas.openxmlformats.org/officeDocument/2006/relationships/image" Target="/ppt/media/image24.svg" Id="Ra70e18c902ee4bb4" /><Relationship Type="http://schemas.openxmlformats.org/officeDocument/2006/relationships/image" Target="/ppt/media/image3.png" Id="Rac0dbfd858fc4a15" /><Relationship Type="http://schemas.openxmlformats.org/officeDocument/2006/relationships/image" Target="/ppt/media/image3.svg" Id="Rbe748ae5db7f4605" /><Relationship Type="http://schemas.openxmlformats.org/officeDocument/2006/relationships/image" Target="/ppt/media/image4.png" Id="R93d6763721ad4999" /><Relationship Type="http://schemas.openxmlformats.org/officeDocument/2006/relationships/image" Target="/ppt/media/image4.svg" Id="R6c375c9686094aa5" /></Relationships>
</file>

<file path=ppt/slideLayouts/_rels/slideLayout49.xml.rels><?xml version='1.0' encoding='utf-8'?>
<Relationships xmlns="http://schemas.openxmlformats.org/package/2006/relationships"><Relationship Type="http://schemas.openxmlformats.org/officeDocument/2006/relationships/slideMaster" Target="/ppt/slideMasters/slideMaster7.xml" Id="Rad305e8fb0e24e41" /><Relationship Type="http://schemas.openxmlformats.org/officeDocument/2006/relationships/image" Target="/ppt/media/image38.png" Id="Rded5872d54a04cbe" /><Relationship Type="http://schemas.openxmlformats.org/officeDocument/2006/relationships/image" Target="/ppt/media/image17.svg" Id="Rf3ecce76962f46c1" /><Relationship Type="http://schemas.openxmlformats.org/officeDocument/2006/relationships/image" Target="/ppt/media/image3.png" Id="R4e38d6c07a1142ed" /><Relationship Type="http://schemas.openxmlformats.org/officeDocument/2006/relationships/image" Target="/ppt/media/image3.svg" Id="R564683bb4fdf4a68" /><Relationship Type="http://schemas.openxmlformats.org/officeDocument/2006/relationships/image" Target="/ppt/media/image4.png" Id="R039f1692d625490e" /><Relationship Type="http://schemas.openxmlformats.org/officeDocument/2006/relationships/image" Target="/ppt/media/image4.svg" Id="Rc3fc1d06796744be" /></Relationships>
</file>

<file path=ppt/slideLayouts/_rels/slideLayout50.xml.rels><?xml version='1.0' encoding='utf-8'?>
<Relationships xmlns="http://schemas.openxmlformats.org/package/2006/relationships"><Relationship Type="http://schemas.openxmlformats.org/officeDocument/2006/relationships/slideMaster" Target="/ppt/slideMasters/slideMaster7.xml" Id="R5808156664cf417d" /><Relationship Type="http://schemas.openxmlformats.org/officeDocument/2006/relationships/image" Target="/ppt/media/image3.png" Id="R0ceec621451b4f07" /><Relationship Type="http://schemas.openxmlformats.org/officeDocument/2006/relationships/image" Target="/ppt/media/image3.svg" Id="R7598db36fb2241c6" /><Relationship Type="http://schemas.openxmlformats.org/officeDocument/2006/relationships/image" Target="/ppt/media/image4.png" Id="Rb43972bc0af94612" /><Relationship Type="http://schemas.openxmlformats.org/officeDocument/2006/relationships/image" Target="/ppt/media/image4.svg" Id="Rcbe5e31c991e40bb" /></Relationships>
</file>

<file path=ppt/slideLayouts/_rels/slideLayout51.xml.rels><?xml version='1.0' encoding='utf-8'?>
<Relationships xmlns="http://schemas.openxmlformats.org/package/2006/relationships"><Relationship Type="http://schemas.openxmlformats.org/officeDocument/2006/relationships/slideMaster" Target="/ppt/slideMasters/slideMaster7.xml" Id="R5bae4a0233dd4ed1" /><Relationship Type="http://schemas.openxmlformats.org/officeDocument/2006/relationships/image" Target="/ppt/media/image3.png" Id="R316d687e8c3d4669" /><Relationship Type="http://schemas.openxmlformats.org/officeDocument/2006/relationships/image" Target="/ppt/media/image3.svg" Id="Rbf712fd3e5074700" /><Relationship Type="http://schemas.openxmlformats.org/officeDocument/2006/relationships/image" Target="/ppt/media/image4.png" Id="R18edd2361b104ea4" /><Relationship Type="http://schemas.openxmlformats.org/officeDocument/2006/relationships/image" Target="/ppt/media/image4.svg" Id="Rd08e1f4e08364794" /></Relationships>
</file>

<file path=ppt/slideLayouts/_rels/slideLayout52.xml.rels><?xml version='1.0' encoding='utf-8'?>
<Relationships xmlns="http://schemas.openxmlformats.org/package/2006/relationships"><Relationship Type="http://schemas.openxmlformats.org/officeDocument/2006/relationships/slideMaster" Target="/ppt/slideMasters/slideMaster8.xml" Id="R5baa72ed0260400f" /><Relationship Type="http://schemas.openxmlformats.org/officeDocument/2006/relationships/image" Target="/ppt/media/image46.png" Id="R072c14fecdd74f44" /><Relationship Type="http://schemas.openxmlformats.org/officeDocument/2006/relationships/image" Target="/ppt/media/image25.svg" Id="R406ccdfee49d4c29" /><Relationship Type="http://schemas.openxmlformats.org/officeDocument/2006/relationships/image" Target="/ppt/media/image38.png" Id="R749ba9a47f59429f" /><Relationship Type="http://schemas.openxmlformats.org/officeDocument/2006/relationships/image" Target="/ppt/media/image17.svg" Id="R5f8fd5f5835c45f1" /><Relationship Type="http://schemas.openxmlformats.org/officeDocument/2006/relationships/image" Target="/ppt/media/image3.png" Id="R151d112785eb4bc2" /><Relationship Type="http://schemas.openxmlformats.org/officeDocument/2006/relationships/image" Target="/ppt/media/image3.svg" Id="R57708f2e62c54d67" /><Relationship Type="http://schemas.openxmlformats.org/officeDocument/2006/relationships/image" Target="/ppt/media/image4.png" Id="R398699601e264b79" /><Relationship Type="http://schemas.openxmlformats.org/officeDocument/2006/relationships/image" Target="/ppt/media/image4.svg" Id="R31ff9ea87fe24d1b" /><Relationship Type="http://schemas.openxmlformats.org/officeDocument/2006/relationships/image" Target="/ppt/media/image47.png" Id="Ra0324edb4d3340cd" /></Relationships>
</file>

<file path=ppt/slideLayouts/_rels/slideLayout53.xml.rels><?xml version='1.0' encoding='utf-8'?>
<Relationships xmlns="http://schemas.openxmlformats.org/package/2006/relationships"><Relationship Type="http://schemas.openxmlformats.org/officeDocument/2006/relationships/slideMaster" Target="/ppt/slideMasters/slideMaster8.xml" Id="Ra8e923c7875e40b2" /><Relationship Type="http://schemas.openxmlformats.org/officeDocument/2006/relationships/image" Target="/ppt/media/image48.png" Id="R2b0de4219c0a4abd" /><Relationship Type="http://schemas.openxmlformats.org/officeDocument/2006/relationships/image" Target="/ppt/media/image3.png" Id="R5b5385a1ff47413c" /><Relationship Type="http://schemas.openxmlformats.org/officeDocument/2006/relationships/image" Target="/ppt/media/image3.svg" Id="R706f4076955b46c1" /><Relationship Type="http://schemas.openxmlformats.org/officeDocument/2006/relationships/image" Target="/ppt/media/image4.png" Id="R7a8f15df8d4745f4" /><Relationship Type="http://schemas.openxmlformats.org/officeDocument/2006/relationships/image" Target="/ppt/media/image4.svg" Id="Rc884a72e1e7b42e6" /></Relationships>
</file>

<file path=ppt/slideLayouts/_rels/slideLayout54.xml.rels><?xml version='1.0' encoding='utf-8'?>
<Relationships xmlns="http://schemas.openxmlformats.org/package/2006/relationships"><Relationship Type="http://schemas.openxmlformats.org/officeDocument/2006/relationships/slideMaster" Target="/ppt/slideMasters/slideMaster9.xml" Id="R1aeef234fc71403b" /><Relationship Type="http://schemas.openxmlformats.org/officeDocument/2006/relationships/image" Target="/ppt/media/image3.png" Id="Rf6a8570743ec42b1" /><Relationship Type="http://schemas.openxmlformats.org/officeDocument/2006/relationships/image" Target="/ppt/media/image3.svg" Id="R0b29001901474a71" /><Relationship Type="http://schemas.openxmlformats.org/officeDocument/2006/relationships/image" Target="/ppt/media/image4.png" Id="Ra80b81096f3e474c" /><Relationship Type="http://schemas.openxmlformats.org/officeDocument/2006/relationships/image" Target="/ppt/media/image4.svg" Id="R29ca5691ad4f459a" /></Relationships>
</file>

<file path=ppt/slideLayouts/_rels/slideLayout55.xml.rels><?xml version='1.0' encoding='utf-8'?>
<Relationships xmlns="http://schemas.openxmlformats.org/package/2006/relationships"><Relationship Type="http://schemas.openxmlformats.org/officeDocument/2006/relationships/slideMaster" Target="/ppt/slideMasters/slideMaster9.xml" Id="Raa4652c438b04045" /><Relationship Type="http://schemas.openxmlformats.org/officeDocument/2006/relationships/image" Target="/ppt/media/image49.png" Id="Rbe5b5fa14b8a4ed6" /><Relationship Type="http://schemas.openxmlformats.org/officeDocument/2006/relationships/image" Target="/ppt/media/image38.png" Id="R2ba0c488baf74991" /><Relationship Type="http://schemas.openxmlformats.org/officeDocument/2006/relationships/image" Target="/ppt/media/image17.svg" Id="R10da6d480a1c454b" /><Relationship Type="http://schemas.openxmlformats.org/officeDocument/2006/relationships/image" Target="/ppt/media/image3.png" Id="Rbff3c547c8b6430f" /><Relationship Type="http://schemas.openxmlformats.org/officeDocument/2006/relationships/image" Target="/ppt/media/image3.svg" Id="Rdbe9cf2cf8574837" /><Relationship Type="http://schemas.openxmlformats.org/officeDocument/2006/relationships/image" Target="/ppt/media/image4.png" Id="R0ef2b259efa5402f" /><Relationship Type="http://schemas.openxmlformats.org/officeDocument/2006/relationships/image" Target="/ppt/media/image4.svg" Id="R9489e40c55e640b4" /></Relationships>
</file>

<file path=ppt/slideLayouts/_rels/slideLayout56.xml.rels><?xml version='1.0' encoding='utf-8'?>
<Relationships xmlns="http://schemas.openxmlformats.org/package/2006/relationships"><Relationship Type="http://schemas.openxmlformats.org/officeDocument/2006/relationships/slideMaster" Target="/ppt/slideMasters/slideMaster9.xml" Id="R1d02d24d17e2454f" /><Relationship Type="http://schemas.openxmlformats.org/officeDocument/2006/relationships/image" Target="/ppt/media/image3.png" Id="Rb08a7ad3b1d04d3e" /><Relationship Type="http://schemas.openxmlformats.org/officeDocument/2006/relationships/image" Target="/ppt/media/image3.svg" Id="Rd7ef0229da214aca" /><Relationship Type="http://schemas.openxmlformats.org/officeDocument/2006/relationships/image" Target="/ppt/media/image4.png" Id="R5b2db00d774d4c82" /><Relationship Type="http://schemas.openxmlformats.org/officeDocument/2006/relationships/image" Target="/ppt/media/image4.svg" Id="R4ef93e1ea3fa4e52" /></Relationships>
</file>

<file path=ppt/slideLayouts/_rels/slideLayout57.xml.rels><?xml version='1.0' encoding='utf-8'?>
<Relationships xmlns="http://schemas.openxmlformats.org/package/2006/relationships"><Relationship Type="http://schemas.openxmlformats.org/officeDocument/2006/relationships/slideMaster" Target="/ppt/slideMasters/slideMaster9.xml" Id="R1a389b479b114430" /><Relationship Type="http://schemas.openxmlformats.org/officeDocument/2006/relationships/image" Target="/ppt/media/image50.png" Id="Rd2dcd97e125844dc" /><Relationship Type="http://schemas.openxmlformats.org/officeDocument/2006/relationships/image" Target="/ppt/media/image3.png" Id="R905516ac465f4cd4" /><Relationship Type="http://schemas.openxmlformats.org/officeDocument/2006/relationships/image" Target="/ppt/media/image3.svg" Id="R83cad93a6c9a4986" /><Relationship Type="http://schemas.openxmlformats.org/officeDocument/2006/relationships/image" Target="/ppt/media/image4.png" Id="Rf40492ff536d419a" /><Relationship Type="http://schemas.openxmlformats.org/officeDocument/2006/relationships/image" Target="/ppt/media/image4.svg" Id="R29e8597737664842" /></Relationships>
</file>

<file path=ppt/slideLayouts/_rels/slideLayout58.xml.rels><?xml version='1.0' encoding='utf-8'?>
<Relationships xmlns="http://schemas.openxmlformats.org/package/2006/relationships"><Relationship Type="http://schemas.openxmlformats.org/officeDocument/2006/relationships/slideMaster" Target="/ppt/slideMasters/slideMaster9.xml" Id="Rbbf6029d95514a64" /><Relationship Type="http://schemas.openxmlformats.org/officeDocument/2006/relationships/image" Target="/ppt/media/image3.png" Id="Re7aadd233ccc4fd4" /><Relationship Type="http://schemas.openxmlformats.org/officeDocument/2006/relationships/image" Target="/ppt/media/image3.svg" Id="R16c29b40216a4de5" /><Relationship Type="http://schemas.openxmlformats.org/officeDocument/2006/relationships/image" Target="/ppt/media/image4.png" Id="Rbf4261a752d74d9d" /><Relationship Type="http://schemas.openxmlformats.org/officeDocument/2006/relationships/image" Target="/ppt/media/image4.svg" Id="R89f7c6aa54d047ee" /></Relationships>
</file>

<file path=ppt/slideLayouts/_rels/slideLayout59.xml.rels><?xml version='1.0' encoding='utf-8'?>
<Relationships xmlns="http://schemas.openxmlformats.org/package/2006/relationships"><Relationship Type="http://schemas.openxmlformats.org/officeDocument/2006/relationships/slideMaster" Target="/ppt/slideMasters/slideMaster9.xml" Id="R4a13dfe1fe314cc2" /><Relationship Type="http://schemas.openxmlformats.org/officeDocument/2006/relationships/image" Target="/ppt/media/image3.png" Id="R28239e2d0d45400b" /><Relationship Type="http://schemas.openxmlformats.org/officeDocument/2006/relationships/image" Target="/ppt/media/image3.svg" Id="Ra81cfce3f8124d82" /><Relationship Type="http://schemas.openxmlformats.org/officeDocument/2006/relationships/image" Target="/ppt/media/image4.png" Id="Rbb26d463874e442d" /><Relationship Type="http://schemas.openxmlformats.org/officeDocument/2006/relationships/image" Target="/ppt/media/image4.svg" Id="Rb2c684bf53e54664" /></Relationships>
</file>

<file path=ppt/slideLayouts/_rels/slideLayout60.xml.rels><?xml version='1.0' encoding='utf-8'?>
<Relationships xmlns="http://schemas.openxmlformats.org/package/2006/relationships"><Relationship Type="http://schemas.openxmlformats.org/officeDocument/2006/relationships/slideMaster" Target="/ppt/slideMasters/slideMaster9.xml" Id="Racf0b53b3b374d25" /><Relationship Type="http://schemas.openxmlformats.org/officeDocument/2006/relationships/image" Target="/ppt/media/image3.png" Id="Rcd398d02cfbd4103" /><Relationship Type="http://schemas.openxmlformats.org/officeDocument/2006/relationships/image" Target="/ppt/media/image3.svg" Id="R22794b937aab4726" /><Relationship Type="http://schemas.openxmlformats.org/officeDocument/2006/relationships/image" Target="/ppt/media/image4.png" Id="R74881be69039492d" /><Relationship Type="http://schemas.openxmlformats.org/officeDocument/2006/relationships/image" Target="/ppt/media/image4.svg" Id="Rb4b912e979dc4b7d" /></Relationships>
</file>

<file path=ppt/slideLayouts/_rels/slideLayout61.xml.rels><?xml version='1.0' encoding='utf-8'?>
<Relationships xmlns="http://schemas.openxmlformats.org/package/2006/relationships"><Relationship Type="http://schemas.openxmlformats.org/officeDocument/2006/relationships/slideMaster" Target="/ppt/slideMasters/slideMaster9.xml" Id="R2128436306c5485a" /><Relationship Type="http://schemas.openxmlformats.org/officeDocument/2006/relationships/image" Target="/ppt/media/image3.png" Id="R26d6537fca544e04" /><Relationship Type="http://schemas.openxmlformats.org/officeDocument/2006/relationships/image" Target="/ppt/media/image3.svg" Id="R14c75a86033e4eff" /><Relationship Type="http://schemas.openxmlformats.org/officeDocument/2006/relationships/image" Target="/ppt/media/image4.png" Id="R32e924c6a48640ac" /><Relationship Type="http://schemas.openxmlformats.org/officeDocument/2006/relationships/image" Target="/ppt/media/image4.svg" Id="R349ce0fb627c4372" /></Relationships>
</file>

<file path=ppt/slideLayouts/_rels/slideLayout62.xml.rels><?xml version='1.0' encoding='utf-8'?>
<Relationships xmlns="http://schemas.openxmlformats.org/package/2006/relationships"><Relationship Type="http://schemas.openxmlformats.org/officeDocument/2006/relationships/slideMaster" Target="/ppt/slideMasters/slideMaster9.xml" Id="Ra2829ef313024e59" /><Relationship Type="http://schemas.openxmlformats.org/officeDocument/2006/relationships/image" Target="/ppt/media/image3.png" Id="R1ce12c036e824f9c" /><Relationship Type="http://schemas.openxmlformats.org/officeDocument/2006/relationships/image" Target="/ppt/media/image3.svg" Id="Rd92aa796c831411e" /><Relationship Type="http://schemas.openxmlformats.org/officeDocument/2006/relationships/image" Target="/ppt/media/image4.png" Id="Rb83423f549804a7e" /><Relationship Type="http://schemas.openxmlformats.org/officeDocument/2006/relationships/image" Target="/ppt/media/image4.svg" Id="R2209ed2e3ae94560" /><Relationship Type="http://schemas.openxmlformats.org/officeDocument/2006/relationships/image" Target="/ppt/media/image34.png" Id="R0d22f7a7532c4880" /><Relationship Type="http://schemas.openxmlformats.org/officeDocument/2006/relationships/image" Target="/ppt/media/image14.svg" Id="R1be9109429da43b2" /></Relationships>
</file>

<file path=ppt/slideLayouts/_rels/slideLayout63.xml.rels><?xml version='1.0' encoding='utf-8'?>
<Relationships xmlns="http://schemas.openxmlformats.org/package/2006/relationships"><Relationship Type="http://schemas.openxmlformats.org/officeDocument/2006/relationships/slideMaster" Target="/ppt/slideMasters/slideMaster10.xml" Id="R03919644e16d49ea" /><Relationship Type="http://schemas.openxmlformats.org/officeDocument/2006/relationships/image" Target="/ppt/media/image3.png" Id="Rc0848f2463674743" /><Relationship Type="http://schemas.openxmlformats.org/officeDocument/2006/relationships/image" Target="/ppt/media/image3.svg" Id="Re089447801c3432f" /><Relationship Type="http://schemas.openxmlformats.org/officeDocument/2006/relationships/image" Target="/ppt/media/image4.png" Id="R26a4d54f270f4060" /><Relationship Type="http://schemas.openxmlformats.org/officeDocument/2006/relationships/image" Target="/ppt/media/image4.svg" Id="R3d1d65f3414445fb" /></Relationships>
</file>

<file path=ppt/slideLayouts/_rels/slideLayout64.xml.rels><?xml version='1.0' encoding='utf-8'?>
<Relationships xmlns="http://schemas.openxmlformats.org/package/2006/relationships"><Relationship Type="http://schemas.openxmlformats.org/officeDocument/2006/relationships/slideMaster" Target="/ppt/slideMasters/slideMaster10.xml" Id="R9c77c6ba606642c3" /><Relationship Type="http://schemas.openxmlformats.org/officeDocument/2006/relationships/image" Target="/ppt/media/image51.png" Id="R7507cc8e2b144a0b" /><Relationship Type="http://schemas.openxmlformats.org/officeDocument/2006/relationships/image" Target="/ppt/media/image26.svg" Id="Re8e085ae96e34d2d" /><Relationship Type="http://schemas.openxmlformats.org/officeDocument/2006/relationships/image" Target="/ppt/media/image3.png" Id="R6df57579a60b43d0" /><Relationship Type="http://schemas.openxmlformats.org/officeDocument/2006/relationships/image" Target="/ppt/media/image3.svg" Id="R26605a2245f94c98" /><Relationship Type="http://schemas.openxmlformats.org/officeDocument/2006/relationships/image" Target="/ppt/media/image4.png" Id="R5fdb532781a34b27" /><Relationship Type="http://schemas.openxmlformats.org/officeDocument/2006/relationships/image" Target="/ppt/media/image4.svg" Id="R795273acc98e41a1" /></Relationships>
</file>

<file path=ppt/slideLayouts/_rels/slideLayout65.xml.rels><?xml version='1.0' encoding='utf-8'?>
<Relationships xmlns="http://schemas.openxmlformats.org/package/2006/relationships"><Relationship Type="http://schemas.openxmlformats.org/officeDocument/2006/relationships/slideMaster" Target="/ppt/slideMasters/slideMaster10.xml" Id="Ra72f0914038a416b" /><Relationship Type="http://schemas.openxmlformats.org/officeDocument/2006/relationships/image" Target="/ppt/media/image3.png" Id="Rea6fcfa3df154d6b" /><Relationship Type="http://schemas.openxmlformats.org/officeDocument/2006/relationships/image" Target="/ppt/media/image3.svg" Id="R1ec3a6a9796c44db" /><Relationship Type="http://schemas.openxmlformats.org/officeDocument/2006/relationships/image" Target="/ppt/media/image4.png" Id="R82fb12b8c40b485c" /><Relationship Type="http://schemas.openxmlformats.org/officeDocument/2006/relationships/image" Target="/ppt/media/image4.svg" Id="Rea47cc6bb7e94fe0" /></Relationships>
</file>

<file path=ppt/slideLayouts/_rels/slideLayout66.xml.rels><?xml version='1.0' encoding='utf-8'?>
<Relationships xmlns="http://schemas.openxmlformats.org/package/2006/relationships"><Relationship Type="http://schemas.openxmlformats.org/officeDocument/2006/relationships/slideMaster" Target="/ppt/slideMasters/slideMaster10.xml" Id="R8a997913950841b0" /><Relationship Type="http://schemas.openxmlformats.org/officeDocument/2006/relationships/image" Target="/ppt/media/image3.png" Id="R7070ce2bf5434b3d" /><Relationship Type="http://schemas.openxmlformats.org/officeDocument/2006/relationships/image" Target="/ppt/media/image3.svg" Id="Rce82db7755ad49b5" /><Relationship Type="http://schemas.openxmlformats.org/officeDocument/2006/relationships/image" Target="/ppt/media/image4.png" Id="R648662baed3a44e5" /><Relationship Type="http://schemas.openxmlformats.org/officeDocument/2006/relationships/image" Target="/ppt/media/image4.svg" Id="R2b71ca3d0cd249c8" /></Relationships>
</file>

<file path=ppt/slideLayouts/_rels/slideLayout67.xml.rels><?xml version='1.0' encoding='utf-8'?>
<Relationships xmlns="http://schemas.openxmlformats.org/package/2006/relationships"><Relationship Type="http://schemas.openxmlformats.org/officeDocument/2006/relationships/slideMaster" Target="/ppt/slideMasters/slideMaster11.xml" Id="R3a218a457cef472b" /><Relationship Type="http://schemas.openxmlformats.org/officeDocument/2006/relationships/image" Target="/ppt/media/image13.png" Id="R506d4bed150541ac" /><Relationship Type="http://schemas.openxmlformats.org/officeDocument/2006/relationships/image" Target="/ppt/media/image10.svg" Id="Re705965351514e92" /><Relationship Type="http://schemas.openxmlformats.org/officeDocument/2006/relationships/image" Target="/ppt/media/image3.png" Id="Reb4187e1d29343a9" /><Relationship Type="http://schemas.openxmlformats.org/officeDocument/2006/relationships/image" Target="/ppt/media/image3.svg" Id="Rd426c9b4edd8493d" /><Relationship Type="http://schemas.openxmlformats.org/officeDocument/2006/relationships/image" Target="/ppt/media/image4.png" Id="Re1ac03559aeb45b3" /><Relationship Type="http://schemas.openxmlformats.org/officeDocument/2006/relationships/image" Target="/ppt/media/image4.svg" Id="R07d85f7ae7504896" /></Relationships>
</file>

<file path=ppt/slideLayouts/_rels/slideLayout68.xml.rels><?xml version='1.0' encoding='utf-8'?>
<Relationships xmlns="http://schemas.openxmlformats.org/package/2006/relationships"><Relationship Type="http://schemas.openxmlformats.org/officeDocument/2006/relationships/slideMaster" Target="/ppt/slideMasters/slideMaster11.xml" Id="Rf750850dc4de448e" /><Relationship Type="http://schemas.openxmlformats.org/officeDocument/2006/relationships/image" Target="/ppt/media/image13.png" Id="Rd427842b85764f67" /><Relationship Type="http://schemas.openxmlformats.org/officeDocument/2006/relationships/image" Target="/ppt/media/image10.svg" Id="Rcd8ee7d389e64e63" /><Relationship Type="http://schemas.openxmlformats.org/officeDocument/2006/relationships/image" Target="/ppt/media/image52.png" Id="R3d2739ff51d145dd" /></Relationships>
</file>

<file path=ppt/slideLayouts/_rels/slideLayout69.xml.rels><?xml version='1.0' encoding='utf-8'?>
<Relationships xmlns="http://schemas.openxmlformats.org/package/2006/relationships"><Relationship Type="http://schemas.openxmlformats.org/officeDocument/2006/relationships/slideMaster" Target="/ppt/slideMasters/slideMaster12.xml" Id="R68b19388bc6c4507" /><Relationship Type="http://schemas.openxmlformats.org/officeDocument/2006/relationships/image" Target="/ppt/media/image53.png" Id="Rfd25eddc24e748f6" /><Relationship Type="http://schemas.openxmlformats.org/officeDocument/2006/relationships/image" Target="/ppt/media/image27.svg" Id="R54231035e4294260" /><Relationship Type="http://schemas.openxmlformats.org/officeDocument/2006/relationships/image" Target="/ppt/media/image54.png" Id="Rb0dcc6b078624fa3" /><Relationship Type="http://schemas.openxmlformats.org/officeDocument/2006/relationships/image" Target="/ppt/media/image28.svg" Id="R33762b6a265b4945" /><Relationship Type="http://schemas.openxmlformats.org/officeDocument/2006/relationships/image" Target="/ppt/media/image55.png" Id="Rf4acebead6c0499e" /><Relationship Type="http://schemas.openxmlformats.org/officeDocument/2006/relationships/image" Target="/ppt/media/image29.svg" Id="R54ccca8311024499" /><Relationship Type="http://schemas.openxmlformats.org/officeDocument/2006/relationships/image" Target="/ppt/media/image56.png" Id="Rdb33ea27dcd3445c" /><Relationship Type="http://schemas.openxmlformats.org/officeDocument/2006/relationships/image" Target="/ppt/media/image30.svg" Id="R520fff68c5d44e9c" /><Relationship Type="http://schemas.openxmlformats.org/officeDocument/2006/relationships/image" Target="/ppt/media/image3.png" Id="R353413f53d274c54" /><Relationship Type="http://schemas.openxmlformats.org/officeDocument/2006/relationships/image" Target="/ppt/media/image3.svg" Id="R2a28167669d94006" /><Relationship Type="http://schemas.openxmlformats.org/officeDocument/2006/relationships/image" Target="/ppt/media/image4.png" Id="R3d89d6ca45004446" /><Relationship Type="http://schemas.openxmlformats.org/officeDocument/2006/relationships/image" Target="/ppt/media/image4.svg" Id="R964495d0599749b9" /></Relationships>
</file>

<file path=ppt/slideLayouts/_rels/slideLayout70.xml.rels><?xml version='1.0' encoding='utf-8'?>
<Relationships xmlns="http://schemas.openxmlformats.org/package/2006/relationships"><Relationship Type="http://schemas.openxmlformats.org/officeDocument/2006/relationships/slideMaster" Target="/ppt/slideMasters/slideMaster12.xml" Id="R33ef6e3551fd4173" /><Relationship Type="http://schemas.openxmlformats.org/officeDocument/2006/relationships/image" Target="/ppt/media/image38.png" Id="Rfe2ca83102e74bb4" /><Relationship Type="http://schemas.openxmlformats.org/officeDocument/2006/relationships/image" Target="/ppt/media/image17.svg" Id="R04059021503b45c1" /><Relationship Type="http://schemas.openxmlformats.org/officeDocument/2006/relationships/image" Target="/ppt/media/image7.png" Id="Redf93ec51fd34529" /><Relationship Type="http://schemas.openxmlformats.org/officeDocument/2006/relationships/image" Target="/ppt/media/image7.svg" Id="R413b23f5450c42a2" /><Relationship Type="http://schemas.openxmlformats.org/officeDocument/2006/relationships/image" Target="/ppt/media/image8.png" Id="R086a9d6fc1be4c20" /><Relationship Type="http://schemas.openxmlformats.org/officeDocument/2006/relationships/image" Target="/ppt/media/image8.svg" Id="Re949411c0d4f4440" /></Relationships>
</file>

<file path=ppt/slideLayouts/_rels/slideLayout71.xml.rels><?xml version='1.0' encoding='utf-8'?>
<Relationships xmlns="http://schemas.openxmlformats.org/package/2006/relationships"><Relationship Type="http://schemas.openxmlformats.org/officeDocument/2006/relationships/slideMaster" Target="/ppt/slideMasters/slideMaster12.xml" Id="R0fed5bc2bcb74ab0" /><Relationship Type="http://schemas.openxmlformats.org/officeDocument/2006/relationships/image" Target="/ppt/media/image3.jpeg" Id="R84ab2653385b4bf4" /><Relationship Type="http://schemas.openxmlformats.org/officeDocument/2006/relationships/image" Target="/ppt/media/image38.png" Id="Rbaf9605620354350" /><Relationship Type="http://schemas.openxmlformats.org/officeDocument/2006/relationships/image" Target="/ppt/media/image17.svg" Id="R6b2c897b7ab44f16" /><Relationship Type="http://schemas.openxmlformats.org/officeDocument/2006/relationships/image" Target="/ppt/media/image56.png" Id="Rb7e686f5328c4095" /><Relationship Type="http://schemas.openxmlformats.org/officeDocument/2006/relationships/image" Target="/ppt/media/image30.svg" Id="R7a343c74138d4f09" /><Relationship Type="http://schemas.openxmlformats.org/officeDocument/2006/relationships/image" Target="/ppt/media/image44.png" Id="R77d9a660ec124d77" /><Relationship Type="http://schemas.openxmlformats.org/officeDocument/2006/relationships/image" Target="/ppt/media/image23.svg" Id="R039399e9b7414f87" /><Relationship Type="http://schemas.openxmlformats.org/officeDocument/2006/relationships/image" Target="/ppt/media/image57.png" Id="R8666336fbffd4051" /><Relationship Type="http://schemas.openxmlformats.org/officeDocument/2006/relationships/image" Target="/ppt/media/image31.svg" Id="Ra93f5273c6ca4bfd" /><Relationship Type="http://schemas.openxmlformats.org/officeDocument/2006/relationships/image" Target="/ppt/media/image55.png" Id="Rc52d61853caf4e0a" /><Relationship Type="http://schemas.openxmlformats.org/officeDocument/2006/relationships/image" Target="/ppt/media/image29.svg" Id="R56e5de5bbd474c48" /><Relationship Type="http://schemas.openxmlformats.org/officeDocument/2006/relationships/image" Target="/ppt/media/image3.png" Id="R629429428c87487f" /><Relationship Type="http://schemas.openxmlformats.org/officeDocument/2006/relationships/image" Target="/ppt/media/image3.svg" Id="Ra63261bb7f0241b3" /><Relationship Type="http://schemas.openxmlformats.org/officeDocument/2006/relationships/image" Target="/ppt/media/image4.png" Id="R131f3f3eb3b146c2" /><Relationship Type="http://schemas.openxmlformats.org/officeDocument/2006/relationships/image" Target="/ppt/media/image4.svg" Id="R55fd7679ff764a1c" /></Relationships>
</file>

<file path=ppt/slideLayouts/_rels/slideLayout72.xml.rels><?xml version='1.0' encoding='utf-8'?>
<Relationships xmlns="http://schemas.openxmlformats.org/package/2006/relationships"><Relationship Type="http://schemas.openxmlformats.org/officeDocument/2006/relationships/slideMaster" Target="/ppt/slideMasters/slideMaster12.xml" Id="Rd6d365eca6c64240" /><Relationship Type="http://schemas.openxmlformats.org/officeDocument/2006/relationships/image" Target="/ppt/media/image38.png" Id="R5df42bf231eb43ac" /><Relationship Type="http://schemas.openxmlformats.org/officeDocument/2006/relationships/image" Target="/ppt/media/image17.svg" Id="Red328ce4ad3f4414" /><Relationship Type="http://schemas.openxmlformats.org/officeDocument/2006/relationships/image" Target="/ppt/media/image3.png" Id="Ra4ada96b1be84a00" /><Relationship Type="http://schemas.openxmlformats.org/officeDocument/2006/relationships/image" Target="/ppt/media/image3.svg" Id="R1eb9fa8fb6a34eb7" /><Relationship Type="http://schemas.openxmlformats.org/officeDocument/2006/relationships/image" Target="/ppt/media/image4.png" Id="R744b259b57ce4f17" /><Relationship Type="http://schemas.openxmlformats.org/officeDocument/2006/relationships/image" Target="/ppt/media/image4.svg" Id="R44c66bf5a9e74dff" /></Relationships>
</file>

<file path=ppt/slideLayouts/_rels/slideLayout73.xml.rels><?xml version='1.0' encoding='utf-8'?>
<Relationships xmlns="http://schemas.openxmlformats.org/package/2006/relationships"><Relationship Type="http://schemas.openxmlformats.org/officeDocument/2006/relationships/slideMaster" Target="/ppt/slideMasters/slideMaster12.xml" Id="R8cbb4a99461746c0" /><Relationship Type="http://schemas.openxmlformats.org/officeDocument/2006/relationships/image" Target="/ppt/media/image38.png" Id="Rb2e333a486e54fc7" /><Relationship Type="http://schemas.openxmlformats.org/officeDocument/2006/relationships/image" Target="/ppt/media/image17.svg" Id="R5b84cf025b4845d6" /><Relationship Type="http://schemas.openxmlformats.org/officeDocument/2006/relationships/image" Target="/ppt/media/image3.png" Id="R3a265e87be7f4d99" /><Relationship Type="http://schemas.openxmlformats.org/officeDocument/2006/relationships/image" Target="/ppt/media/image3.svg" Id="Reea8d2bb58da47d0" /><Relationship Type="http://schemas.openxmlformats.org/officeDocument/2006/relationships/image" Target="/ppt/media/image4.png" Id="R3100d1c1c2dc4e91" /><Relationship Type="http://schemas.openxmlformats.org/officeDocument/2006/relationships/image" Target="/ppt/media/image4.svg" Id="R0d1725c75b7f4647" /></Relationships>
</file>

<file path=ppt/slideLayouts/_rels/slideLayout74.xml.rels><?xml version='1.0' encoding='utf-8'?>
<Relationships xmlns="http://schemas.openxmlformats.org/package/2006/relationships"><Relationship Type="http://schemas.openxmlformats.org/officeDocument/2006/relationships/slideMaster" Target="/ppt/slideMasters/slideMaster12.xml" Id="R656fff0abcbb4d18" /><Relationship Type="http://schemas.openxmlformats.org/officeDocument/2006/relationships/image" Target="/ppt/media/image58.png" Id="R13645bb3359e44ed" /><Relationship Type="http://schemas.openxmlformats.org/officeDocument/2006/relationships/image" Target="/ppt/media/image32.svg" Id="R27f4a35357844c03" /><Relationship Type="http://schemas.openxmlformats.org/officeDocument/2006/relationships/image" Target="/ppt/media/image7.png" Id="R81d7d8ba698742ce" /><Relationship Type="http://schemas.openxmlformats.org/officeDocument/2006/relationships/image" Target="/ppt/media/image7.svg" Id="R0be41464f8ec4a89" /><Relationship Type="http://schemas.openxmlformats.org/officeDocument/2006/relationships/image" Target="/ppt/media/image8.png" Id="R0e4f6f80b1b24159" /><Relationship Type="http://schemas.openxmlformats.org/officeDocument/2006/relationships/image" Target="/ppt/media/image8.svg" Id="Rcb92ea42f4884685" /><Relationship Type="http://schemas.openxmlformats.org/officeDocument/2006/relationships/image" Target="/ppt/media/image47.png" Id="Rbe336953d27e4e22" /></Relationships>
</file>

<file path=ppt/slideLayouts/_rels/slideLayout75.xml.rels><?xml version='1.0' encoding='utf-8'?>
<Relationships xmlns="http://schemas.openxmlformats.org/package/2006/relationships"><Relationship Type="http://schemas.openxmlformats.org/officeDocument/2006/relationships/slideMaster" Target="/ppt/slideMasters/slideMaster12.xml" Id="R635d8c49e6cf488a" /><Relationship Type="http://schemas.openxmlformats.org/officeDocument/2006/relationships/image" Target="/ppt/media/image59.png" Id="R6ad2dd2358e545e8" /><Relationship Type="http://schemas.openxmlformats.org/officeDocument/2006/relationships/image" Target="/ppt/media/image33.svg" Id="R7d6e54ed802a4bdc" /><Relationship Type="http://schemas.openxmlformats.org/officeDocument/2006/relationships/image" Target="/ppt/media/image60.png" Id="R7761236b9d4943ea" /><Relationship Type="http://schemas.openxmlformats.org/officeDocument/2006/relationships/image" Target="/ppt/media/image34.svg" Id="R68c5dc5d57504702" /><Relationship Type="http://schemas.openxmlformats.org/officeDocument/2006/relationships/image" Target="/ppt/media/image57.png" Id="Ra65482784178498c" /><Relationship Type="http://schemas.openxmlformats.org/officeDocument/2006/relationships/image" Target="/ppt/media/image31.svg" Id="Rd90c2f7456024902" /><Relationship Type="http://schemas.openxmlformats.org/officeDocument/2006/relationships/image" Target="/ppt/media/image44.png" Id="R3bf8daa63f9e4a0f" /><Relationship Type="http://schemas.openxmlformats.org/officeDocument/2006/relationships/image" Target="/ppt/media/image23.svg" Id="Rb6e1e10f89c04697" /><Relationship Type="http://schemas.openxmlformats.org/officeDocument/2006/relationships/image" Target="/ppt/media/image55.png" Id="R38c5ff5057284a9c" /><Relationship Type="http://schemas.openxmlformats.org/officeDocument/2006/relationships/image" Target="/ppt/media/image29.svg" Id="R88adbe7330014cfe" /><Relationship Type="http://schemas.openxmlformats.org/officeDocument/2006/relationships/image" Target="/ppt/media/image3.png" Id="Rddeed817a7be46d0" /><Relationship Type="http://schemas.openxmlformats.org/officeDocument/2006/relationships/image" Target="/ppt/media/image3.svg" Id="Rf5f6b34c4c064a8a" /><Relationship Type="http://schemas.openxmlformats.org/officeDocument/2006/relationships/image" Target="/ppt/media/image4.png" Id="R5f74a913760f4ad9" /><Relationship Type="http://schemas.openxmlformats.org/officeDocument/2006/relationships/image" Target="/ppt/media/image4.svg" Id="R318b35cc59004424" /></Relationships>
</file>

<file path=ppt/slideLayouts/_rels/slideLayout76.xml.rels><?xml version='1.0' encoding='utf-8'?>
<Relationships xmlns="http://schemas.openxmlformats.org/package/2006/relationships"><Relationship Type="http://schemas.openxmlformats.org/officeDocument/2006/relationships/slideMaster" Target="/ppt/slideMasters/slideMaster12.xml" Id="R194075d30f3a461a" /><Relationship Type="http://schemas.openxmlformats.org/officeDocument/2006/relationships/image" Target="/ppt/media/image61.png" Id="Rb1c68a48b3a945e5" /><Relationship Type="http://schemas.openxmlformats.org/officeDocument/2006/relationships/image" Target="/ppt/media/image35.svg" Id="R466587fce7a947a0" /><Relationship Type="http://schemas.openxmlformats.org/officeDocument/2006/relationships/image" Target="/ppt/media/image3.png" Id="R77aaf645a53549a8" /><Relationship Type="http://schemas.openxmlformats.org/officeDocument/2006/relationships/image" Target="/ppt/media/image3.svg" Id="R1256cfdc4f1b457e" /><Relationship Type="http://schemas.openxmlformats.org/officeDocument/2006/relationships/image" Target="/ppt/media/image4.png" Id="R80ac66c7c22948b0" /><Relationship Type="http://schemas.openxmlformats.org/officeDocument/2006/relationships/image" Target="/ppt/media/image4.svg" Id="Refc69b75d37a47ee" /></Relationships>
</file>

<file path=ppt/slideLayouts/_rels/slideLayout77.xml.rels><?xml version='1.0' encoding='utf-8'?>
<Relationships xmlns="http://schemas.openxmlformats.org/package/2006/relationships"><Relationship Type="http://schemas.openxmlformats.org/officeDocument/2006/relationships/slideMaster" Target="/ppt/slideMasters/slideMaster12.xml" Id="Rab32048e24584c51" /><Relationship Type="http://schemas.openxmlformats.org/officeDocument/2006/relationships/image" Target="/ppt/media/image62.png" Id="Rb2be51378574479a" /><Relationship Type="http://schemas.openxmlformats.org/officeDocument/2006/relationships/image" Target="/ppt/media/image36.svg" Id="R8e876de6e1f34174" /><Relationship Type="http://schemas.openxmlformats.org/officeDocument/2006/relationships/image" Target="/ppt/media/image44.png" Id="R44fc2c4fe5cc432a" /><Relationship Type="http://schemas.openxmlformats.org/officeDocument/2006/relationships/image" Target="/ppt/media/image23.svg" Id="R5206831e74ca4f2e" /><Relationship Type="http://schemas.openxmlformats.org/officeDocument/2006/relationships/image" Target="/ppt/media/image3.png" Id="Rd48a67eb552346cc" /><Relationship Type="http://schemas.openxmlformats.org/officeDocument/2006/relationships/image" Target="/ppt/media/image3.svg" Id="Rff331ada8cc744b3" /><Relationship Type="http://schemas.openxmlformats.org/officeDocument/2006/relationships/image" Target="/ppt/media/image4.png" Id="R00ea12b2cb8c4d1a" /><Relationship Type="http://schemas.openxmlformats.org/officeDocument/2006/relationships/image" Target="/ppt/media/image4.svg" Id="R1e3e77ff0ef94f4c" /></Relationships>
</file>

<file path=ppt/slideLayouts/slideLayout1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xmlns:ns4="http://schemas.microsoft.com/office/drawing/2014/main" preserve="1" userDrawn="1">
  <ns0:cSld name="Серый с фото">
    <ns0:bg>
      <ns0:bgPr>
        <ns1:solidFill>
          <ns1:schemeClr val="bg1">
            <ns1:lumMod val="95000"/>
          </ns1:schemeClr>
        </ns1:solidFill>
      </ns0:bgPr>
    </ns0:bg>
    <ns0:spTree>
      <ns0:nvGrpSpPr>
        <ns0:cNvPr id="1" name=""/>
        <ns0:cNvGrpSpPr/>
        <ns0:nvPr/>
      </ns0:nvGrpSpPr>
      <ns0:grpSpPr>
        <ns1:xfrm/>
      </ns0:grpSpPr>
      <ns0:pic>
        <ns0:nvPicPr>
          <ns0:cNvPr id="21" name="Frame 2087329409"/>
          <ns0:cNvPicPr>
            <ns1:picLocks noChangeAspect="1"/>
          </ns0:cNvPicPr>
          <ns0:nvPr/>
        </ns0:nvPicPr>
        <ns0:blipFill>
          <ns1:blip ns2:embed="R2f8a55287e544474">
            <ns1:extLst>
              <ns1:ext uri="{96DAC541-7B7A-43D3-8B79-37D633B846F1}">
                <ns3:svgBlip ns2:embed="R263528bc5d7c4baf"/>
              </ns1:ext>
            </ns1:extLst>
          </ns1:blip>
          <ns1:srcRect l="0" t="0" r="0" b="0"/>
          <ns1:stretch/>
        </ns0:blipFill>
        <ns0:spPr>
          <ns1:xfrm>
            <ns1:off x="937260" y="8829675"/>
            <ns1:ext cx="2200275" cy="504825"/>
          </ns1:xfrm>
          <ns1:prstGeom prst="rect">
            <ns1:avLst/>
          </ns1:prstGeom>
        </ns0:spPr>
      </ns0:pic>
      <ns0:pic>
        <ns0:nvPicPr>
          <ns0:cNvPr id="22" name="Frame 2087329418"/>
          <ns0:cNvPicPr>
            <ns1:picLocks noChangeAspect="1"/>
          </ns0:cNvPicPr>
          <ns0:nvPr/>
        </ns0:nvPicPr>
        <ns0:blipFill>
          <ns1:blip ns2:embed="R17055ce5370345f0">
            <ns1:extLst>
              <ns1:ext uri="{96DAC541-7B7A-43D3-8B79-37D633B846F1}">
                <ns3:svgBlip ns2:embed="R5000e5f2bcfa4b2e"/>
              </ns1:ext>
            </ns1:extLst>
          </ns1:blip>
          <ns1:srcRect l="0" t="0" r="0" b="0"/>
          <ns1:stretch/>
        </ns0:blipFill>
        <ns0:spPr>
          <ns1:xfrm>
            <ns1:off x="3213735" y="8829675"/>
            <ns1:ext cx="1143000" cy="504825"/>
          </ns1:xfrm>
          <ns1:prstGeom prst="rect">
            <ns1:avLst/>
          </ns1:prstGeom>
        </ns0:spPr>
      </ns0:pic>
      <ns0:sp>
        <ns0:nvSpPr>
          <ns0:cNvPr id="8" name="Заголовок 12">
            <ns1:extLst>
              <ns1:ext uri="{FF2B5EF4-FFF2-40B4-BE49-F238E27FC236}">
                <ns4:creationId id="{63F47275-F98C-EE3E-D866-939829310018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37260" y="5384119"/>
            <ns1:ext cx="8206740" cy="1595437"/>
          </ns1:xfrm>
        </ns0:spPr>
        <ns0:txBody>
          <ns1:bodyPr anchor="t"/>
          <ns1:lstStyle>
            <ns1:lvl1pPr algn="l">
              <ns1:buNone/>
              <ns1:defRPr/>
            </ns1:lvl1pPr>
          </ns1:lstStyle>
          <ns1:p>
            <ns1:r>
              <ns1:t>Заголовок в две строки</ns1:t>
            </ns1:r>
          </ns1:p>
        </ns0:txBody>
      </ns0:sp>
      <ns0:sp>
        <ns0:nvSpPr>
          <ns0:cNvPr id="10" name="Текст 18">
            <ns1:extLst>
              <ns1:ext uri="{FF2B5EF4-FFF2-40B4-BE49-F238E27FC236}">
                <ns4:creationId id="{FD2CFEA0-8061-863B-2857-1FB9F17209E5}"/>
              </ns1:ext>
            </ns1:extLst>
          </ns0:cNvPr>
          <ns0:cNvSpPr>
            <ns1:spLocks noGrp="1"/>
          </ns0:cNvSpPr>
          <ns0:nvPr>
            <ns0:ph type="body" idx="11" hasCustomPrompt="1"/>
          </ns0:nvPr>
        </ns0:nvSpPr>
        <ns0:spPr>
          <ns1:xfrm>
            <ns1:off x="937260" y="7208156"/>
            <ns1:ext cx="8206740" cy="914400"/>
          </ns1:xfrm>
        </ns0:spPr>
        <ns0:txBody>
          <ns1:bodyPr>
            <ns1:noAutofit/>
          </ns1:bodyPr>
          <ns1:lstStyle>
            <ns1:lvl1pPr marL="0" indent="0">
              <ns1:buNone/>
              <ns1:defRPr sz="2400"/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темы или содержания презентации в две строки</ns1:t>
            </ns1:r>
          </ns1:p>
        </ns0:txBody>
      </ns0:sp>
      <ns0:sp>
        <ns0:nvSpPr>
          <ns0:cNvPr id="11" name="Нижний колонтитул 19">
            <ns1:extLst>
              <ns1:ext uri="{FF2B5EF4-FFF2-40B4-BE49-F238E27FC236}">
                <ns4:creationId id="{C3DC19F8-B389-968A-7739-5D41697D0804}"/>
              </ns1:ext>
            </ns1:extLst>
          </ns0:cNvPr>
          <ns0:cNvSpPr>
            <ns1:spLocks noGrp="1"/>
          </ns0:cNvSpPr>
          <ns0:nvPr>
            <ns0:ph type="ftr" idx="12"/>
          </ns0:nvPr>
        </ns0:nvSpPr>
        <ns0:spPr>
          <ns1:xfrm>
            <ns1:off x="937260" y="8829675"/>
            <ns1:ext cx="2182695" cy="504825"/>
          </ns1:xfrm>
          <ns1:prstGeom prst="rect">
            <ns1:avLst/>
          </ns1:prstGeom>
        </ns0:spPr>
        <ns0:txBody>
          <ns1:bodyPr/>
          <ns1:lstStyle>
            <ns1:lvl1pPr algn="ctr">
              <ns1:buNone/>
              <ns1:defRPr sz="1800" b="0" i="0">
                <ns1:solidFill>
                  <ns1:schemeClr val="tx1">
                    <ns1:lumMod val="75000"/>
                    <ns1:lumOff val="25000"/>
                  </ns1:schemeClr>
                </ns1:solidFill>
                <ns1:latin typeface="Golos Text"/>
                <ns1:ea typeface="Golos Text"/>
                <ns1:cs typeface="Golos Text"/>
              </ns1:defRPr>
            </ns1:lvl1pPr>
          </ns1:lstStyle>
          <ns1:p>
            <ns1:r>
              <ns1:t>ДИТ Москвы</ns1:t>
            </ns1:r>
            <ns1:endParaRPr/>
          </ns1:p>
        </ns0:txBody>
      </ns0:sp>
      <ns0:sp>
        <ns0:nvSpPr>
          <ns0:cNvPr id="12" name="Текст 22">
            <ns1:extLst>
              <ns1:ext uri="{FF2B5EF4-FFF2-40B4-BE49-F238E27FC236}">
                <ns4:creationId id="{BF217EF4-2C7F-045B-A8FB-3B69952266EA}"/>
              </ns1:ext>
            </ns1:extLst>
          </ns0:cNvPr>
          <ns0:cNvSpPr>
            <ns1:spLocks noGrp="1"/>
          </ns0:cNvSpPr>
          <ns0:nvPr>
            <ns0:ph type="body" idx="13" hasCustomPrompt="1"/>
          </ns0:nvPr>
        </ns0:nvSpPr>
        <ns0:spPr>
          <ns1:xfrm>
            <ns1:off x="3213100" y="8829675"/>
            <ns1:ext cx="1143000" cy="504825"/>
          </ns1:xfrm>
        </ns0:spPr>
        <ns0:txBody>
          <ns1:bodyPr anchor="ctr">
            <ns1:noAutofit/>
          </ns1:bodyPr>
          <ns1:lstStyle>
            <ns1:lvl1pPr marL="0" indent="0" algn="ctr">
              <ns1:buNone/>
              <ns1:defRPr sz="1800">
                <ns1:solidFill>
                  <ns1:schemeClr val="tx1">
                    <ns1:lumMod val="75000"/>
                    <ns1:lumOff val="25000"/>
                  </ns1:schemeClr>
                </ns1:solidFill>
              </ns1:defRPr>
            </ns1:lvl1pPr>
            <ns1:lvl2pPr>
              <ns1:buNone/>
              <ns1:defRPr sz="1800"/>
            </ns1:lvl2pPr>
            <ns1:lvl3pPr>
              <ns1:buNone/>
              <ns1:defRPr sz="1800"/>
            </ns1:lvl3pPr>
            <ns1:lvl4pPr>
              <ns1:buNone/>
              <ns1:defRPr sz="1800"/>
            </ns1:lvl4pPr>
            <ns1:lvl5pPr>
              <ns1:buNone/>
              <ns1:defRPr sz="1800"/>
            </ns1:lvl5pPr>
          </ns1:lstStyle>
          <ns1:p>
            <ns1:pPr lvl="0">
              <ns1:buNone/>
            </ns1:pPr>
            <ns1:r>
              <ns1:t>202</ns1:t>
            </ns1:r>
            <ns1:r>
              <ns1:t>6</ns1:t>
            </ns1:r>
            <ns1:endParaRPr/>
          </ns1:p>
        </ns0:txBody>
      </ns0:sp>
      <ns0:sp>
        <ns0:nvSpPr>
          <ns0:cNvPr id="14" name="Рисунок 3">
            <ns1:extLst>
              <ns1:ext uri="{FF2B5EF4-FFF2-40B4-BE49-F238E27FC236}">
                <ns4:creationId id="{C8ED52B3-B851-8434-1F88-FEB0F60818A6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5743700" y="952500"/>
            <ns1:ext cx="1922462" cy="714375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7" name="Текст 16">
            <ns1:extLst>
              <ns1:ext uri="{FF2B5EF4-FFF2-40B4-BE49-F238E27FC236}">
                <ns4:creationId id="{1EE82107-1B5E-335D-DCC6-BCDA119D56E5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936625" y="952500"/>
            <ns1:ext cx="1857375" cy="714375"/>
          </ns1:xfrm>
          <ns1:prstGeom prst="rect">
            <ns1:avLst/>
          </ns1:prstGeom>
          <ns1:blipFill>
            <ns1:blip ns2:embed="R54b4346cc9404371">
              <ns1:extLst>
                <ns1:ext uri="{96DAC541-7B7A-43D3-8B79-37D633B846F1}">
                  <ns3:svgBlip ns2:embed="R19bbec6fbfaf4164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8" name="Текст 16">
            <ns1:extLst>
              <ns1:ext uri="{FF2B5EF4-FFF2-40B4-BE49-F238E27FC236}">
                <ns4:creationId id="{9D08BC58-3F3D-2704-AC96-227428615B8F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3125189" y="952500"/>
            <ns1:ext cx="2293191" cy="714375"/>
          </ns1:xfrm>
          <ns1:prstGeom prst="rect">
            <ns1:avLst/>
          </ns1:prstGeom>
          <ns1:blipFill>
            <ns1:blip ns2:embed="Rd721f839e2774b76">
              <ns1:extLst>
                <ns1:ext uri="{96DAC541-7B7A-43D3-8B79-37D633B846F1}">
                  <ns3:svgBlip ns2:embed="Rdfdc4f9c637444a4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3" name="Рисунок 16">
            <ns1:extLst>
              <ns1:ext uri="{FF2B5EF4-FFF2-40B4-BE49-F238E27FC236}">
                <ns4:creationId id="{4C046D24-6414-268F-0DCC-348187C282A0}"/>
              </ns1:ext>
            </ns1:extLst>
          </ns0:cNvPr>
          <ns0:cNvSpPr>
            <ns1:spLocks noGrp="1"/>
          </ns0:cNvSpPr>
          <ns0:nvPr>
            <ns0:ph type="pic" idx="10" hasCustomPrompt="1"/>
          </ns0:nvPr>
        </ns0:nvSpPr>
        <ns0:spPr>
          <ns1:xfrm>
            <ns1:off x="9329937" y="0"/>
            <ns1:ext cx="8945598" cy="10287000"/>
          </ns1:xfrm>
          <ns1:custGeom>
            <ns1:gdLst>
              <ns1:gd name="connsiteX0" fmla="*/ 0 w 8943975"/>
              <ns1:gd name="connsiteY0" fmla="*/ 0 h 10287000"/>
              <ns1:gd name="connsiteX1" fmla="*/ 8943975 w 8943975"/>
              <ns1:gd name="connsiteY1" fmla="*/ 0 h 10287000"/>
              <ns1:gd name="connsiteX2" fmla="*/ 8943975 w 8943975"/>
              <ns1:gd name="connsiteY2" fmla="*/ 10287000 h 10287000"/>
              <ns1:gd name="connsiteX3" fmla="*/ 0 w 8943975"/>
              <ns1:gd name="connsiteY3" fmla="*/ 10287000 h 10287000"/>
              <ns1:gd name="connsiteX4" fmla="*/ 0 w 8943975"/>
              <ns1:gd name="connsiteY4" fmla="*/ 0 h 10287000"/>
              <ns1:gd name="connsiteX0" fmla="*/ 0 w 8943975"/>
              <ns1:gd name="connsiteY0" fmla="*/ 0 h 10287000"/>
              <ns1:gd name="connsiteX1" fmla="*/ 8943975 w 8943975"/>
              <ns1:gd name="connsiteY1" fmla="*/ 0 h 10287000"/>
              <ns1:gd name="connsiteX2" fmla="*/ 8943975 w 8943975"/>
              <ns1:gd name="connsiteY2" fmla="*/ 10287000 h 10287000"/>
              <ns1:gd name="connsiteX3" fmla="*/ 0 w 8943975"/>
              <ns1:gd name="connsiteY3" fmla="*/ 8229600 h 10287000"/>
              <ns1:gd name="connsiteX4" fmla="*/ 0 w 8943975"/>
              <ns1:gd name="connsiteY4" fmla="*/ 0 h 10287000"/>
              <ns1:gd name="connsiteX0" fmla="*/ 0 w 8943975"/>
              <ns1:gd name="connsiteY0" fmla="*/ 0 h 10287000"/>
              <ns1:gd name="connsiteX1" fmla="*/ 8943975 w 8943975"/>
              <ns1:gd name="connsiteY1" fmla="*/ 0 h 10287000"/>
              <ns1:gd name="connsiteX2" fmla="*/ 8943975 w 8943975"/>
              <ns1:gd name="connsiteY2" fmla="*/ 10287000 h 10287000"/>
              <ns1:gd name="connsiteX3" fmla="*/ 0 w 8943975"/>
              <ns1:gd name="connsiteY3" fmla="*/ 8229600 h 10287000"/>
              <ns1:gd name="connsiteX4" fmla="*/ 0 w 8943975"/>
              <ns1:gd name="connsiteY4" fmla="*/ 0 h 10287000"/>
              <ns1:gd name="connsiteX0" fmla="*/ 0 w 8943975"/>
              <ns1:gd name="connsiteY0" fmla="*/ 0 h 10287000"/>
              <ns1:gd name="connsiteX1" fmla="*/ 8943975 w 8943975"/>
              <ns1:gd name="connsiteY1" fmla="*/ 0 h 10287000"/>
              <ns1:gd name="connsiteX2" fmla="*/ 8943975 w 8943975"/>
              <ns1:gd name="connsiteY2" fmla="*/ 10287000 h 10287000"/>
              <ns1:gd name="connsiteX3" fmla="*/ 0 w 8943975"/>
              <ns1:gd name="connsiteY3" fmla="*/ 8229600 h 10287000"/>
              <ns1:gd name="connsiteX4" fmla="*/ 0 w 8943975"/>
              <ns1:gd name="connsiteY4" fmla="*/ 0 h 10287000"/>
              <ns1:gd name="connsiteX0" fmla="*/ 0 w 8943975"/>
              <ns1:gd name="connsiteY0" fmla="*/ 0 h 10287000"/>
              <ns1:gd name="connsiteX1" fmla="*/ 8943975 w 8943975"/>
              <ns1:gd name="connsiteY1" fmla="*/ 0 h 10287000"/>
              <ns1:gd name="connsiteX2" fmla="*/ 8943975 w 8943975"/>
              <ns1:gd name="connsiteY2" fmla="*/ 10287000 h 10287000"/>
              <ns1:gd name="connsiteX3" fmla="*/ 0 w 8943975"/>
              <ns1:gd name="connsiteY3" fmla="*/ 8229600 h 10287000"/>
              <ns1:gd name="connsiteX4" fmla="*/ 0 w 8943975"/>
              <ns1:gd name="connsiteY4" fmla="*/ 0 h 10287000"/>
              <ns1:gd name="connsiteX0" fmla="*/ 0 w 8944130"/>
              <ns1:gd name="connsiteY0" fmla="*/ 0 h 10287000"/>
              <ns1:gd name="connsiteX1" fmla="*/ 8943975 w 8944130"/>
              <ns1:gd name="connsiteY1" fmla="*/ 0 h 10287000"/>
              <ns1:gd name="connsiteX2" fmla="*/ 8943975 w 8944130"/>
              <ns1:gd name="connsiteY2" fmla="*/ 10287000 h 10287000"/>
              <ns1:gd name="connsiteX3" fmla="*/ 0 w 8944130"/>
              <ns1:gd name="connsiteY3" fmla="*/ 8229600 h 10287000"/>
              <ns1:gd name="connsiteX4" fmla="*/ 0 w 8944130"/>
              <ns1:gd name="connsiteY4" fmla="*/ 0 h 10287000"/>
              <ns1:gd name="connsiteX0" fmla="*/ 0 w 8944130"/>
              <ns1:gd name="connsiteY0" fmla="*/ 0 h 10287000"/>
              <ns1:gd name="connsiteX1" fmla="*/ 8943975 w 8944130"/>
              <ns1:gd name="connsiteY1" fmla="*/ 0 h 10287000"/>
              <ns1:gd name="connsiteX2" fmla="*/ 8943975 w 8944130"/>
              <ns1:gd name="connsiteY2" fmla="*/ 10287000 h 10287000"/>
              <ns1:gd name="connsiteX3" fmla="*/ 0 w 8944130"/>
              <ns1:gd name="connsiteY3" fmla="*/ 8546123 h 10287000"/>
              <ns1:gd name="connsiteX4" fmla="*/ 0 w 8944130"/>
              <ns1:gd name="connsiteY4" fmla="*/ 0 h 10287000"/>
              <ns1:gd name="connsiteX0" fmla="*/ 51125 w 8995257"/>
              <ns1:gd name="connsiteY0" fmla="*/ 0 h 10287000"/>
              <ns1:gd name="connsiteX1" fmla="*/ 8995100 w 8995257"/>
              <ns1:gd name="connsiteY1" fmla="*/ 0 h 10287000"/>
              <ns1:gd name="connsiteX2" fmla="*/ 8995100 w 8995257"/>
              <ns1:gd name="connsiteY2" fmla="*/ 10287000 h 10287000"/>
              <ns1:gd name="connsiteX3" fmla="*/ 51125 w 8995257"/>
              <ns1:gd name="connsiteY3" fmla="*/ 8546123 h 10287000"/>
              <ns1:gd name="connsiteX4" fmla="*/ 51125 w 8995257"/>
              <ns1:gd name="connsiteY4" fmla="*/ 0 h 10287000"/>
              <ns1:gd name="connsiteX0" fmla="*/ 4234 w 8948364"/>
              <ns1:gd name="connsiteY0" fmla="*/ 0 h 10287000"/>
              <ns1:gd name="connsiteX1" fmla="*/ 8948209 w 8948364"/>
              <ns1:gd name="connsiteY1" fmla="*/ 0 h 10287000"/>
              <ns1:gd name="connsiteX2" fmla="*/ 8948209 w 8948364"/>
              <ns1:gd name="connsiteY2" fmla="*/ 10287000 h 10287000"/>
              <ns1:gd name="connsiteX3" fmla="*/ 4234 w 8948364"/>
              <ns1:gd name="connsiteY3" fmla="*/ 8546123 h 10287000"/>
              <ns1:gd name="connsiteX4" fmla="*/ 4234 w 8948364"/>
              <ns1:gd name="connsiteY4" fmla="*/ 0 h 10287000"/>
              <ns1:gd name="connsiteX0" fmla="*/ 0 w 8944130"/>
              <ns1:gd name="connsiteY0" fmla="*/ 0 h 10287000"/>
              <ns1:gd name="connsiteX1" fmla="*/ 8943975 w 8944130"/>
              <ns1:gd name="connsiteY1" fmla="*/ 0 h 10287000"/>
              <ns1:gd name="connsiteX2" fmla="*/ 8943975 w 8944130"/>
              <ns1:gd name="connsiteY2" fmla="*/ 10287000 h 10287000"/>
              <ns1:gd name="connsiteX3" fmla="*/ 17585 w 8944130"/>
              <ns1:gd name="connsiteY3" fmla="*/ 8159261 h 10287000"/>
              <ns1:gd name="connsiteX4" fmla="*/ 0 w 8944130"/>
              <ns1:gd name="connsiteY4" fmla="*/ 0 h 10287000"/>
              <ns1:gd name="connsiteX0" fmla="*/ 0 w 8943975"/>
              <ns1:gd name="connsiteY0" fmla="*/ 0 h 10287000"/>
              <ns1:gd name="connsiteX1" fmla="*/ 8943975 w 8943975"/>
              <ns1:gd name="connsiteY1" fmla="*/ 0 h 10287000"/>
              <ns1:gd name="connsiteX2" fmla="*/ 8943975 w 8943975"/>
              <ns1:gd name="connsiteY2" fmla="*/ 10287000 h 10287000"/>
              <ns1:gd name="connsiteX3" fmla="*/ 17585 w 8943975"/>
              <ns1:gd name="connsiteY3" fmla="*/ 8159261 h 10287000"/>
              <ns1:gd name="connsiteX4" fmla="*/ 0 w 8943975"/>
              <ns1:gd name="connsiteY4" fmla="*/ 0 h 10287000"/>
              <ns1:gd name="connsiteX0" fmla="*/ 0 w 8943975"/>
              <ns1:gd name="connsiteY0" fmla="*/ 0 h 10287000"/>
              <ns1:gd name="connsiteX1" fmla="*/ 8943975 w 8943975"/>
              <ns1:gd name="connsiteY1" fmla="*/ 0 h 10287000"/>
              <ns1:gd name="connsiteX2" fmla="*/ 8943975 w 8943975"/>
              <ns1:gd name="connsiteY2" fmla="*/ 10287000 h 10287000"/>
              <ns1:gd name="connsiteX3" fmla="*/ 17585 w 8943975"/>
              <ns1:gd name="connsiteY3" fmla="*/ 8159261 h 10287000"/>
              <ns1:gd name="connsiteX4" fmla="*/ 0 w 8943975"/>
              <ns1:gd name="connsiteY4" fmla="*/ 0 h 10287000"/>
              <ns1:gd name="connsiteX0" fmla="*/ 0 w 8943975"/>
              <ns1:gd name="connsiteY0" fmla="*/ 0 h 10287000"/>
              <ns1:gd name="connsiteX1" fmla="*/ 8943975 w 8943975"/>
              <ns1:gd name="connsiteY1" fmla="*/ 0 h 10287000"/>
              <ns1:gd name="connsiteX2" fmla="*/ 8943975 w 8943975"/>
              <ns1:gd name="connsiteY2" fmla="*/ 10287000 h 10287000"/>
              <ns1:gd name="connsiteX3" fmla="*/ 17585 w 8943975"/>
              <ns1:gd name="connsiteY3" fmla="*/ 7139353 h 10287000"/>
              <ns1:gd name="connsiteX4" fmla="*/ 0 w 8943975"/>
              <ns1:gd name="connsiteY4" fmla="*/ 0 h 10287000"/>
              <ns1:gd name="connsiteX0" fmla="*/ 0 w 8943975"/>
              <ns1:gd name="connsiteY0" fmla="*/ 0 h 10287000"/>
              <ns1:gd name="connsiteX1" fmla="*/ 8943975 w 8943975"/>
              <ns1:gd name="connsiteY1" fmla="*/ 0 h 10287000"/>
              <ns1:gd name="connsiteX2" fmla="*/ 8943975 w 8943975"/>
              <ns1:gd name="connsiteY2" fmla="*/ 10287000 h 10287000"/>
              <ns1:gd name="connsiteX3" fmla="*/ 17585 w 8943975"/>
              <ns1:gd name="connsiteY3" fmla="*/ 7139353 h 10287000"/>
              <ns1:gd name="connsiteX4" fmla="*/ 0 w 8943975"/>
              <ns1:gd name="connsiteY4" fmla="*/ 0 h 10287000"/>
              <ns1:gd name="connsiteX0" fmla="*/ 0 w 8943975"/>
              <ns1:gd name="connsiteY0" fmla="*/ 0 h 10287000"/>
              <ns1:gd name="connsiteX1" fmla="*/ 8943975 w 8943975"/>
              <ns1:gd name="connsiteY1" fmla="*/ 0 h 10287000"/>
              <ns1:gd name="connsiteX2" fmla="*/ 8943975 w 8943975"/>
              <ns1:gd name="connsiteY2" fmla="*/ 10287000 h 10287000"/>
              <ns1:gd name="connsiteX3" fmla="*/ 17585 w 8943975"/>
              <ns1:gd name="connsiteY3" fmla="*/ 7139353 h 10287000"/>
              <ns1:gd name="connsiteX4" fmla="*/ 0 w 8943975"/>
              <ns1:gd name="connsiteY4" fmla="*/ 0 h 10287000"/>
              <ns1:gd name="connsiteX0" fmla="*/ 0 w 8943975"/>
              <ns1:gd name="connsiteY0" fmla="*/ 0 h 10287000"/>
              <ns1:gd name="connsiteX1" fmla="*/ 8943975 w 8943975"/>
              <ns1:gd name="connsiteY1" fmla="*/ 0 h 10287000"/>
              <ns1:gd name="connsiteX2" fmla="*/ 8943975 w 8943975"/>
              <ns1:gd name="connsiteY2" fmla="*/ 10287000 h 10287000"/>
              <ns1:gd name="connsiteX3" fmla="*/ 35169 w 8943975"/>
              <ns1:gd name="connsiteY3" fmla="*/ 6295291 h 10287000"/>
              <ns1:gd name="connsiteX4" fmla="*/ 0 w 8943975"/>
              <ns1:gd name="connsiteY4" fmla="*/ 0 h 10287000"/>
              <ns1:gd name="connsiteX0" fmla="*/ 0 w 8943975"/>
              <ns1:gd name="connsiteY0" fmla="*/ 0 h 10287000"/>
              <ns1:gd name="connsiteX1" fmla="*/ 8943975 w 8943975"/>
              <ns1:gd name="connsiteY1" fmla="*/ 0 h 10287000"/>
              <ns1:gd name="connsiteX2" fmla="*/ 8943975 w 8943975"/>
              <ns1:gd name="connsiteY2" fmla="*/ 10287000 h 10287000"/>
              <ns1:gd name="connsiteX3" fmla="*/ 35169 w 8943975"/>
              <ns1:gd name="connsiteY3" fmla="*/ 6295291 h 10287000"/>
              <ns1:gd name="connsiteX4" fmla="*/ 0 w 8943975"/>
              <ns1:gd name="connsiteY4" fmla="*/ 0 h 10287000"/>
              <ns1:gd name="connsiteX0" fmla="*/ 850 w 8944825"/>
              <ns1:gd name="connsiteY0" fmla="*/ 0 h 10287000"/>
              <ns1:gd name="connsiteX1" fmla="*/ 8944825 w 8944825"/>
              <ns1:gd name="connsiteY1" fmla="*/ 0 h 10287000"/>
              <ns1:gd name="connsiteX2" fmla="*/ 8944825 w 8944825"/>
              <ns1:gd name="connsiteY2" fmla="*/ 10287000 h 10287000"/>
              <ns1:gd name="connsiteX3" fmla="*/ 36019 w 8944825"/>
              <ns1:gd name="connsiteY3" fmla="*/ 6295291 h 10287000"/>
              <ns1:gd name="connsiteX4" fmla="*/ 850 w 8944825"/>
              <ns1:gd name="connsiteY4" fmla="*/ 0 h 10287000"/>
              <ns1:gd name="connsiteX0" fmla="*/ 8146 w 8952121"/>
              <ns1:gd name="connsiteY0" fmla="*/ 0 h 10287000"/>
              <ns1:gd name="connsiteX1" fmla="*/ 8952121 w 8952121"/>
              <ns1:gd name="connsiteY1" fmla="*/ 0 h 10287000"/>
              <ns1:gd name="connsiteX2" fmla="*/ 8952121 w 8952121"/>
              <ns1:gd name="connsiteY2" fmla="*/ 10287000 h 10287000"/>
              <ns1:gd name="connsiteX3" fmla="*/ 25730 w 8952121"/>
              <ns1:gd name="connsiteY3" fmla="*/ 7139352 h 10287000"/>
              <ns1:gd name="connsiteX4" fmla="*/ 8146 w 8952121"/>
              <ns1:gd name="connsiteY4" fmla="*/ 0 h 10287000"/>
              <ns1:gd name="connsiteX0" fmla="*/ 8146 w 8952121"/>
              <ns1:gd name="connsiteY0" fmla="*/ 0 h 10287000"/>
              <ns1:gd name="connsiteX1" fmla="*/ 8952121 w 8952121"/>
              <ns1:gd name="connsiteY1" fmla="*/ 0 h 10287000"/>
              <ns1:gd name="connsiteX2" fmla="*/ 8952121 w 8952121"/>
              <ns1:gd name="connsiteY2" fmla="*/ 10287000 h 10287000"/>
              <ns1:gd name="connsiteX3" fmla="*/ 25730 w 8952121"/>
              <ns1:gd name="connsiteY3" fmla="*/ 7139352 h 10287000"/>
              <ns1:gd name="connsiteX4" fmla="*/ 8146 w 8952121"/>
              <ns1:gd name="connsiteY4" fmla="*/ 0 h 10287000"/>
              <ns1:gd name="connsiteX0" fmla="*/ 8146 w 8952121"/>
              <ns1:gd name="connsiteY0" fmla="*/ 0 h 10287000"/>
              <ns1:gd name="connsiteX1" fmla="*/ 8952121 w 8952121"/>
              <ns1:gd name="connsiteY1" fmla="*/ 0 h 10287000"/>
              <ns1:gd name="connsiteX2" fmla="*/ 8952121 w 8952121"/>
              <ns1:gd name="connsiteY2" fmla="*/ 10287000 h 10287000"/>
              <ns1:gd name="connsiteX3" fmla="*/ 25730 w 8952121"/>
              <ns1:gd name="connsiteY3" fmla="*/ 6488721 h 10287000"/>
              <ns1:gd name="connsiteX4" fmla="*/ 8146 w 8952121"/>
              <ns1:gd name="connsiteY4" fmla="*/ 0 h 10287000"/>
              <ns1:gd name="connsiteX0" fmla="*/ 1623 w 8945598"/>
              <ns1:gd name="connsiteY0" fmla="*/ 0 h 10287000"/>
              <ns1:gd name="connsiteX1" fmla="*/ 8945598 w 8945598"/>
              <ns1:gd name="connsiteY1" fmla="*/ 0 h 10287000"/>
              <ns1:gd name="connsiteX2" fmla="*/ 8945598 w 8945598"/>
              <ns1:gd name="connsiteY2" fmla="*/ 10287000 h 10287000"/>
              <ns1:gd name="connsiteX3" fmla="*/ 19207 w 8945598"/>
              <ns1:gd name="connsiteY3" fmla="*/ 6488721 h 10287000"/>
              <ns1:gd name="connsiteX4" fmla="*/ 1623 w 8945598"/>
              <ns1:gd name="connsiteY4" fmla="*/ 0 h 10287000"/>
            </ns1:gdLst>
            <ns1:rect l="l" t="t" r="r" b="b"/>
            <ns1:pathLst>
              <ns1:path w="8945598" h="10287000">
                <ns1:moveTo>
                  <ns1:pt x="1623" y="0"/>
                </ns1:moveTo>
                <ns1:lnTo>
                  <ns1:pt x="8945598" y="0"/>
                </ns1:lnTo>
                <ns1:lnTo>
                  <ns1:pt x="8945598" y="10287000"/>
                </ns1:lnTo>
                <ns1:cubicBezTo>
                  <ns1:pt x="7634812" y="8581292"/>
                  <ns1:pt x="46317" y="11148646"/>
                  <ns1:pt x="19207" y="6488721"/>
                </ns1:cubicBezTo>
                <ns1:cubicBezTo>
                  <ns1:pt x="-7903" y="1828796"/>
                  <ns1:pt x="1623" y="2848708"/>
                  <ns1:pt x="1623" y="0"/>
                </ns1:cubicBezTo>
                <ns1:close/>
              </ns1:path>
            </ns1:pathLst>
          </ns1:custGeom>
          <ns1:blipFill>
            <ns1:blip ns2:embed="Re7a5ef6b10564b50"/>
            <ns1:stretch>
              <ns1:fillRect l="-29344" t="0" r="-75092" b="0"/>
            </ns1:stretch>
          </ns1:blipFill>
        </ns0:spPr>
        <ns0:txBody>
          <ns1:bodyPr/>
          <ns1:lstStyle>
            <ns1:lvl1pPr marL="0" indent="0">
              <ns1:buNone/>
              <ns1:defRPr/>
            </ns1:lvl1pPr>
          </ns1:lstStyle>
          <ns1:p>
            <ns1:r>
              <ns1:t> </ns1:t>
            </ns1:r>
          </ns1:p>
        </ns0:txBody>
      </ns0:sp>
    </ns0:spTree>
  </ns0:cSld>
</ns0:sldLayout>
</file>

<file path=ppt/slideLayouts/slideLayout2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Красный с фото">
    <ns0:bg>
      <ns0:bgPr>
        <ns1:solidFill>
          <ns1:srgbClr val="FF254A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" name="Заголовок 12">
            <ns1:extLst>
              <ns1:ext uri="{FF2B5EF4-FFF2-40B4-BE49-F238E27FC236}">
                <ns2:creationId id="{31E684B5-33D2-A3FB-A5D8-F7F0CCFF4547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37260" y="5384119"/>
            <ns1:ext cx="8206740" cy="1595437"/>
          </ns1:xfrm>
        </ns0:spPr>
        <ns0:txBody>
          <ns1:bodyPr anchor="t"/>
          <ns1:lstStyle>
            <ns1:lvl1pPr algn="l">
              <ns1:buNone/>
              <ns1:defRPr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</ns1:lstStyle>
          <ns1:p>
            <ns1:r>
              <ns1:t>Заголовок в две строки</ns1:t>
            </ns1:r>
          </ns1:p>
        </ns0:txBody>
      </ns0:sp>
      <ns0:sp>
        <ns0:nvSpPr>
          <ns0:cNvPr id="19" name="Текст 18">
            <ns1:extLst>
              <ns1:ext uri="{FF2B5EF4-FFF2-40B4-BE49-F238E27FC236}">
                <ns2:creationId id="{F78FE1B5-C685-96FF-743D-30117E8A4ADF}"/>
              </ns1:ext>
            </ns1:extLst>
          </ns0:cNvPr>
          <ns0:cNvSpPr>
            <ns1:spLocks noGrp="1"/>
          </ns0:cNvSpPr>
          <ns0:nvPr>
            <ns0:ph type="body" idx="11" hasCustomPrompt="1"/>
          </ns0:nvPr>
        </ns0:nvSpPr>
        <ns0:spPr>
          <ns1:xfrm>
            <ns1:off x="937260" y="7208156"/>
            <ns1:ext cx="8206740" cy="914400"/>
          </ns1:xfrm>
        </ns0:spPr>
        <ns0:txBody>
          <ns1:bodyPr>
            <ns1:noAutofit/>
          </ns1:bodyPr>
          <ns1:lstStyle>
            <ns1:lvl1pPr marL="0" indent="0">
              <ns1:buNone/>
              <ns1:defRPr sz="240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темы или содержания презентации в две строки</ns1:t>
            </ns1:r>
          </ns1:p>
        </ns0:txBody>
      </ns0:sp>
      <ns0:pic>
        <ns0:nvPicPr>
          <ns0:cNvPr id="24" name="Frame 2087329409"/>
          <ns0:cNvPicPr>
            <ns1:picLocks noChangeAspect="1"/>
          </ns0:cNvPicPr>
          <ns0:nvPr/>
        </ns0:nvPicPr>
        <ns0:blipFill>
          <ns1:blip ns3:embed="R32b1496b69dd4053">
            <ns1:extLst>
              <ns1:ext uri="{96DAC541-7B7A-43D3-8B79-37D633B846F1}">
                <ns4:svgBlip ns3:embed="Re1238e695da94028"/>
              </ns1:ext>
            </ns1:extLst>
          </ns1:blip>
          <ns1:srcRect l="0" t="0" r="0" b="0"/>
          <ns1:stretch/>
        </ns0:blipFill>
        <ns0:spPr>
          <ns1:xfrm>
            <ns1:off x="957263" y="8829675"/>
            <ns1:ext cx="2200275" cy="504825"/>
          </ns1:xfrm>
          <ns1:prstGeom prst="rect">
            <ns1:avLst/>
          </ns1:prstGeom>
        </ns0:spPr>
      </ns0:pic>
      <ns0:pic>
        <ns0:nvPicPr>
          <ns0:cNvPr id="25" name="Frame 2087329418"/>
          <ns0:cNvPicPr>
            <ns1:picLocks noChangeAspect="1"/>
          </ns0:cNvPicPr>
          <ns0:nvPr/>
        </ns0:nvPicPr>
        <ns0:blipFill>
          <ns1:blip ns3:embed="R62cb00d2339b4c23">
            <ns1:extLst>
              <ns1:ext uri="{96DAC541-7B7A-43D3-8B79-37D633B846F1}">
                <ns4:svgBlip ns3:embed="R1121a428c34e4b49"/>
              </ns1:ext>
            </ns1:extLst>
          </ns1:blip>
          <ns1:srcRect l="0" t="0" r="0" b="0"/>
          <ns1:stretch/>
        </ns0:blipFill>
        <ns0:spPr>
          <ns1:xfrm>
            <ns1:off x="3233738" y="8829675"/>
            <ns1:ext cx="1143000" cy="504825"/>
          </ns1:xfrm>
          <ns1:prstGeom prst="rect">
            <ns1:avLst/>
          </ns1:prstGeom>
        </ns0:spPr>
      </ns0:pic>
      <ns0:sp>
        <ns0:nvSpPr>
          <ns0:cNvPr id="12" name="Нижний колонтитул 19">
            <ns1:extLst>
              <ns1:ext uri="{FF2B5EF4-FFF2-40B4-BE49-F238E27FC236}">
                <ns2:creationId id="{E643BBAA-013D-E8B2-3484-E030E2236CFB}"/>
              </ns1:ext>
            </ns1:extLst>
          </ns0:cNvPr>
          <ns0:cNvSpPr>
            <ns1:spLocks noGrp="1"/>
          </ns0:cNvSpPr>
          <ns0:nvPr>
            <ns0:ph type="ftr" idx="12"/>
          </ns0:nvPr>
        </ns0:nvSpPr>
        <ns0:spPr>
          <ns1:xfrm>
            <ns1:off x="937260" y="8829675"/>
            <ns1:ext cx="2182695" cy="504825"/>
          </ns1:xfrm>
          <ns1:prstGeom prst="rect">
            <ns1:avLst/>
          </ns1:prstGeom>
        </ns0:spPr>
        <ns0:txBody>
          <ns1:bodyPr/>
          <ns1:lstStyle>
            <ns1:lvl1pPr algn="ctr">
              <ns1:buNone/>
              <ns1:defRPr sz="18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</ns1:lstStyle>
          <ns1:p>
            <ns1:r>
              <ns1:t>ДИТ Москвы</ns1:t>
            </ns1:r>
            <ns1:endParaRPr/>
          </ns1:p>
        </ns0:txBody>
      </ns0:sp>
      <ns0:sp>
        <ns0:nvSpPr>
          <ns0:cNvPr id="14" name="Текст 22">
            <ns1:extLst>
              <ns1:ext uri="{FF2B5EF4-FFF2-40B4-BE49-F238E27FC236}">
                <ns2:creationId id="{5641CA93-A7FB-5555-502B-42D8CCF6EEFB}"/>
              </ns1:ext>
            </ns1:extLst>
          </ns0:cNvPr>
          <ns0:cNvSpPr>
            <ns1:spLocks noGrp="1"/>
          </ns0:cNvSpPr>
          <ns0:nvPr>
            <ns0:ph type="body" idx="13" hasCustomPrompt="1"/>
          </ns0:nvPr>
        </ns0:nvSpPr>
        <ns0:spPr>
          <ns1:xfrm>
            <ns1:off x="3213100" y="8829675"/>
            <ns1:ext cx="1143000" cy="504825"/>
          </ns1:xfrm>
        </ns0:spPr>
        <ns0:txBody>
          <ns1:bodyPr anchor="ctr">
            <ns1:noAutofit/>
          </ns1:bodyPr>
          <ns1:lstStyle>
            <ns1:lvl1pPr marL="0" indent="0" algn="ctr">
              <ns1:buNone/>
              <ns1:defRPr sz="1800">
                <ns1:solidFill>
                  <ns1:schemeClr val="bg1"/>
                </ns1:solidFill>
              </ns1:defRPr>
            </ns1:lvl1pPr>
            <ns1:lvl2pPr>
              <ns1:buNone/>
              <ns1:defRPr sz="1800"/>
            </ns1:lvl2pPr>
            <ns1:lvl3pPr>
              <ns1:buNone/>
              <ns1:defRPr sz="1800"/>
            </ns1:lvl3pPr>
            <ns1:lvl4pPr>
              <ns1:buNone/>
              <ns1:defRPr sz="1800"/>
            </ns1:lvl4pPr>
            <ns1:lvl5pPr>
              <ns1:buNone/>
              <ns1:defRPr sz="1800"/>
            </ns1:lvl5pPr>
          </ns1:lstStyle>
          <ns1:p>
            <ns1:pPr lvl="0">
              <ns1:buNone/>
            </ns1:pPr>
            <ns1:r>
              <ns1:t>202</ns1:t>
            </ns1:r>
            <ns1:r>
              <ns1:t>6</ns1:t>
            </ns1:r>
            <ns1:endParaRPr/>
          </ns1:p>
        </ns0:txBody>
      </ns0:sp>
      <ns0:sp>
        <ns0:nvSpPr>
          <ns0:cNvPr id="4" name="Рисунок 3">
            <ns1:extLst>
              <ns1:ext uri="{FF2B5EF4-FFF2-40B4-BE49-F238E27FC236}">
                <ns2:creationId id="{D46FE1F7-CC4E-480F-4852-86F0215B10FE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5743700" y="952500"/>
            <ns1:ext cx="1922462" cy="714375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5" name="Текст 16">
            <ns1:extLst>
              <ns1:ext uri="{FF2B5EF4-FFF2-40B4-BE49-F238E27FC236}">
                <ns2:creationId id="{6C7C21A9-6830-8A13-D643-B74BEF4289D9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936625" y="952500"/>
            <ns1:ext cx="1857375" cy="714375"/>
          </ns1:xfrm>
          <ns1:prstGeom prst="rect">
            <ns1:avLst/>
          </ns1:prstGeom>
          <ns1:blipFill>
            <ns1:blip ns3:embed="R3bd21058671e48fa">
              <ns1:extLst>
                <ns1:ext uri="{96DAC541-7B7A-43D3-8B79-37D633B846F1}">
                  <ns4:svgBlip ns3:embed="R0170f14d61d34712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9" name="Текст 16">
            <ns1:extLst>
              <ns1:ext uri="{FF2B5EF4-FFF2-40B4-BE49-F238E27FC236}">
                <ns2:creationId id="{AD9F876B-E398-B32F-3142-3C4AE3446FAC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3125189" y="952500"/>
            <ns1:ext cx="2293191" cy="714375"/>
          </ns1:xfrm>
          <ns1:prstGeom prst="rect">
            <ns1:avLst/>
          </ns1:prstGeom>
          <ns1:blipFill>
            <ns1:blip ns3:embed="R3aed7157f571409b">
              <ns1:extLst>
                <ns1:ext uri="{96DAC541-7B7A-43D3-8B79-37D633B846F1}">
                  <ns4:svgBlip ns3:embed="R01677ecb014d41f6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2" name="Рисунок 16">
            <ns1:extLst>
              <ns1:ext uri="{FF2B5EF4-FFF2-40B4-BE49-F238E27FC236}">
                <ns2:creationId id="{A72E00CC-DEA5-D757-0CB8-16A5F32A064B}"/>
              </ns1:ext>
            </ns1:extLst>
          </ns0:cNvPr>
          <ns0:cNvSpPr>
            <ns1:spLocks noGrp="1"/>
          </ns0:cNvSpPr>
          <ns0:nvPr>
            <ns0:ph type="pic" idx="10" hasCustomPrompt="1"/>
          </ns0:nvPr>
        </ns0:nvSpPr>
        <ns0:spPr>
          <ns1:xfrm>
            <ns1:off x="9329937" y="0"/>
            <ns1:ext cx="8945598" cy="10287000"/>
          </ns1:xfrm>
          <ns1:custGeom>
            <ns1:gdLst>
              <ns1:gd name="connsiteX0" fmla="*/ 0 w 8943975"/>
              <ns1:gd name="connsiteY0" fmla="*/ 0 h 10287000"/>
              <ns1:gd name="connsiteX1" fmla="*/ 8943975 w 8943975"/>
              <ns1:gd name="connsiteY1" fmla="*/ 0 h 10287000"/>
              <ns1:gd name="connsiteX2" fmla="*/ 8943975 w 8943975"/>
              <ns1:gd name="connsiteY2" fmla="*/ 10287000 h 10287000"/>
              <ns1:gd name="connsiteX3" fmla="*/ 0 w 8943975"/>
              <ns1:gd name="connsiteY3" fmla="*/ 10287000 h 10287000"/>
              <ns1:gd name="connsiteX4" fmla="*/ 0 w 8943975"/>
              <ns1:gd name="connsiteY4" fmla="*/ 0 h 10287000"/>
              <ns1:gd name="connsiteX0" fmla="*/ 0 w 8943975"/>
              <ns1:gd name="connsiteY0" fmla="*/ 0 h 10287000"/>
              <ns1:gd name="connsiteX1" fmla="*/ 8943975 w 8943975"/>
              <ns1:gd name="connsiteY1" fmla="*/ 0 h 10287000"/>
              <ns1:gd name="connsiteX2" fmla="*/ 8943975 w 8943975"/>
              <ns1:gd name="connsiteY2" fmla="*/ 10287000 h 10287000"/>
              <ns1:gd name="connsiteX3" fmla="*/ 0 w 8943975"/>
              <ns1:gd name="connsiteY3" fmla="*/ 8229600 h 10287000"/>
              <ns1:gd name="connsiteX4" fmla="*/ 0 w 8943975"/>
              <ns1:gd name="connsiteY4" fmla="*/ 0 h 10287000"/>
              <ns1:gd name="connsiteX0" fmla="*/ 0 w 8943975"/>
              <ns1:gd name="connsiteY0" fmla="*/ 0 h 10287000"/>
              <ns1:gd name="connsiteX1" fmla="*/ 8943975 w 8943975"/>
              <ns1:gd name="connsiteY1" fmla="*/ 0 h 10287000"/>
              <ns1:gd name="connsiteX2" fmla="*/ 8943975 w 8943975"/>
              <ns1:gd name="connsiteY2" fmla="*/ 10287000 h 10287000"/>
              <ns1:gd name="connsiteX3" fmla="*/ 0 w 8943975"/>
              <ns1:gd name="connsiteY3" fmla="*/ 8229600 h 10287000"/>
              <ns1:gd name="connsiteX4" fmla="*/ 0 w 8943975"/>
              <ns1:gd name="connsiteY4" fmla="*/ 0 h 10287000"/>
              <ns1:gd name="connsiteX0" fmla="*/ 0 w 8943975"/>
              <ns1:gd name="connsiteY0" fmla="*/ 0 h 10287000"/>
              <ns1:gd name="connsiteX1" fmla="*/ 8943975 w 8943975"/>
              <ns1:gd name="connsiteY1" fmla="*/ 0 h 10287000"/>
              <ns1:gd name="connsiteX2" fmla="*/ 8943975 w 8943975"/>
              <ns1:gd name="connsiteY2" fmla="*/ 10287000 h 10287000"/>
              <ns1:gd name="connsiteX3" fmla="*/ 0 w 8943975"/>
              <ns1:gd name="connsiteY3" fmla="*/ 8229600 h 10287000"/>
              <ns1:gd name="connsiteX4" fmla="*/ 0 w 8943975"/>
              <ns1:gd name="connsiteY4" fmla="*/ 0 h 10287000"/>
              <ns1:gd name="connsiteX0" fmla="*/ 0 w 8943975"/>
              <ns1:gd name="connsiteY0" fmla="*/ 0 h 10287000"/>
              <ns1:gd name="connsiteX1" fmla="*/ 8943975 w 8943975"/>
              <ns1:gd name="connsiteY1" fmla="*/ 0 h 10287000"/>
              <ns1:gd name="connsiteX2" fmla="*/ 8943975 w 8943975"/>
              <ns1:gd name="connsiteY2" fmla="*/ 10287000 h 10287000"/>
              <ns1:gd name="connsiteX3" fmla="*/ 0 w 8943975"/>
              <ns1:gd name="connsiteY3" fmla="*/ 8229600 h 10287000"/>
              <ns1:gd name="connsiteX4" fmla="*/ 0 w 8943975"/>
              <ns1:gd name="connsiteY4" fmla="*/ 0 h 10287000"/>
              <ns1:gd name="connsiteX0" fmla="*/ 0 w 8944130"/>
              <ns1:gd name="connsiteY0" fmla="*/ 0 h 10287000"/>
              <ns1:gd name="connsiteX1" fmla="*/ 8943975 w 8944130"/>
              <ns1:gd name="connsiteY1" fmla="*/ 0 h 10287000"/>
              <ns1:gd name="connsiteX2" fmla="*/ 8943975 w 8944130"/>
              <ns1:gd name="connsiteY2" fmla="*/ 10287000 h 10287000"/>
              <ns1:gd name="connsiteX3" fmla="*/ 0 w 8944130"/>
              <ns1:gd name="connsiteY3" fmla="*/ 8229600 h 10287000"/>
              <ns1:gd name="connsiteX4" fmla="*/ 0 w 8944130"/>
              <ns1:gd name="connsiteY4" fmla="*/ 0 h 10287000"/>
              <ns1:gd name="connsiteX0" fmla="*/ 0 w 8944130"/>
              <ns1:gd name="connsiteY0" fmla="*/ 0 h 10287000"/>
              <ns1:gd name="connsiteX1" fmla="*/ 8943975 w 8944130"/>
              <ns1:gd name="connsiteY1" fmla="*/ 0 h 10287000"/>
              <ns1:gd name="connsiteX2" fmla="*/ 8943975 w 8944130"/>
              <ns1:gd name="connsiteY2" fmla="*/ 10287000 h 10287000"/>
              <ns1:gd name="connsiteX3" fmla="*/ 0 w 8944130"/>
              <ns1:gd name="connsiteY3" fmla="*/ 8546123 h 10287000"/>
              <ns1:gd name="connsiteX4" fmla="*/ 0 w 8944130"/>
              <ns1:gd name="connsiteY4" fmla="*/ 0 h 10287000"/>
              <ns1:gd name="connsiteX0" fmla="*/ 51125 w 8995257"/>
              <ns1:gd name="connsiteY0" fmla="*/ 0 h 10287000"/>
              <ns1:gd name="connsiteX1" fmla="*/ 8995100 w 8995257"/>
              <ns1:gd name="connsiteY1" fmla="*/ 0 h 10287000"/>
              <ns1:gd name="connsiteX2" fmla="*/ 8995100 w 8995257"/>
              <ns1:gd name="connsiteY2" fmla="*/ 10287000 h 10287000"/>
              <ns1:gd name="connsiteX3" fmla="*/ 51125 w 8995257"/>
              <ns1:gd name="connsiteY3" fmla="*/ 8546123 h 10287000"/>
              <ns1:gd name="connsiteX4" fmla="*/ 51125 w 8995257"/>
              <ns1:gd name="connsiteY4" fmla="*/ 0 h 10287000"/>
              <ns1:gd name="connsiteX0" fmla="*/ 4234 w 8948364"/>
              <ns1:gd name="connsiteY0" fmla="*/ 0 h 10287000"/>
              <ns1:gd name="connsiteX1" fmla="*/ 8948209 w 8948364"/>
              <ns1:gd name="connsiteY1" fmla="*/ 0 h 10287000"/>
              <ns1:gd name="connsiteX2" fmla="*/ 8948209 w 8948364"/>
              <ns1:gd name="connsiteY2" fmla="*/ 10287000 h 10287000"/>
              <ns1:gd name="connsiteX3" fmla="*/ 4234 w 8948364"/>
              <ns1:gd name="connsiteY3" fmla="*/ 8546123 h 10287000"/>
              <ns1:gd name="connsiteX4" fmla="*/ 4234 w 8948364"/>
              <ns1:gd name="connsiteY4" fmla="*/ 0 h 10287000"/>
              <ns1:gd name="connsiteX0" fmla="*/ 0 w 8944130"/>
              <ns1:gd name="connsiteY0" fmla="*/ 0 h 10287000"/>
              <ns1:gd name="connsiteX1" fmla="*/ 8943975 w 8944130"/>
              <ns1:gd name="connsiteY1" fmla="*/ 0 h 10287000"/>
              <ns1:gd name="connsiteX2" fmla="*/ 8943975 w 8944130"/>
              <ns1:gd name="connsiteY2" fmla="*/ 10287000 h 10287000"/>
              <ns1:gd name="connsiteX3" fmla="*/ 17585 w 8944130"/>
              <ns1:gd name="connsiteY3" fmla="*/ 8159261 h 10287000"/>
              <ns1:gd name="connsiteX4" fmla="*/ 0 w 8944130"/>
              <ns1:gd name="connsiteY4" fmla="*/ 0 h 10287000"/>
              <ns1:gd name="connsiteX0" fmla="*/ 0 w 8943975"/>
              <ns1:gd name="connsiteY0" fmla="*/ 0 h 10287000"/>
              <ns1:gd name="connsiteX1" fmla="*/ 8943975 w 8943975"/>
              <ns1:gd name="connsiteY1" fmla="*/ 0 h 10287000"/>
              <ns1:gd name="connsiteX2" fmla="*/ 8943975 w 8943975"/>
              <ns1:gd name="connsiteY2" fmla="*/ 10287000 h 10287000"/>
              <ns1:gd name="connsiteX3" fmla="*/ 17585 w 8943975"/>
              <ns1:gd name="connsiteY3" fmla="*/ 8159261 h 10287000"/>
              <ns1:gd name="connsiteX4" fmla="*/ 0 w 8943975"/>
              <ns1:gd name="connsiteY4" fmla="*/ 0 h 10287000"/>
              <ns1:gd name="connsiteX0" fmla="*/ 0 w 8943975"/>
              <ns1:gd name="connsiteY0" fmla="*/ 0 h 10287000"/>
              <ns1:gd name="connsiteX1" fmla="*/ 8943975 w 8943975"/>
              <ns1:gd name="connsiteY1" fmla="*/ 0 h 10287000"/>
              <ns1:gd name="connsiteX2" fmla="*/ 8943975 w 8943975"/>
              <ns1:gd name="connsiteY2" fmla="*/ 10287000 h 10287000"/>
              <ns1:gd name="connsiteX3" fmla="*/ 17585 w 8943975"/>
              <ns1:gd name="connsiteY3" fmla="*/ 8159261 h 10287000"/>
              <ns1:gd name="connsiteX4" fmla="*/ 0 w 8943975"/>
              <ns1:gd name="connsiteY4" fmla="*/ 0 h 10287000"/>
              <ns1:gd name="connsiteX0" fmla="*/ 0 w 8943975"/>
              <ns1:gd name="connsiteY0" fmla="*/ 0 h 10287000"/>
              <ns1:gd name="connsiteX1" fmla="*/ 8943975 w 8943975"/>
              <ns1:gd name="connsiteY1" fmla="*/ 0 h 10287000"/>
              <ns1:gd name="connsiteX2" fmla="*/ 8943975 w 8943975"/>
              <ns1:gd name="connsiteY2" fmla="*/ 10287000 h 10287000"/>
              <ns1:gd name="connsiteX3" fmla="*/ 17585 w 8943975"/>
              <ns1:gd name="connsiteY3" fmla="*/ 7139353 h 10287000"/>
              <ns1:gd name="connsiteX4" fmla="*/ 0 w 8943975"/>
              <ns1:gd name="connsiteY4" fmla="*/ 0 h 10287000"/>
              <ns1:gd name="connsiteX0" fmla="*/ 0 w 8943975"/>
              <ns1:gd name="connsiteY0" fmla="*/ 0 h 10287000"/>
              <ns1:gd name="connsiteX1" fmla="*/ 8943975 w 8943975"/>
              <ns1:gd name="connsiteY1" fmla="*/ 0 h 10287000"/>
              <ns1:gd name="connsiteX2" fmla="*/ 8943975 w 8943975"/>
              <ns1:gd name="connsiteY2" fmla="*/ 10287000 h 10287000"/>
              <ns1:gd name="connsiteX3" fmla="*/ 17585 w 8943975"/>
              <ns1:gd name="connsiteY3" fmla="*/ 7139353 h 10287000"/>
              <ns1:gd name="connsiteX4" fmla="*/ 0 w 8943975"/>
              <ns1:gd name="connsiteY4" fmla="*/ 0 h 10287000"/>
              <ns1:gd name="connsiteX0" fmla="*/ 0 w 8943975"/>
              <ns1:gd name="connsiteY0" fmla="*/ 0 h 10287000"/>
              <ns1:gd name="connsiteX1" fmla="*/ 8943975 w 8943975"/>
              <ns1:gd name="connsiteY1" fmla="*/ 0 h 10287000"/>
              <ns1:gd name="connsiteX2" fmla="*/ 8943975 w 8943975"/>
              <ns1:gd name="connsiteY2" fmla="*/ 10287000 h 10287000"/>
              <ns1:gd name="connsiteX3" fmla="*/ 17585 w 8943975"/>
              <ns1:gd name="connsiteY3" fmla="*/ 7139353 h 10287000"/>
              <ns1:gd name="connsiteX4" fmla="*/ 0 w 8943975"/>
              <ns1:gd name="connsiteY4" fmla="*/ 0 h 10287000"/>
              <ns1:gd name="connsiteX0" fmla="*/ 0 w 8943975"/>
              <ns1:gd name="connsiteY0" fmla="*/ 0 h 10287000"/>
              <ns1:gd name="connsiteX1" fmla="*/ 8943975 w 8943975"/>
              <ns1:gd name="connsiteY1" fmla="*/ 0 h 10287000"/>
              <ns1:gd name="connsiteX2" fmla="*/ 8943975 w 8943975"/>
              <ns1:gd name="connsiteY2" fmla="*/ 10287000 h 10287000"/>
              <ns1:gd name="connsiteX3" fmla="*/ 35169 w 8943975"/>
              <ns1:gd name="connsiteY3" fmla="*/ 6295291 h 10287000"/>
              <ns1:gd name="connsiteX4" fmla="*/ 0 w 8943975"/>
              <ns1:gd name="connsiteY4" fmla="*/ 0 h 10287000"/>
              <ns1:gd name="connsiteX0" fmla="*/ 0 w 8943975"/>
              <ns1:gd name="connsiteY0" fmla="*/ 0 h 10287000"/>
              <ns1:gd name="connsiteX1" fmla="*/ 8943975 w 8943975"/>
              <ns1:gd name="connsiteY1" fmla="*/ 0 h 10287000"/>
              <ns1:gd name="connsiteX2" fmla="*/ 8943975 w 8943975"/>
              <ns1:gd name="connsiteY2" fmla="*/ 10287000 h 10287000"/>
              <ns1:gd name="connsiteX3" fmla="*/ 35169 w 8943975"/>
              <ns1:gd name="connsiteY3" fmla="*/ 6295291 h 10287000"/>
              <ns1:gd name="connsiteX4" fmla="*/ 0 w 8943975"/>
              <ns1:gd name="connsiteY4" fmla="*/ 0 h 10287000"/>
              <ns1:gd name="connsiteX0" fmla="*/ 850 w 8944825"/>
              <ns1:gd name="connsiteY0" fmla="*/ 0 h 10287000"/>
              <ns1:gd name="connsiteX1" fmla="*/ 8944825 w 8944825"/>
              <ns1:gd name="connsiteY1" fmla="*/ 0 h 10287000"/>
              <ns1:gd name="connsiteX2" fmla="*/ 8944825 w 8944825"/>
              <ns1:gd name="connsiteY2" fmla="*/ 10287000 h 10287000"/>
              <ns1:gd name="connsiteX3" fmla="*/ 36019 w 8944825"/>
              <ns1:gd name="connsiteY3" fmla="*/ 6295291 h 10287000"/>
              <ns1:gd name="connsiteX4" fmla="*/ 850 w 8944825"/>
              <ns1:gd name="connsiteY4" fmla="*/ 0 h 10287000"/>
              <ns1:gd name="connsiteX0" fmla="*/ 8146 w 8952121"/>
              <ns1:gd name="connsiteY0" fmla="*/ 0 h 10287000"/>
              <ns1:gd name="connsiteX1" fmla="*/ 8952121 w 8952121"/>
              <ns1:gd name="connsiteY1" fmla="*/ 0 h 10287000"/>
              <ns1:gd name="connsiteX2" fmla="*/ 8952121 w 8952121"/>
              <ns1:gd name="connsiteY2" fmla="*/ 10287000 h 10287000"/>
              <ns1:gd name="connsiteX3" fmla="*/ 25730 w 8952121"/>
              <ns1:gd name="connsiteY3" fmla="*/ 7139352 h 10287000"/>
              <ns1:gd name="connsiteX4" fmla="*/ 8146 w 8952121"/>
              <ns1:gd name="connsiteY4" fmla="*/ 0 h 10287000"/>
              <ns1:gd name="connsiteX0" fmla="*/ 8146 w 8952121"/>
              <ns1:gd name="connsiteY0" fmla="*/ 0 h 10287000"/>
              <ns1:gd name="connsiteX1" fmla="*/ 8952121 w 8952121"/>
              <ns1:gd name="connsiteY1" fmla="*/ 0 h 10287000"/>
              <ns1:gd name="connsiteX2" fmla="*/ 8952121 w 8952121"/>
              <ns1:gd name="connsiteY2" fmla="*/ 10287000 h 10287000"/>
              <ns1:gd name="connsiteX3" fmla="*/ 25730 w 8952121"/>
              <ns1:gd name="connsiteY3" fmla="*/ 7139352 h 10287000"/>
              <ns1:gd name="connsiteX4" fmla="*/ 8146 w 8952121"/>
              <ns1:gd name="connsiteY4" fmla="*/ 0 h 10287000"/>
              <ns1:gd name="connsiteX0" fmla="*/ 8146 w 8952121"/>
              <ns1:gd name="connsiteY0" fmla="*/ 0 h 10287000"/>
              <ns1:gd name="connsiteX1" fmla="*/ 8952121 w 8952121"/>
              <ns1:gd name="connsiteY1" fmla="*/ 0 h 10287000"/>
              <ns1:gd name="connsiteX2" fmla="*/ 8952121 w 8952121"/>
              <ns1:gd name="connsiteY2" fmla="*/ 10287000 h 10287000"/>
              <ns1:gd name="connsiteX3" fmla="*/ 25730 w 8952121"/>
              <ns1:gd name="connsiteY3" fmla="*/ 6488721 h 10287000"/>
              <ns1:gd name="connsiteX4" fmla="*/ 8146 w 8952121"/>
              <ns1:gd name="connsiteY4" fmla="*/ 0 h 10287000"/>
              <ns1:gd name="connsiteX0" fmla="*/ 1623 w 8945598"/>
              <ns1:gd name="connsiteY0" fmla="*/ 0 h 10287000"/>
              <ns1:gd name="connsiteX1" fmla="*/ 8945598 w 8945598"/>
              <ns1:gd name="connsiteY1" fmla="*/ 0 h 10287000"/>
              <ns1:gd name="connsiteX2" fmla="*/ 8945598 w 8945598"/>
              <ns1:gd name="connsiteY2" fmla="*/ 10287000 h 10287000"/>
              <ns1:gd name="connsiteX3" fmla="*/ 19207 w 8945598"/>
              <ns1:gd name="connsiteY3" fmla="*/ 6488721 h 10287000"/>
              <ns1:gd name="connsiteX4" fmla="*/ 1623 w 8945598"/>
              <ns1:gd name="connsiteY4" fmla="*/ 0 h 10287000"/>
            </ns1:gdLst>
            <ns1:rect l="l" t="t" r="r" b="b"/>
            <ns1:pathLst>
              <ns1:path w="8945598" h="10287000">
                <ns1:moveTo>
                  <ns1:pt x="1623" y="0"/>
                </ns1:moveTo>
                <ns1:lnTo>
                  <ns1:pt x="8945598" y="0"/>
                </ns1:lnTo>
                <ns1:lnTo>
                  <ns1:pt x="8945598" y="10287000"/>
                </ns1:lnTo>
                <ns1:cubicBezTo>
                  <ns1:pt x="7634812" y="8581292"/>
                  <ns1:pt x="46317" y="11148646"/>
                  <ns1:pt x="19207" y="6488721"/>
                </ns1:cubicBezTo>
                <ns1:cubicBezTo>
                  <ns1:pt x="-7903" y="1828796"/>
                  <ns1:pt x="1623" y="2848708"/>
                  <ns1:pt x="1623" y="0"/>
                </ns1:cubicBezTo>
                <ns1:close/>
              </ns1:path>
            </ns1:pathLst>
          </ns1:custGeom>
          <ns1:blipFill>
            <ns1:blip ns3:embed="R13315683544b41f2"/>
            <ns1:stretch>
              <ns1:fillRect l="-29344" t="0" r="-75092" b="0"/>
            </ns1:stretch>
          </ns1:blipFill>
        </ns0:spPr>
        <ns0:txBody>
          <ns1:bodyPr/>
          <ns1:lstStyle>
            <ns1:lvl1pPr marL="0" indent="0">
              <ns1:buNone/>
              <ns1:defRPr/>
            </ns1:lvl1pPr>
          </ns1:lstStyle>
          <ns1:p>
            <ns1:r>
              <ns1:t> </ns1:t>
            </ns1:r>
          </ns1:p>
        </ns0:txBody>
      </ns0:sp>
    </ns0:spTree>
  </ns0:cSld>
</ns0:sldLayout>
</file>

<file path=ppt/slideLayouts/slideLayout3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Серый с мокапами">
    <ns0:bg>
      <ns0:bgPr>
        <ns1:solidFill>
          <ns1:schemeClr val="bg1">
            <ns1:lumMod val="95000"/>
          </ns1:schemeClr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6" name="Прямоугольник 25">
            <ns1:extLst>
              <ns1:ext uri="{FF2B5EF4-FFF2-40B4-BE49-F238E27FC236}">
                <ns2:creationId id="{91912D4C-FB49-97F9-75A2-C7CDFB2C766E}"/>
              </ns1:ext>
            </ns1:extLst>
          </ns0:cNvPr>
          <ns0:cNvSpPr>
            <ns1:spLocks noGrp="1"/>
          </ns0:cNvSpPr>
          <ns0:nvPr/>
        </ns0:nvSpPr>
        <ns0:spPr>
          <ns1:xfrm>
            <ns1:off x="9315110" y="0"/>
            <ns1:ext cx="8972890" cy="10302498"/>
          </ns1:xfrm>
          <ns1:prstGeom prst="rect">
            <ns1:avLst/>
          </ns1:prstGeom>
          <ns1:solidFill>
            <ns1:srgbClr val="F5042B"/>
          </ns1:solidFill>
          <ns1:ln>
            <ns1:noFill/>
          </ns1:ln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/>
          <ns1:lstStyle/>
          <ns1:p>
            <ns1:pPr algn="ctr">
              <ns1:buNone/>
            </ns1:pPr>
            <ns1:endParaRPr/>
          </ns1:p>
        </ns0:txBody>
      </ns0:sp>
      <ns0:sp>
        <ns0:nvSpPr>
          <ns0:cNvPr id="3" name="Рисунок SmartArt 2">
            <ns1:extLst>
              <ns1:ext uri="{FF2B5EF4-FFF2-40B4-BE49-F238E27FC236}">
                <ns2:creationId id="{C733A815-935C-25B8-6AE6-958044F0E411}"/>
              </ns1:ext>
            </ns1:extLst>
          </ns0:cNvPr>
          <ns0:cNvSpPr>
            <ns1:spLocks noGrp="1"/>
          </ns0:cNvSpPr>
          <ns0:nvPr>
            <ns0:ph type="dgm" idx="73" hasCustomPrompt="1"/>
          </ns0:nvPr>
        </ns0:nvSpPr>
        <ns0:spPr>
          <ns1:xfrm>
            <ns1:off x="9706883" y="478294"/>
            <ns1:ext cx="3703200" cy="7799477"/>
          </ns1:xfrm>
          <ns1:prstGeom prst="roundRect">
            <ns1:avLst>
              <ns1:gd name="adj" fmla="val 13343"/>
            </ns1:avLst>
          </ns1:prstGeom>
          <ns1:solidFill>
            <ns1:schemeClr val="tx1"/>
          </ns1:solidFill>
        </ns0:spPr>
        <ns0:txBody>
          <ns1:bodyPr/>
          <ns1:lstStyle/>
          <ns1:p>
            <ns1:r>
              <ns1:t> </ns1:t>
            </ns1:r>
          </ns1:p>
        </ns0:txBody>
      </ns0:sp>
      <ns0:sp>
        <ns0:nvSpPr>
          <ns0:cNvPr id="18" name="Рисунок 19">
            <ns1:extLst>
              <ns1:ext uri="{FF2B5EF4-FFF2-40B4-BE49-F238E27FC236}">
                <ns2:creationId id="{71FB411C-F7FA-78FC-4D83-D777EE39FC2F}"/>
              </ns1:ext>
            </ns1:extLst>
          </ns0:cNvPr>
          <ns0:cNvSpPr>
            <ns1:spLocks noGrp="1"/>
          </ns0:cNvSpPr>
          <ns0:nvPr>
            <ns0:ph type="pic" idx="71" hasCustomPrompt="1"/>
          </ns0:nvPr>
        </ns0:nvSpPr>
        <ns0:spPr>
          <ns1:xfrm>
            <ns1:off x="9818742" y="583804"/>
            <ns1:ext cx="3484038" cy="7573582"/>
          </ns1:xfrm>
          <ns1:prstGeom prst="roundRect">
            <ns1:avLst>
              <ns1:gd name="adj" fmla="val 10610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24" name="Скругленный прямоугольник 23">
            <ns1:extLst>
              <ns1:ext uri="{FF2B5EF4-FFF2-40B4-BE49-F238E27FC236}">
                <ns2:creationId id="{91302559-B937-824C-F54F-7A535664C9AD}"/>
              </ns1:ext>
            </ns1:extLst>
          </ns0:cNvPr>
          <ns0:cNvSpPr>
            <ns1:spLocks noGrp="1"/>
          </ns0:cNvSpPr>
          <ns0:nvPr/>
        </ns0:nvSpPr>
        <ns0:spPr>
          <ns1:xfrm>
            <ns1:off x="10954321" y="8111667"/>
            <ns1:ext cx="1229241" cy="45719"/>
          </ns1:xfrm>
          <ns1:prstGeom prst="roundRect">
            <ns1:avLst>
              <ns1:gd name="adj" fmla="val 50000"/>
            </ns1:avLst>
          </ns1:prstGeom>
          <ns1:solidFill>
            <ns1:schemeClr val="bg1"/>
          </ns1:solidFill>
          <ns1:ln>
            <ns1:noFill/>
          </ns1:ln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/>
          <ns1:lstStyle/>
          <ns1:p>
            <ns1:pPr algn="ctr">
              <ns1:buNone/>
            </ns1:pPr>
            <ns1:endParaRPr/>
          </ns1:p>
        </ns0:txBody>
      </ns0:sp>
      <ns0:pic>
        <ns0:nvPicPr>
          <ns0:cNvPr id="34" name="Рисунок 9"/>
          <ns0:cNvPicPr>
            <ns1:picLocks noChangeAspect="1"/>
          </ns0:cNvPicPr>
          <ns0:nvPr/>
        </ns0:nvPicPr>
        <ns0:blipFill>
          <ns1:blip ns3:embed="Rb0da091b2c174de0">
            <ns1:extLst>
              <ns1:ext uri="{96DAC541-7B7A-43D3-8B79-37D633B846F1}">
                <ns4:svgBlip ns3:embed="R14a0cbc8b2ec4d6b"/>
              </ns1:ext>
            </ns1:extLst>
          </ns1:blip>
          <ns1:stretch>
            <ns1:fillRect l="0" t="0" r="0" b="0"/>
          </ns1:stretch>
        </ns0:blipFill>
        <ns0:spPr>
          <ns1:xfrm>
            <ns1:off x="9297530" y="7253206"/>
            <ns1:ext cx="8990470" cy="3049292"/>
          </ns1:xfrm>
          <ns1:prstGeom prst="rect">
            <ns1:avLst/>
          </ns1:prstGeom>
        </ns0:spPr>
      </ns0:pic>
      <ns0:pic>
        <ns0:nvPicPr>
          <ns0:cNvPr id="35" name="Frame 2087329409"/>
          <ns0:cNvPicPr>
            <ns1:picLocks noChangeAspect="1"/>
          </ns0:cNvPicPr>
          <ns0:nvPr/>
        </ns0:nvPicPr>
        <ns0:blipFill>
          <ns1:blip ns3:embed="R7c45b22afc054dd9">
            <ns1:extLst>
              <ns1:ext uri="{96DAC541-7B7A-43D3-8B79-37D633B846F1}">
                <ns4:svgBlip ns3:embed="R21b028d8b6954748"/>
              </ns1:ext>
            </ns1:extLst>
          </ns1:blip>
          <ns1:srcRect l="0" t="0" r="0" b="0"/>
          <ns1:stretch/>
        </ns0:blipFill>
        <ns0:spPr>
          <ns1:xfrm>
            <ns1:off x="937260" y="8829675"/>
            <ns1:ext cx="2200275" cy="504825"/>
          </ns1:xfrm>
          <ns1:prstGeom prst="rect">
            <ns1:avLst/>
          </ns1:prstGeom>
        </ns0:spPr>
      </ns0:pic>
      <ns0:pic>
        <ns0:nvPicPr>
          <ns0:cNvPr id="36" name="Frame 2087329418"/>
          <ns0:cNvPicPr>
            <ns1:picLocks noChangeAspect="1"/>
          </ns0:cNvPicPr>
          <ns0:nvPr/>
        </ns0:nvPicPr>
        <ns0:blipFill>
          <ns1:blip ns3:embed="Rf8d463bca8194b54">
            <ns1:extLst>
              <ns1:ext uri="{96DAC541-7B7A-43D3-8B79-37D633B846F1}">
                <ns4:svgBlip ns3:embed="R1cc3130990104204"/>
              </ns1:ext>
            </ns1:extLst>
          </ns1:blip>
          <ns1:srcRect l="0" t="0" r="0" b="0"/>
          <ns1:stretch/>
        </ns0:blipFill>
        <ns0:spPr>
          <ns1:xfrm>
            <ns1:off x="3213735" y="8829675"/>
            <ns1:ext cx="1143000" cy="504825"/>
          </ns1:xfrm>
          <ns1:prstGeom prst="rect">
            <ns1:avLst/>
          </ns1:prstGeom>
        </ns0:spPr>
      </ns0:pic>
      <ns0:sp>
        <ns0:nvSpPr>
          <ns0:cNvPr id="13" name="Заголовок 12">
            <ns1:extLst>
              <ns1:ext uri="{FF2B5EF4-FFF2-40B4-BE49-F238E27FC236}">
                <ns2:creationId id="{31E684B5-33D2-A3FB-A5D8-F7F0CCFF4547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37260" y="5384119"/>
            <ns1:ext cx="8206740" cy="1595437"/>
          </ns1:xfrm>
        </ns0:spPr>
        <ns0:txBody>
          <ns1:bodyPr anchor="t"/>
          <ns1:lstStyle>
            <ns1:lvl1pPr algn="l">
              <ns1:buNone/>
              <ns1:defRPr/>
            </ns1:lvl1pPr>
          </ns1:lstStyle>
          <ns1:p>
            <ns1:r>
              <ns1:t>Заголовок в две строки</ns1:t>
            </ns1:r>
          </ns1:p>
        </ns0:txBody>
      </ns0:sp>
      <ns0:sp>
        <ns0:nvSpPr>
          <ns0:cNvPr id="19" name="Текст 18">
            <ns1:extLst>
              <ns1:ext uri="{FF2B5EF4-FFF2-40B4-BE49-F238E27FC236}">
                <ns2:creationId id="{F78FE1B5-C685-96FF-743D-30117E8A4ADF}"/>
              </ns1:ext>
            </ns1:extLst>
          </ns0:cNvPr>
          <ns0:cNvSpPr>
            <ns1:spLocks noGrp="1"/>
          </ns0:cNvSpPr>
          <ns0:nvPr>
            <ns0:ph type="body" idx="11" hasCustomPrompt="1"/>
          </ns0:nvPr>
        </ns0:nvSpPr>
        <ns0:spPr>
          <ns1:xfrm>
            <ns1:off x="937260" y="7208156"/>
            <ns1:ext cx="8206740" cy="914400"/>
          </ns1:xfrm>
        </ns0:spPr>
        <ns0:txBody>
          <ns1:bodyPr>
            <ns1:noAutofit/>
          </ns1:bodyPr>
          <ns1:lstStyle>
            <ns1:lvl1pPr marL="0" indent="0">
              <ns1:buNone/>
              <ns1:defRPr sz="2400"/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темы или содержания презентации в две строки</ns1:t>
            </ns1:r>
          </ns1:p>
        </ns0:txBody>
      </ns0:sp>
      <ns0:sp>
        <ns0:nvSpPr>
          <ns0:cNvPr id="20" name="Нижний колонтитул 19">
            <ns1:extLst>
              <ns1:ext uri="{FF2B5EF4-FFF2-40B4-BE49-F238E27FC236}">
                <ns2:creationId id="{0156C3FD-8BC5-B9E7-A3F8-9697B6811696}"/>
              </ns1:ext>
            </ns1:extLst>
          </ns0:cNvPr>
          <ns0:cNvSpPr>
            <ns1:spLocks noGrp="1"/>
          </ns0:cNvSpPr>
          <ns0:nvPr>
            <ns0:ph type="ftr" idx="12"/>
          </ns0:nvPr>
        </ns0:nvSpPr>
        <ns0:spPr>
          <ns1:xfrm>
            <ns1:off x="937260" y="8829675"/>
            <ns1:ext cx="2182695" cy="504825"/>
          </ns1:xfrm>
          <ns1:prstGeom prst="rect">
            <ns1:avLst/>
          </ns1:prstGeom>
        </ns0:spPr>
        <ns0:txBody>
          <ns1:bodyPr/>
          <ns1:lstStyle>
            <ns1:lvl1pPr algn="ctr">
              <ns1:buNone/>
              <ns1:defRPr sz="1800" b="0" i="0">
                <ns1:solidFill>
                  <ns1:schemeClr val="tx1">
                    <ns1:lumMod val="75000"/>
                    <ns1:lumOff val="25000"/>
                  </ns1:schemeClr>
                </ns1:solidFill>
                <ns1:latin typeface="Golos Text"/>
                <ns1:ea typeface="Golos Text"/>
                <ns1:cs typeface="Golos Text"/>
              </ns1:defRPr>
            </ns1:lvl1pPr>
          </ns1:lstStyle>
          <ns1:p>
            <ns1:r>
              <ns1:t>ДИТ Москвы</ns1:t>
            </ns1:r>
            <ns1:endParaRPr/>
          </ns1:p>
        </ns0:txBody>
      </ns0:sp>
      <ns0:sp>
        <ns0:nvSpPr>
          <ns0:cNvPr id="23" name="Текст 22">
            <ns1:extLst>
              <ns1:ext uri="{FF2B5EF4-FFF2-40B4-BE49-F238E27FC236}">
                <ns2:creationId id="{F0EDD9B6-A37B-A59C-ABA6-948705394FA5}"/>
              </ns1:ext>
            </ns1:extLst>
          </ns0:cNvPr>
          <ns0:cNvSpPr>
            <ns1:spLocks noGrp="1"/>
          </ns0:cNvSpPr>
          <ns0:nvPr>
            <ns0:ph type="body" idx="13" hasCustomPrompt="1"/>
          </ns0:nvPr>
        </ns0:nvSpPr>
        <ns0:spPr>
          <ns1:xfrm>
            <ns1:off x="3213100" y="8829675"/>
            <ns1:ext cx="1143000" cy="504825"/>
          </ns1:xfrm>
        </ns0:spPr>
        <ns0:txBody>
          <ns1:bodyPr anchor="ctr">
            <ns1:noAutofit/>
          </ns1:bodyPr>
          <ns1:lstStyle>
            <ns1:lvl1pPr marL="0" indent="0" algn="ctr">
              <ns1:buNone/>
              <ns1:defRPr sz="1800">
                <ns1:solidFill>
                  <ns1:schemeClr val="tx1">
                    <ns1:lumMod val="75000"/>
                    <ns1:lumOff val="25000"/>
                  </ns1:schemeClr>
                </ns1:solidFill>
              </ns1:defRPr>
            </ns1:lvl1pPr>
            <ns1:lvl2pPr>
              <ns1:buNone/>
              <ns1:defRPr sz="1800"/>
            </ns1:lvl2pPr>
            <ns1:lvl3pPr>
              <ns1:buNone/>
              <ns1:defRPr sz="1800"/>
            </ns1:lvl3pPr>
            <ns1:lvl4pPr>
              <ns1:buNone/>
              <ns1:defRPr sz="1800"/>
            </ns1:lvl4pPr>
            <ns1:lvl5pPr>
              <ns1:buNone/>
              <ns1:defRPr sz="1800"/>
            </ns1:lvl5pPr>
          </ns1:lstStyle>
          <ns1:p>
            <ns1:pPr lvl="0">
              <ns1:buNone/>
            </ns1:pPr>
            <ns1:r>
              <ns1:t>202</ns1:t>
            </ns1:r>
            <ns1:r>
              <ns1:t>6</ns1:t>
            </ns1:r>
            <ns1:endParaRPr/>
          </ns1:p>
        </ns0:txBody>
      </ns0:sp>
      <ns0:sp>
        <ns0:nvSpPr>
          <ns0:cNvPr id="8" name="Рисунок SmartArt 7">
            <ns1:extLst>
              <ns1:ext uri="{FF2B5EF4-FFF2-40B4-BE49-F238E27FC236}">
                <ns2:creationId id="{75EAB4F1-94AF-78DA-3878-37CD682F7300}"/>
              </ns1:ext>
            </ns1:extLst>
          </ns0:cNvPr>
          <ns0:cNvSpPr>
            <ns1:spLocks noGrp="1"/>
          </ns0:cNvSpPr>
          <ns0:nvPr>
            <ns0:ph type="dgm" idx="74" hasCustomPrompt="1"/>
          </ns0:nvPr>
        </ns0:nvSpPr>
        <ns0:spPr>
          <ns1:xfrm>
            <ns1:off x="11032916" y="704846"/>
            <ns1:ext cx="1027113" cy="295275"/>
          </ns1:xfrm>
          <ns1:prstGeom prst="roundRect">
            <ns1:avLst>
              <ns1:gd name="adj" fmla="val 50000"/>
            </ns1:avLst>
          </ns1:prstGeom>
          <ns1:solidFill>
            <ns1:schemeClr val="tx1"/>
          </ns1:solidFill>
        </ns0:spPr>
        <ns0:txBody>
          <ns1:bodyPr>
            <ns1:noAutofit/>
          </ns1:bodyPr>
          <ns1:lstStyle>
            <ns1:lvl1pPr>
              <ns1:buNone/>
              <ns1:defRPr sz="400">
                <ns1:solidFill>
                  <ns1:schemeClr val="tx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9" name="Рисунок SmartArt 2">
            <ns1:extLst>
              <ns1:ext uri="{FF2B5EF4-FFF2-40B4-BE49-F238E27FC236}">
                <ns2:creationId id="{F6D76DFD-CB0E-5650-2323-7201EF56B692}"/>
              </ns1:ext>
            </ns1:extLst>
          </ns0:cNvPr>
          <ns0:cNvSpPr>
            <ns1:spLocks noGrp="1"/>
          </ns0:cNvSpPr>
          <ns0:nvPr>
            <ns0:ph type="dgm" idx="75" hasCustomPrompt="1"/>
          </ns0:nvPr>
        </ns0:nvSpPr>
        <ns0:spPr>
          <ns1:xfrm>
            <ns1:off x="13810532" y="1169666"/>
            <ns1:ext cx="3703200" cy="7799477"/>
          </ns1:xfrm>
          <ns1:prstGeom prst="roundRect">
            <ns1:avLst>
              <ns1:gd name="adj" fmla="val 13343"/>
            </ns1:avLst>
          </ns1:prstGeom>
          <ns1:solidFill>
            <ns1:schemeClr val="tx1"/>
          </ns1:solidFill>
        </ns0:spPr>
        <ns0:txBody>
          <ns1:bodyPr/>
          <ns1:lstStyle/>
          <ns1:p>
            <ns1:r>
              <ns1:t> </ns1:t>
            </ns1:r>
          </ns1:p>
        </ns0:txBody>
      </ns0:sp>
      <ns0:sp>
        <ns0:nvSpPr>
          <ns0:cNvPr id="11" name="Рисунок 19">
            <ns1:extLst>
              <ns1:ext uri="{FF2B5EF4-FFF2-40B4-BE49-F238E27FC236}">
                <ns2:creationId id="{FCADD19C-4FB6-5D43-9EB8-E28D0A1FEAA3}"/>
              </ns1:ext>
            </ns1:extLst>
          </ns0:cNvPr>
          <ns0:cNvSpPr>
            <ns1:spLocks noGrp="1"/>
          </ns0:cNvSpPr>
          <ns0:nvPr>
            <ns0:ph type="pic" idx="76" hasCustomPrompt="1"/>
          </ns0:nvPr>
        </ns0:nvSpPr>
        <ns0:spPr>
          <ns1:xfrm>
            <ns1:off x="13922391" y="1275176"/>
            <ns1:ext cx="3484038" cy="7573583"/>
          </ns1:xfrm>
          <ns1:prstGeom prst="roundRect">
            <ns1:avLst>
              <ns1:gd name="adj" fmla="val 10610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12" name="Скругленный прямоугольник 11">
            <ns1:extLst>
              <ns1:ext uri="{FF2B5EF4-FFF2-40B4-BE49-F238E27FC236}">
                <ns2:creationId id="{918EEACB-3FCA-0FC3-725A-6DC358845677}"/>
              </ns1:ext>
            </ns1:extLst>
          </ns0:cNvPr>
          <ns0:cNvSpPr>
            <ns1:spLocks noGrp="1"/>
          </ns0:cNvSpPr>
          <ns0:nvPr/>
        </ns0:nvSpPr>
        <ns0:spPr>
          <ns1:xfrm>
            <ns1:off x="15057970" y="8803039"/>
            <ns1:ext cx="1229241" cy="45719"/>
          </ns1:xfrm>
          <ns1:prstGeom prst="roundRect">
            <ns1:avLst>
              <ns1:gd name="adj" fmla="val 50000"/>
            </ns1:avLst>
          </ns1:prstGeom>
          <ns1:solidFill>
            <ns1:schemeClr val="bg1"/>
          </ns1:solidFill>
          <ns1:ln>
            <ns1:noFill/>
          </ns1:ln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/>
          <ns1:lstStyle/>
          <ns1:p>
            <ns1:pPr algn="ctr">
              <ns1:buNone/>
            </ns1:pPr>
            <ns1:endParaRPr/>
          </ns1:p>
        </ns0:txBody>
      </ns0:sp>
      <ns0:sp>
        <ns0:nvSpPr>
          <ns0:cNvPr id="14" name="Рисунок SmartArt 7">
            <ns1:extLst>
              <ns1:ext uri="{FF2B5EF4-FFF2-40B4-BE49-F238E27FC236}">
                <ns2:creationId id="{EFCC6D99-8498-7457-1302-6AEE8E388267}"/>
              </ns1:ext>
            </ns1:extLst>
          </ns0:cNvPr>
          <ns0:cNvSpPr>
            <ns1:spLocks noGrp="1"/>
          </ns0:cNvSpPr>
          <ns0:nvPr>
            <ns0:ph type="dgm" idx="77" hasCustomPrompt="1"/>
          </ns0:nvPr>
        </ns0:nvSpPr>
        <ns0:spPr>
          <ns1:xfrm>
            <ns1:off x="15136565" y="1396218"/>
            <ns1:ext cx="1027113" cy="295275"/>
          </ns1:xfrm>
          <ns1:prstGeom prst="roundRect">
            <ns1:avLst>
              <ns1:gd name="adj" fmla="val 50000"/>
            </ns1:avLst>
          </ns1:prstGeom>
          <ns1:solidFill>
            <ns1:schemeClr val="tx1"/>
          </ns1:solidFill>
        </ns0:spPr>
        <ns0:txBody>
          <ns1:bodyPr>
            <ns1:noAutofit/>
          </ns1:bodyPr>
          <ns1:lstStyle>
            <ns1:lvl1pPr>
              <ns1:buNone/>
              <ns1:defRPr sz="400">
                <ns1:solidFill>
                  <ns1:schemeClr val="tx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21" name="Рисунок 3">
            <ns1:extLst>
              <ns1:ext uri="{FF2B5EF4-FFF2-40B4-BE49-F238E27FC236}">
                <ns2:creationId id="{738C3F70-7B00-E168-389E-7E2644B8CE28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5743700" y="952500"/>
            <ns1:ext cx="1922462" cy="714375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22" name="Текст 16">
            <ns1:extLst>
              <ns1:ext uri="{FF2B5EF4-FFF2-40B4-BE49-F238E27FC236}">
                <ns2:creationId id="{97D0003D-4D61-9DA0-290D-6C38035AA89B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936625" y="952500"/>
            <ns1:ext cx="1857375" cy="714375"/>
          </ns1:xfrm>
          <ns1:prstGeom prst="rect">
            <ns1:avLst/>
          </ns1:prstGeom>
          <ns1:blipFill>
            <ns1:blip ns3:embed="R412918b287d44a9e">
              <ns1:extLst>
                <ns1:ext uri="{96DAC541-7B7A-43D3-8B79-37D633B846F1}">
                  <ns4:svgBlip ns3:embed="R949d826fcf49419c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25" name="Текст 16">
            <ns1:extLst>
              <ns1:ext uri="{FF2B5EF4-FFF2-40B4-BE49-F238E27FC236}">
                <ns2:creationId id="{23D00BC4-25F7-27AA-4BF4-F333C44FDB41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3125189" y="952500"/>
            <ns1:ext cx="2293191" cy="714375"/>
          </ns1:xfrm>
          <ns1:prstGeom prst="rect">
            <ns1:avLst/>
          </ns1:prstGeom>
          <ns1:blipFill>
            <ns1:blip ns3:embed="Rfe7fd6e720ed4905">
              <ns1:extLst>
                <ns1:ext uri="{96DAC541-7B7A-43D3-8B79-37D633B846F1}">
                  <ns4:svgBlip ns3:embed="R21c66ae491a14145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4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xmlns:ns4="http://schemas.microsoft.com/office/drawing/2014/main" preserve="1" userDrawn="1">
  <ns0:cSld name="Серый с ноутбуком">
    <ns0:bg>
      <ns0:bgPr>
        <ns1:solidFill>
          <ns1:schemeClr val="bg1">
            <ns1:lumMod val="95000"/>
          </ns1:schemeClr>
        </ns1:solidFill>
      </ns0:bgPr>
    </ns0:bg>
    <ns0:spTree>
      <ns0:nvGrpSpPr>
        <ns0:cNvPr id="1" name=""/>
        <ns0:cNvGrpSpPr/>
        <ns0:nvPr/>
      </ns0:nvGrpSpPr>
      <ns0:grpSpPr>
        <ns1:xfrm/>
      </ns0:grpSpPr>
      <ns0:pic>
        <ns0:nvPicPr>
          <ns0:cNvPr id="28" name="Frame 2087329409"/>
          <ns0:cNvPicPr>
            <ns1:picLocks noChangeAspect="1"/>
          </ns0:cNvPicPr>
          <ns0:nvPr/>
        </ns0:nvPicPr>
        <ns0:blipFill>
          <ns1:blip ns2:embed="R27529827771c4400">
            <ns1:extLst>
              <ns1:ext uri="{96DAC541-7B7A-43D3-8B79-37D633B846F1}">
                <ns3:svgBlip ns2:embed="Rbe5bebd440fd4c06"/>
              </ns1:ext>
            </ns1:extLst>
          </ns1:blip>
          <ns1:srcRect l="0" t="0" r="0" b="0"/>
          <ns1:stretch/>
        </ns0:blipFill>
        <ns0:spPr>
          <ns1:xfrm>
            <ns1:off x="937260" y="8829675"/>
            <ns1:ext cx="2200275" cy="504825"/>
          </ns1:xfrm>
          <ns1:prstGeom prst="rect">
            <ns1:avLst/>
          </ns1:prstGeom>
        </ns0:spPr>
      </ns0:pic>
      <ns0:pic>
        <ns0:nvPicPr>
          <ns0:cNvPr id="29" name="Frame 2087329418"/>
          <ns0:cNvPicPr>
            <ns1:picLocks noChangeAspect="1"/>
          </ns0:cNvPicPr>
          <ns0:nvPr/>
        </ns0:nvPicPr>
        <ns0:blipFill>
          <ns1:blip ns2:embed="R314242a7b13b417c">
            <ns1:extLst>
              <ns1:ext uri="{96DAC541-7B7A-43D3-8B79-37D633B846F1}">
                <ns3:svgBlip ns2:embed="R14a773f38b214712"/>
              </ns1:ext>
            </ns1:extLst>
          </ns1:blip>
          <ns1:srcRect l="0" t="0" r="0" b="0"/>
          <ns1:stretch/>
        </ns0:blipFill>
        <ns0:spPr>
          <ns1:xfrm>
            <ns1:off x="3213735" y="8829675"/>
            <ns1:ext cx="1143000" cy="504825"/>
          </ns1:xfrm>
          <ns1:prstGeom prst="rect">
            <ns1:avLst/>
          </ns1:prstGeom>
        </ns0:spPr>
      </ns0:pic>
      <ns0:sp>
        <ns0:nvSpPr>
          <ns0:cNvPr id="20" name="Нижний колонтитул 19">
            <ns1:extLst>
              <ns1:ext uri="{FF2B5EF4-FFF2-40B4-BE49-F238E27FC236}">
                <ns4:creationId id="{0156C3FD-8BC5-B9E7-A3F8-9697B6811696}"/>
              </ns1:ext>
            </ns1:extLst>
          </ns0:cNvPr>
          <ns0:cNvSpPr>
            <ns1:spLocks noGrp="1"/>
          </ns0:cNvSpPr>
          <ns0:nvPr>
            <ns0:ph type="ftr" idx="12"/>
          </ns0:nvPr>
        </ns0:nvSpPr>
        <ns0:spPr>
          <ns1:xfrm>
            <ns1:off x="937260" y="8829675"/>
            <ns1:ext cx="2182695" cy="504825"/>
          </ns1:xfrm>
          <ns1:prstGeom prst="rect">
            <ns1:avLst/>
          </ns1:prstGeom>
        </ns0:spPr>
        <ns0:txBody>
          <ns1:bodyPr/>
          <ns1:lstStyle>
            <ns1:lvl1pPr algn="ctr">
              <ns1:buNone/>
              <ns1:defRPr sz="1800" b="0" i="0">
                <ns1:solidFill>
                  <ns1:schemeClr val="tx1">
                    <ns1:lumMod val="75000"/>
                    <ns1:lumOff val="25000"/>
                  </ns1:schemeClr>
                </ns1:solidFill>
                <ns1:latin typeface="Golos Text"/>
                <ns1:ea typeface="Golos Text"/>
                <ns1:cs typeface="Golos Text"/>
              </ns1:defRPr>
            </ns1:lvl1pPr>
          </ns1:lstStyle>
          <ns1:p>
            <ns1:r>
              <ns1:t>ДИТ Москвы</ns1:t>
            </ns1:r>
            <ns1:endParaRPr/>
          </ns1:p>
        </ns0:txBody>
      </ns0:sp>
      <ns0:sp>
        <ns0:nvSpPr>
          <ns0:cNvPr id="23" name="Текст 22">
            <ns1:extLst>
              <ns1:ext uri="{FF2B5EF4-FFF2-40B4-BE49-F238E27FC236}">
                <ns4:creationId id="{F0EDD9B6-A37B-A59C-ABA6-948705394FA5}"/>
              </ns1:ext>
            </ns1:extLst>
          </ns0:cNvPr>
          <ns0:cNvSpPr>
            <ns1:spLocks noGrp="1"/>
          </ns0:cNvSpPr>
          <ns0:nvPr>
            <ns0:ph type="body" idx="13" hasCustomPrompt="1"/>
          </ns0:nvPr>
        </ns0:nvSpPr>
        <ns0:spPr>
          <ns1:xfrm>
            <ns1:off x="3213100" y="8829675"/>
            <ns1:ext cx="1143000" cy="504825"/>
          </ns1:xfrm>
        </ns0:spPr>
        <ns0:txBody>
          <ns1:bodyPr anchor="ctr">
            <ns1:noAutofit/>
          </ns1:bodyPr>
          <ns1:lstStyle>
            <ns1:lvl1pPr marL="0" indent="0" algn="ctr">
              <ns1:buNone/>
              <ns1:defRPr sz="1800">
                <ns1:solidFill>
                  <ns1:schemeClr val="tx1">
                    <ns1:lumMod val="75000"/>
                    <ns1:lumOff val="25000"/>
                  </ns1:schemeClr>
                </ns1:solidFill>
              </ns1:defRPr>
            </ns1:lvl1pPr>
            <ns1:lvl2pPr>
              <ns1:buNone/>
              <ns1:defRPr sz="1800"/>
            </ns1:lvl2pPr>
            <ns1:lvl3pPr>
              <ns1:buNone/>
              <ns1:defRPr sz="1800"/>
            </ns1:lvl3pPr>
            <ns1:lvl4pPr>
              <ns1:buNone/>
              <ns1:defRPr sz="1800"/>
            </ns1:lvl4pPr>
            <ns1:lvl5pPr>
              <ns1:buNone/>
              <ns1:defRPr sz="1800"/>
            </ns1:lvl5pPr>
          </ns1:lstStyle>
          <ns1:p>
            <ns1:pPr lvl="0">
              <ns1:buNone/>
            </ns1:pPr>
            <ns1:r>
              <ns1:t>202</ns1:t>
            </ns1:r>
            <ns1:r>
              <ns1:t>6</ns1:t>
            </ns1:r>
            <ns1:endParaRPr/>
          </ns1:p>
        </ns0:txBody>
      </ns0:sp>
      <ns0:pic>
        <ns0:nvPicPr>
          <ns0:cNvPr id="32" name="Intersect"/>
          <ns0:cNvPicPr>
            <ns1:picLocks noChangeAspect="1"/>
          </ns0:cNvPicPr>
          <ns0:nvPr/>
        </ns0:nvPicPr>
        <ns0:blipFill>
          <ns1:blip ns2:embed="R93d35cdf0f4440e4"/>
          <ns1:srcRect l="0" t="0" r="0" b="0"/>
          <ns1:stretch/>
        </ns0:blipFill>
        <ns0:spPr>
          <ns1:xfrm>
            <ns1:off x="9344025" y="0"/>
            <ns1:ext cx="8943975" cy="10287000"/>
          </ns1:xfrm>
          <ns1:prstGeom prst="rect">
            <ns1:avLst/>
          </ns1:prstGeom>
        </ns0:spPr>
      </ns0:pic>
      <ns0:pic>
        <ns0:nvPicPr>
          <ns0:cNvPr id="33" name="Device - Macbook Pro"/>
          <ns0:cNvPicPr>
            <ns1:picLocks noChangeAspect="1"/>
          </ns0:cNvPicPr>
          <ns0:nvPr/>
        </ns0:nvPicPr>
        <ns0:blipFill>
          <ns1:blip ns2:embed="Rdc8cb6641d134da5"/>
          <ns1:srcRect l="0" t="0" r="0" b="0"/>
          <ns1:stretch/>
        </ns0:blipFill>
        <ns0:spPr>
          <ns1:xfrm>
            <ns1:off x="7991475" y="1666875"/>
            <ns1:ext cx="10296525" cy="7772177"/>
          </ns1:xfrm>
          <ns1:prstGeom prst="rect">
            <ns1:avLst/>
          </ns1:prstGeom>
        </ns0:spPr>
      </ns0:pic>
      <ns0:sp>
        <ns0:nvSpPr>
          <ns0:cNvPr id="13" name="Заголовок 12">
            <ns1:extLst>
              <ns1:ext uri="{FF2B5EF4-FFF2-40B4-BE49-F238E27FC236}">
                <ns4:creationId id="{31E684B5-33D2-A3FB-A5D8-F7F0CCFF4547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37260" y="5384119"/>
            <ns1:ext cx="8206740" cy="1595437"/>
          </ns1:xfrm>
        </ns0:spPr>
        <ns0:txBody>
          <ns1:bodyPr anchor="t"/>
          <ns1:lstStyle>
            <ns1:lvl1pPr algn="l">
              <ns1:buNone/>
              <ns1:defRPr/>
            </ns1:lvl1pPr>
          </ns1:lstStyle>
          <ns1:p>
            <ns1:r>
              <ns1:t>Заголовок в две строки</ns1:t>
            </ns1:r>
          </ns1:p>
        </ns0:txBody>
      </ns0:sp>
      <ns0:sp>
        <ns0:nvSpPr>
          <ns0:cNvPr id="19" name="Текст 18">
            <ns1:extLst>
              <ns1:ext uri="{FF2B5EF4-FFF2-40B4-BE49-F238E27FC236}">
                <ns4:creationId id="{F78FE1B5-C685-96FF-743D-30117E8A4ADF}"/>
              </ns1:ext>
            </ns1:extLst>
          </ns0:cNvPr>
          <ns0:cNvSpPr>
            <ns1:spLocks noGrp="1"/>
          </ns0:cNvSpPr>
          <ns0:nvPr>
            <ns0:ph type="body" idx="11" hasCustomPrompt="1"/>
          </ns0:nvPr>
        </ns0:nvSpPr>
        <ns0:spPr>
          <ns1:xfrm>
            <ns1:off x="937260" y="7208156"/>
            <ns1:ext cx="8206740" cy="914400"/>
          </ns1:xfrm>
        </ns0:spPr>
        <ns0:txBody>
          <ns1:bodyPr>
            <ns1:noAutofit/>
          </ns1:bodyPr>
          <ns1:lstStyle>
            <ns1:lvl1pPr marL="0" indent="0">
              <ns1:buNone/>
              <ns1:defRPr sz="2400"/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темы или содержания презентации в две строки</ns1:t>
            </ns1:r>
          </ns1:p>
        </ns0:txBody>
      </ns0:sp>
      <ns0:sp>
        <ns0:nvSpPr>
          <ns0:cNvPr id="7" name="Рисунок 6">
            <ns1:extLst>
              <ns1:ext uri="{FF2B5EF4-FFF2-40B4-BE49-F238E27FC236}">
                <ns4:creationId id="{2470CB32-DA42-EFC1-FF90-73BD7B7DBEB4}"/>
              </ns1:ext>
            </ns1:extLst>
          </ns0:cNvPr>
          <ns0:cNvSpPr>
            <ns1:spLocks noGrp="1"/>
          </ns0:cNvSpPr>
          <ns0:nvPr>
            <ns0:ph type="pic" idx="14" hasCustomPrompt="1"/>
          </ns0:nvPr>
        </ns0:nvSpPr>
        <ns0:spPr>
          <ns1:xfrm>
            <ns1:off x="9440863" y="2051222"/>
            <ns1:ext cx="9563100" cy="5906529"/>
          </ns1:xfrm>
          <ns1:prstGeom prst="rect">
            <ns1:avLst/>
          </ns1:prstGeom>
          <ns1:solidFill>
            <ns1:schemeClr val="bg2">
              <ns1:lumMod val="90000"/>
            </ns1:schemeClr>
          </ns1:solidFill>
        </ns0:spPr>
        <ns0:txBody>
          <ns1:bodyPr/>
          <ns1:lstStyle>
            <ns1:lvl1pPr marL="0" indent="0">
              <ns1:buNone/>
              <ns1:defRPr/>
            </ns1:lvl1pPr>
          </ns1:lstStyle>
          <ns1:p>
            <ns1:r>
              <ns1:t> </ns1:t>
            </ns1:r>
          </ns1:p>
        </ns0:txBody>
      </ns0:sp>
      <ns0:sp>
        <ns0:nvSpPr>
          <ns0:cNvPr id="14" name="Рисунок 3">
            <ns1:extLst>
              <ns1:ext uri="{FF2B5EF4-FFF2-40B4-BE49-F238E27FC236}">
                <ns4:creationId id="{29C46570-850C-3748-5FD7-13C2EA0D1FE7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5743700" y="952500"/>
            <ns1:ext cx="1922462" cy="714375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5" name="Текст 16">
            <ns1:extLst>
              <ns1:ext uri="{FF2B5EF4-FFF2-40B4-BE49-F238E27FC236}">
                <ns4:creationId id="{1CBA4968-2A83-9C28-76F5-61199A896AF2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936625" y="952500"/>
            <ns1:ext cx="1857375" cy="714375"/>
          </ns1:xfrm>
          <ns1:prstGeom prst="rect">
            <ns1:avLst/>
          </ns1:prstGeom>
          <ns1:blipFill>
            <ns1:blip ns2:embed="R771800f1bf4c456b">
              <ns1:extLst>
                <ns1:ext uri="{96DAC541-7B7A-43D3-8B79-37D633B846F1}">
                  <ns3:svgBlip ns2:embed="R287a14a598d54e6e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6" name="Текст 16">
            <ns1:extLst>
              <ns1:ext uri="{FF2B5EF4-FFF2-40B4-BE49-F238E27FC236}">
                <ns4:creationId id="{93B6B17E-898C-C8AB-1821-ECA651623A26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3125189" y="952500"/>
            <ns1:ext cx="2293191" cy="714375"/>
          </ns1:xfrm>
          <ns1:prstGeom prst="rect">
            <ns1:avLst/>
          </ns1:prstGeom>
          <ns1:blipFill>
            <ns1:blip ns2:embed="R15044b4d2cfb4fba">
              <ns1:extLst>
                <ns1:ext uri="{96DAC541-7B7A-43D3-8B79-37D633B846F1}">
                  <ns3:svgBlip ns2:embed="Re814381aba8a4910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5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xmlns:ns4="http://schemas.microsoft.com/office/drawing/2014/main" preserve="1" userDrawn="1">
  <ns0:cSld name="Серый с лого">
    <ns0:bg>
      <ns0:bgPr>
        <ns1:solidFill>
          <ns1:schemeClr val="bg1">
            <ns1:lumMod val="95000"/>
          </ns1:schemeClr>
        </ns1:solidFill>
      </ns0:bgPr>
    </ns0:bg>
    <ns0:spTree>
      <ns0:nvGrpSpPr>
        <ns0:cNvPr id="1" name=""/>
        <ns0:cNvGrpSpPr/>
        <ns0:nvPr/>
      </ns0:nvGrpSpPr>
      <ns0:grpSpPr>
        <ns1:xfrm/>
      </ns0:grpSpPr>
      <ns0:pic>
        <ns0:nvPicPr>
          <ns0:cNvPr id="27" name="Group 2087325700"/>
          <ns0:cNvPicPr>
            <ns1:picLocks noChangeAspect="1"/>
          </ns0:cNvPicPr>
          <ns0:nvPr/>
        </ns0:nvPicPr>
        <ns0:blipFill>
          <ns1:blip ns2:embed="R907ea60ddb8b4982"/>
          <ns1:srcRect l="0" t="0" r="0" b="0"/>
          <ns1:stretch/>
        </ns0:blipFill>
        <ns0:spPr>
          <ns1:xfrm>
            <ns1:off x="10695533" y="0"/>
            <ns1:ext cx="7592467" cy="8667569"/>
          </ns1:xfrm>
          <ns1:prstGeom prst="rect">
            <ns1:avLst/>
          </ns1:prstGeom>
        </ns0:spPr>
      </ns0:pic>
      <ns0:pic>
        <ns0:nvPicPr>
          <ns0:cNvPr id="28" name="Frame 2087329409"/>
          <ns0:cNvPicPr>
            <ns1:picLocks noChangeAspect="1"/>
          </ns0:cNvPicPr>
          <ns0:nvPr/>
        </ns0:nvPicPr>
        <ns0:blipFill>
          <ns1:blip ns2:embed="Re46de078ea5e4aea">
            <ns1:extLst>
              <ns1:ext uri="{96DAC541-7B7A-43D3-8B79-37D633B846F1}">
                <ns3:svgBlip ns2:embed="R035f650056e348cc"/>
              </ns1:ext>
            </ns1:extLst>
          </ns1:blip>
          <ns1:srcRect l="0" t="0" r="0" b="0"/>
          <ns1:stretch/>
        </ns0:blipFill>
        <ns0:spPr>
          <ns1:xfrm>
            <ns1:off x="13961327" y="8755533"/>
            <ns1:ext cx="2200275" cy="504825"/>
          </ns1:xfrm>
          <ns1:prstGeom prst="rect">
            <ns1:avLst/>
          </ns1:prstGeom>
        </ns0:spPr>
      </ns0:pic>
      <ns0:pic>
        <ns0:nvPicPr>
          <ns0:cNvPr id="29" name="Frame 2087329418"/>
          <ns0:cNvPicPr>
            <ns1:picLocks noChangeAspect="1"/>
          </ns0:cNvPicPr>
          <ns0:nvPr/>
        </ns0:nvPicPr>
        <ns0:blipFill>
          <ns1:blip ns2:embed="R67541237bfc1439a">
            <ns1:extLst>
              <ns1:ext uri="{96DAC541-7B7A-43D3-8B79-37D633B846F1}">
                <ns3:svgBlip ns2:embed="R259dc3bfd78b4dfc"/>
              </ns1:ext>
            </ns1:extLst>
          </ns1:blip>
          <ns1:srcRect l="0" t="0" r="0" b="0"/>
          <ns1:stretch/>
        </ns0:blipFill>
        <ns0:spPr>
          <ns1:xfrm>
            <ns1:off x="16237802" y="8755533"/>
            <ns1:ext cx="1143000" cy="504825"/>
          </ns1:xfrm>
          <ns1:prstGeom prst="rect">
            <ns1:avLst/>
          </ns1:prstGeom>
        </ns0:spPr>
      </ns0:pic>
      <ns0:sp>
        <ns0:nvSpPr>
          <ns0:cNvPr id="20" name="Нижний колонтитул 19">
            <ns1:extLst>
              <ns1:ext uri="{FF2B5EF4-FFF2-40B4-BE49-F238E27FC236}">
                <ns4:creationId id="{0156C3FD-8BC5-B9E7-A3F8-9697B6811696}"/>
              </ns1:ext>
            </ns1:extLst>
          </ns0:cNvPr>
          <ns0:cNvSpPr>
            <ns1:spLocks noGrp="1"/>
          </ns0:cNvSpPr>
          <ns0:nvPr>
            <ns0:ph type="ftr" idx="12"/>
          </ns0:nvPr>
        </ns0:nvSpPr>
        <ns0:spPr>
          <ns1:xfrm>
            <ns1:off x="13961327" y="8755533"/>
            <ns1:ext cx="2182695" cy="504825"/>
          </ns1:xfrm>
          <ns1:prstGeom prst="rect">
            <ns1:avLst/>
          </ns1:prstGeom>
        </ns0:spPr>
        <ns0:txBody>
          <ns1:bodyPr/>
          <ns1:lstStyle>
            <ns1:lvl1pPr algn="ctr">
              <ns1:buNone/>
              <ns1:defRPr sz="1800" b="0" i="0">
                <ns1:solidFill>
                  <ns1:schemeClr val="tx1">
                    <ns1:lumMod val="75000"/>
                    <ns1:lumOff val="25000"/>
                  </ns1:schemeClr>
                </ns1:solidFill>
                <ns1:latin typeface="Golos Text"/>
                <ns1:ea typeface="Golos Text"/>
                <ns1:cs typeface="Golos Text"/>
              </ns1:defRPr>
            </ns1:lvl1pPr>
          </ns1:lstStyle>
          <ns1:p>
            <ns1:r>
              <ns1:t>ДИТ Москвы</ns1:t>
            </ns1:r>
            <ns1:endParaRPr/>
          </ns1:p>
        </ns0:txBody>
      </ns0:sp>
      <ns0:sp>
        <ns0:nvSpPr>
          <ns0:cNvPr id="23" name="Текст 22">
            <ns1:extLst>
              <ns1:ext uri="{FF2B5EF4-FFF2-40B4-BE49-F238E27FC236}">
                <ns4:creationId id="{F0EDD9B6-A37B-A59C-ABA6-948705394FA5}"/>
              </ns1:ext>
            </ns1:extLst>
          </ns0:cNvPr>
          <ns0:cNvSpPr>
            <ns1:spLocks noGrp="1"/>
          </ns0:cNvSpPr>
          <ns0:nvPr>
            <ns0:ph type="body" idx="13" hasCustomPrompt="1"/>
          </ns0:nvPr>
        </ns0:nvSpPr>
        <ns0:spPr>
          <ns1:xfrm>
            <ns1:off x="16237167" y="8755533"/>
            <ns1:ext cx="1143000" cy="504825"/>
          </ns1:xfrm>
        </ns0:spPr>
        <ns0:txBody>
          <ns1:bodyPr anchor="ctr">
            <ns1:noAutofit/>
          </ns1:bodyPr>
          <ns1:lstStyle>
            <ns1:lvl1pPr marL="0" indent="0" algn="ctr">
              <ns1:buNone/>
              <ns1:defRPr sz="1800">
                <ns1:solidFill>
                  <ns1:schemeClr val="tx1">
                    <ns1:lumMod val="75000"/>
                    <ns1:lumOff val="25000"/>
                  </ns1:schemeClr>
                </ns1:solidFill>
              </ns1:defRPr>
            </ns1:lvl1pPr>
            <ns1:lvl2pPr>
              <ns1:buNone/>
              <ns1:defRPr sz="1800"/>
            </ns1:lvl2pPr>
            <ns1:lvl3pPr>
              <ns1:buNone/>
              <ns1:defRPr sz="1800"/>
            </ns1:lvl3pPr>
            <ns1:lvl4pPr>
              <ns1:buNone/>
              <ns1:defRPr sz="1800"/>
            </ns1:lvl4pPr>
            <ns1:lvl5pPr>
              <ns1:buNone/>
              <ns1:defRPr sz="1800"/>
            </ns1:lvl5pPr>
          </ns1:lstStyle>
          <ns1:p>
            <ns1:pPr lvl="0">
              <ns1:buNone/>
            </ns1:pPr>
            <ns1:r>
              <ns1:t>202</ns1:t>
            </ns1:r>
            <ns1:r>
              <ns1:t>6</ns1:t>
            </ns1:r>
            <ns1:endParaRPr/>
          </ns1:p>
        </ns0:txBody>
      </ns0:sp>
      <ns0:sp>
        <ns0:nvSpPr>
          <ns0:cNvPr id="13" name="Заголовок 12">
            <ns1:extLst>
              <ns1:ext uri="{FF2B5EF4-FFF2-40B4-BE49-F238E27FC236}">
                <ns4:creationId id="{31E684B5-33D2-A3FB-A5D8-F7F0CCFF4547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37260" y="5143500"/>
            <ns1:ext cx="10295032" cy="2973224"/>
          </ns1:xfrm>
        </ns0:spPr>
        <ns0:txBody>
          <ns1:bodyPr anchor="t">
            <ns1:noAutofit/>
          </ns1:bodyPr>
          <ns1:lstStyle>
            <ns1:lvl1pPr algn="l">
              <ns1:buNone/>
              <ns1:defRPr sz="12000"/>
            </ns1:lvl1pPr>
          </ns1:lstStyle>
          <ns1:p>
            <ns1:r>
              <ns1:t>Заголовок в две строки</ns1:t>
            </ns1:r>
          </ns1:p>
        </ns0:txBody>
      </ns0:sp>
      <ns0:sp>
        <ns0:nvSpPr>
          <ns0:cNvPr id="19" name="Текст 18">
            <ns1:extLst>
              <ns1:ext uri="{FF2B5EF4-FFF2-40B4-BE49-F238E27FC236}">
                <ns4:creationId id="{F78FE1B5-C685-96FF-743D-30117E8A4ADF}"/>
              </ns1:ext>
            </ns1:extLst>
          </ns0:cNvPr>
          <ns0:cNvSpPr>
            <ns1:spLocks noGrp="1"/>
          </ns0:cNvSpPr>
          <ns0:nvPr>
            <ns0:ph type="body" idx="11" hasCustomPrompt="1"/>
          </ns0:nvPr>
        </ns0:nvSpPr>
        <ns0:spPr>
          <ns1:xfrm>
            <ns1:off x="937260" y="8357343"/>
            <ns1:ext cx="8206740" cy="914400"/>
          </ns1:xfrm>
        </ns0:spPr>
        <ns0:txBody>
          <ns1:bodyPr>
            <ns1:noAutofit/>
          </ns1:bodyPr>
          <ns1:lstStyle>
            <ns1:lvl1pPr marL="0" indent="0">
              <ns1:buNone/>
              <ns1:defRPr sz="2400"/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темы или содержания презентации в две строки</ns1:t>
            </ns1:r>
          </ns1:p>
        </ns0:txBody>
      </ns0:sp>
      <ns0:sp>
        <ns0:nvSpPr>
          <ns0:cNvPr id="11" name="Рисунок 3">
            <ns1:extLst>
              <ns1:ext uri="{FF2B5EF4-FFF2-40B4-BE49-F238E27FC236}">
                <ns4:creationId id="{6626040C-EF95-5DB8-2B77-81A40D12E34C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5743700" y="952500"/>
            <ns1:ext cx="1922462" cy="714375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2" name="Текст 16">
            <ns1:extLst>
              <ns1:ext uri="{FF2B5EF4-FFF2-40B4-BE49-F238E27FC236}">
                <ns4:creationId id="{BD426D95-93A7-5982-35A7-F80F0156E59E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936625" y="952500"/>
            <ns1:ext cx="1857375" cy="714375"/>
          </ns1:xfrm>
          <ns1:prstGeom prst="rect">
            <ns1:avLst/>
          </ns1:prstGeom>
          <ns1:blipFill>
            <ns1:blip ns2:embed="Re6ad5501ee5047cd">
              <ns1:extLst>
                <ns1:ext uri="{96DAC541-7B7A-43D3-8B79-37D633B846F1}">
                  <ns3:svgBlip ns2:embed="R21d037f2bd9d4a4e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4" name="Текст 16">
            <ns1:extLst>
              <ns1:ext uri="{FF2B5EF4-FFF2-40B4-BE49-F238E27FC236}">
                <ns4:creationId id="{280E771A-0503-6E9B-0E8F-261E80F4A6CF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3125189" y="952500"/>
            <ns1:ext cx="2293191" cy="714375"/>
          </ns1:xfrm>
          <ns1:prstGeom prst="rect">
            <ns1:avLst/>
          </ns1:prstGeom>
          <ns1:blipFill>
            <ns1:blip ns2:embed="R113ad0ddd2d3477e">
              <ns1:extLst>
                <ns1:ext uri="{96DAC541-7B7A-43D3-8B79-37D633B846F1}">
                  <ns3:svgBlip ns2:embed="Ra8f1e95d162345d1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6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Серый с лого мини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1" name="Скругленный прямоугольник 20">
            <ns1:extLst>
              <ns1:ext uri="{FF2B5EF4-FFF2-40B4-BE49-F238E27FC236}">
                <ns2:creationId id="{EFD62D56-DB63-ACC9-8ECF-2BE60FAD3F01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762000"/>
            <ns1:ext cx="16764000" cy="8763000"/>
          </ns1:xfrm>
          <ns1:prstGeom prst="roundRect">
            <ns1:avLst>
              <ns1:gd name="adj" fmla="val 7783"/>
            </ns1:avLst>
          </ns1:prstGeom>
          <ns1:solidFill>
            <ns1:schemeClr val="bg1">
              <ns1:lumMod val="95000"/>
            </ns1:schemeClr>
          </ns1:solidFill>
          <ns1:ln>
            <ns1:noFill/>
          </ns1:ln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/>
          <ns1:lstStyle/>
          <ns1:p>
            <ns1:pPr algn="ctr">
              <ns1:buNone/>
            </ns1:pPr>
            <ns1:endParaRPr/>
          </ns1:p>
        </ns0:txBody>
      </ns0:sp>
      <ns0:pic>
        <ns0:nvPicPr>
          <ns0:cNvPr id="29" name="Group 2087325700"/>
          <ns0:cNvPicPr>
            <ns1:picLocks noChangeAspect="1"/>
          </ns0:cNvPicPr>
          <ns0:nvPr/>
        </ns0:nvPicPr>
        <ns0:blipFill>
          <ns1:blip ns3:embed="Rd811f6293f0d4ade"/>
          <ns1:srcRect l="0" t="0" r="0" b="0"/>
          <ns1:stretch/>
        </ns0:blipFill>
        <ns0:spPr>
          <ns1:xfrm>
            <ns1:off x="9527059" y="762000"/>
            <ns1:ext cx="8001671" cy="9134717"/>
          </ns1:xfrm>
          <ns1:prstGeom prst="rect">
            <ns1:avLst/>
          </ns1:prstGeom>
        </ns0:spPr>
      </ns0:pic>
      <ns0:pic>
        <ns0:nvPicPr>
          <ns0:cNvPr id="30" name="Frame 2087329409"/>
          <ns0:cNvPicPr>
            <ns1:picLocks noChangeAspect="1"/>
          </ns0:cNvPicPr>
          <ns0:nvPr/>
        </ns0:nvPicPr>
        <ns0:blipFill>
          <ns1:blip ns3:embed="Rc4f2c211fa6d4e44">
            <ns1:extLst>
              <ns1:ext uri="{96DAC541-7B7A-43D3-8B79-37D633B846F1}">
                <ns4:svgBlip ns3:embed="Rc8976e72cf51469f"/>
              </ns1:ext>
            </ns1:extLst>
          </ns1:blip>
          <ns1:srcRect l="0" t="0" r="0" b="0"/>
          <ns1:stretch/>
        </ns0:blipFill>
        <ns0:spPr>
          <ns1:xfrm>
            <ns1:off x="1616887" y="8071790"/>
            <ns1:ext cx="2200275" cy="504825"/>
          </ns1:xfrm>
          <ns1:prstGeom prst="rect">
            <ns1:avLst/>
          </ns1:prstGeom>
        </ns0:spPr>
      </ns0:pic>
      <ns0:pic>
        <ns0:nvPicPr>
          <ns0:cNvPr id="31" name="Frame 2087329418"/>
          <ns0:cNvPicPr>
            <ns1:picLocks noChangeAspect="1"/>
          </ns0:cNvPicPr>
          <ns0:nvPr/>
        </ns0:nvPicPr>
        <ns0:blipFill>
          <ns1:blip ns3:embed="R5889e25a662742f9">
            <ns1:extLst>
              <ns1:ext uri="{96DAC541-7B7A-43D3-8B79-37D633B846F1}">
                <ns4:svgBlip ns3:embed="R3b37a73bdee54194"/>
              </ns1:ext>
            </ns1:extLst>
          </ns1:blip>
          <ns1:srcRect l="0" t="0" r="0" b="0"/>
          <ns1:stretch/>
        </ns0:blipFill>
        <ns0:spPr>
          <ns1:xfrm>
            <ns1:off x="3942790" y="8071790"/>
            <ns1:ext cx="1143000" cy="504825"/>
          </ns1:xfrm>
          <ns1:prstGeom prst="rect">
            <ns1:avLst/>
          </ns1:prstGeom>
        </ns0:spPr>
      </ns0:pic>
      <ns0:sp>
        <ns0:nvSpPr>
          <ns0:cNvPr id="20" name="Нижний колонтитул 19">
            <ns1:extLst>
              <ns1:ext uri="{FF2B5EF4-FFF2-40B4-BE49-F238E27FC236}">
                <ns2:creationId id="{0156C3FD-8BC5-B9E7-A3F8-9697B6811696}"/>
              </ns1:ext>
            </ns1:extLst>
          </ns0:cNvPr>
          <ns0:cNvSpPr>
            <ns1:spLocks noGrp="1"/>
          </ns0:cNvSpPr>
          <ns0:nvPr>
            <ns0:ph type="ftr" idx="12"/>
          </ns0:nvPr>
        </ns0:nvSpPr>
        <ns0:spPr>
          <ns1:xfrm>
            <ns1:off x="1616887" y="8071790"/>
            <ns1:ext cx="2200275" cy="504825"/>
          </ns1:xfrm>
          <ns1:prstGeom prst="rect">
            <ns1:avLst/>
          </ns1:prstGeom>
        </ns0:spPr>
        <ns0:txBody>
          <ns1:bodyPr/>
          <ns1:lstStyle>
            <ns1:lvl1pPr algn="ctr">
              <ns1:buNone/>
              <ns1:defRPr sz="1800" b="0" i="0">
                <ns1:solidFill>
                  <ns1:schemeClr val="tx1">
                    <ns1:lumMod val="75000"/>
                    <ns1:lumOff val="25000"/>
                  </ns1:schemeClr>
                </ns1:solidFill>
                <ns1:latin typeface="Golos Text"/>
                <ns1:ea typeface="Golos Text"/>
                <ns1:cs typeface="Golos Text"/>
              </ns1:defRPr>
            </ns1:lvl1pPr>
          </ns1:lstStyle>
          <ns1:p>
            <ns1:r>
              <ns1:t>ДИТ Москвы</ns1:t>
            </ns1:r>
            <ns1:endParaRPr/>
          </ns1:p>
        </ns0:txBody>
      </ns0:sp>
      <ns0:sp>
        <ns0:nvSpPr>
          <ns0:cNvPr id="23" name="Текст 22">
            <ns1:extLst>
              <ns1:ext uri="{FF2B5EF4-FFF2-40B4-BE49-F238E27FC236}">
                <ns2:creationId id="{F0EDD9B6-A37B-A59C-ABA6-948705394FA5}"/>
              </ns1:ext>
            </ns1:extLst>
          </ns0:cNvPr>
          <ns0:cNvSpPr>
            <ns1:spLocks noGrp="1"/>
          </ns0:cNvSpPr>
          <ns0:nvPr>
            <ns0:ph type="body" idx="13" hasCustomPrompt="1"/>
          </ns0:nvPr>
        </ns0:nvSpPr>
        <ns0:spPr>
          <ns1:xfrm>
            <ns1:off x="3942155" y="8071790"/>
            <ns1:ext cx="1143000" cy="504825"/>
          </ns1:xfrm>
        </ns0:spPr>
        <ns0:txBody>
          <ns1:bodyPr anchor="ctr">
            <ns1:noAutofit/>
          </ns1:bodyPr>
          <ns1:lstStyle>
            <ns1:lvl1pPr marL="0" indent="0" algn="ctr">
              <ns1:buNone/>
              <ns1:defRPr sz="1800">
                <ns1:solidFill>
                  <ns1:schemeClr val="tx1">
                    <ns1:lumMod val="75000"/>
                    <ns1:lumOff val="25000"/>
                  </ns1:schemeClr>
                </ns1:solidFill>
              </ns1:defRPr>
            </ns1:lvl1pPr>
            <ns1:lvl2pPr>
              <ns1:buNone/>
              <ns1:defRPr sz="1800"/>
            </ns1:lvl2pPr>
            <ns1:lvl3pPr>
              <ns1:buNone/>
              <ns1:defRPr sz="1800"/>
            </ns1:lvl3pPr>
            <ns1:lvl4pPr>
              <ns1:buNone/>
              <ns1:defRPr sz="1800"/>
            </ns1:lvl4pPr>
            <ns1:lvl5pPr>
              <ns1:buNone/>
              <ns1:defRPr sz="1800"/>
            </ns1:lvl5pPr>
          </ns1:lstStyle>
          <ns1:p>
            <ns1:pPr lvl="0">
              <ns1:buNone/>
            </ns1:pPr>
            <ns1:r>
              <ns1:t>202</ns1:t>
            </ns1:r>
            <ns1:r>
              <ns1:t>6</ns1:t>
            </ns1:r>
            <ns1:endParaRPr/>
          </ns1:p>
        </ns0:txBody>
      </ns0:sp>
      <ns0:sp>
        <ns0:nvSpPr>
          <ns0:cNvPr id="13" name="Заголовок 12">
            <ns1:extLst>
              <ns1:ext uri="{FF2B5EF4-FFF2-40B4-BE49-F238E27FC236}">
                <ns2:creationId id="{31E684B5-33D2-A3FB-A5D8-F7F0CCFF4547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1604530" y="4815706"/>
            <ns1:ext cx="8206740" cy="1595437"/>
          </ns1:xfrm>
        </ns0:spPr>
        <ns0:txBody>
          <ns1:bodyPr anchor="t"/>
          <ns1:lstStyle>
            <ns1:lvl1pPr algn="l">
              <ns1:buNone/>
              <ns1:defRPr/>
            </ns1:lvl1pPr>
          </ns1:lstStyle>
          <ns1:p>
            <ns1:r>
              <ns1:t>Заголовок в две строки</ns1:t>
            </ns1:r>
          </ns1:p>
        </ns0:txBody>
      </ns0:sp>
      <ns0:sp>
        <ns0:nvSpPr>
          <ns0:cNvPr id="19" name="Текст 18">
            <ns1:extLst>
              <ns1:ext uri="{FF2B5EF4-FFF2-40B4-BE49-F238E27FC236}">
                <ns2:creationId id="{F78FE1B5-C685-96FF-743D-30117E8A4ADF}"/>
              </ns1:ext>
            </ns1:extLst>
          </ns0:cNvPr>
          <ns0:cNvSpPr>
            <ns1:spLocks noGrp="1"/>
          </ns0:cNvSpPr>
          <ns0:nvPr>
            <ns0:ph type="body" idx="11" hasCustomPrompt="1"/>
          </ns0:nvPr>
        </ns0:nvSpPr>
        <ns0:spPr>
          <ns1:xfrm>
            <ns1:off x="1604530" y="6639743"/>
            <ns1:ext cx="8206740" cy="914400"/>
          </ns1:xfrm>
        </ns0:spPr>
        <ns0:txBody>
          <ns1:bodyPr>
            <ns1:noAutofit/>
          </ns1:bodyPr>
          <ns1:lstStyle>
            <ns1:lvl1pPr marL="0" indent="0">
              <ns1:buNone/>
              <ns1:defRPr sz="2400"/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темы или содержания презентации в две строки</ns1:t>
            </ns1:r>
          </ns1:p>
        </ns0:txBody>
      </ns0:sp>
      <ns0:pic>
        <ns0:nvPicPr>
          <ns0:cNvPr id="36" name="Рисунок 25"/>
          <ns0:cNvPicPr>
            <ns1:picLocks noChangeAspect="1"/>
          </ns0:cNvPicPr>
          <ns0:nvPr/>
        </ns0:nvPicPr>
        <ns0:blipFill>
          <ns1:blip ns3:embed="R9a347a428e21443f">
            <ns1:extLst>
              <ns1:ext uri="{96DAC541-7B7A-43D3-8B79-37D633B846F1}">
                <ns4:svgBlip ns3:embed="R357376a0de7e4d1b"/>
              </ns1:ext>
            </ns1:extLst>
          </ns1:blip>
          <ns1:stretch>
            <ns1:fillRect l="0" t="0" r="0" b="0"/>
          </ns1:stretch>
        </ns0:blipFill>
        <ns0:spPr>
          <ns1:xfrm>
            <ns1:off x="9144000" y="0"/>
            <ns1:ext cx="9144000" cy="10287000"/>
          </ns1:xfrm>
          <ns1:prstGeom prst="rect">
            <ns1:avLst/>
          </ns1:prstGeom>
        </ns0:spPr>
      </ns0:pic>
      <ns0:sp>
        <ns0:nvSpPr>
          <ns0:cNvPr id="9" name="Рисунок 3">
            <ns1:extLst>
              <ns1:ext uri="{FF2B5EF4-FFF2-40B4-BE49-F238E27FC236}">
                <ns2:creationId id="{A064737F-34A3-D217-9E32-958F69E1975A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6423962" y="1717291"/>
            <ns1:ext cx="1922462" cy="714375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0" name="Текст 16">
            <ns1:extLst>
              <ns1:ext uri="{FF2B5EF4-FFF2-40B4-BE49-F238E27FC236}">
                <ns2:creationId id="{6AB93410-A300-1BC2-450B-481870A6BA66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616887" y="1717291"/>
            <ns1:ext cx="1857375" cy="714375"/>
          </ns1:xfrm>
          <ns1:prstGeom prst="rect">
            <ns1:avLst/>
          </ns1:prstGeom>
          <ns1:blipFill>
            <ns1:blip ns3:embed="R84c9676ba03f4b69">
              <ns1:extLst>
                <ns1:ext uri="{96DAC541-7B7A-43D3-8B79-37D633B846F1}">
                  <ns4:svgBlip ns3:embed="Rb2189de23361446a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1" name="Текст 16">
            <ns1:extLst>
              <ns1:ext uri="{FF2B5EF4-FFF2-40B4-BE49-F238E27FC236}">
                <ns2:creationId id="{A2FA561F-82AC-C509-C1D0-1F9A750D9E35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3805451" y="1717291"/>
            <ns1:ext cx="2293191" cy="714375"/>
          </ns1:xfrm>
          <ns1:prstGeom prst="rect">
            <ns1:avLst/>
          </ns1:prstGeom>
          <ns1:blipFill>
            <ns1:blip ns3:embed="R91142848611e4c1c">
              <ns1:extLst>
                <ns1:ext uri="{96DAC541-7B7A-43D3-8B79-37D633B846F1}">
                  <ns4:svgBlip ns3:embed="R93c3393247a8449d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7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Серый с фото мини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1" name="Скругленный прямоугольник 20">
            <ns1:extLst>
              <ns1:ext uri="{FF2B5EF4-FFF2-40B4-BE49-F238E27FC236}">
                <ns2:creationId id="{EFD62D56-DB63-ACC9-8ECF-2BE60FAD3F01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762000"/>
            <ns1:ext cx="16764000" cy="8763000"/>
          </ns1:xfrm>
          <ns1:prstGeom prst="roundRect">
            <ns1:avLst>
              <ns1:gd name="adj" fmla="val 7783"/>
            </ns1:avLst>
          </ns1:prstGeom>
          <ns1:solidFill>
            <ns1:schemeClr val="bg1">
              <ns1:lumMod val="95000"/>
            </ns1:schemeClr>
          </ns1:solidFill>
          <ns1:ln>
            <ns1:noFill/>
          </ns1:ln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/>
          <ns1:lstStyle/>
          <ns1:p>
            <ns1:pPr algn="ctr">
              <ns1:buNone/>
            </ns1:pPr>
            <ns1:endParaRPr/>
          </ns1:p>
        </ns0:txBody>
      </ns0:sp>
      <ns0:pic>
        <ns0:nvPicPr>
          <ns0:cNvPr id="27" name="Frame 2087329409"/>
          <ns0:cNvPicPr>
            <ns1:picLocks noChangeAspect="1"/>
          </ns0:cNvPicPr>
          <ns0:nvPr/>
        </ns0:nvPicPr>
        <ns0:blipFill>
          <ns1:blip ns3:embed="R1f90f73572d742a0">
            <ns1:extLst>
              <ns1:ext uri="{96DAC541-7B7A-43D3-8B79-37D633B846F1}">
                <ns4:svgBlip ns3:embed="R22746e1b92874f3b"/>
              </ns1:ext>
            </ns1:extLst>
          </ns1:blip>
          <ns1:srcRect l="0" t="0" r="0" b="0"/>
          <ns1:stretch/>
        </ns0:blipFill>
        <ns0:spPr>
          <ns1:xfrm>
            <ns1:off x="1616887" y="8071790"/>
            <ns1:ext cx="2200275" cy="504825"/>
          </ns1:xfrm>
          <ns1:prstGeom prst="rect">
            <ns1:avLst/>
          </ns1:prstGeom>
        </ns0:spPr>
      </ns0:pic>
      <ns0:pic>
        <ns0:nvPicPr>
          <ns0:cNvPr id="28" name="Frame 2087329418"/>
          <ns0:cNvPicPr>
            <ns1:picLocks noChangeAspect="1"/>
          </ns0:cNvPicPr>
          <ns0:nvPr/>
        </ns0:nvPicPr>
        <ns0:blipFill>
          <ns1:blip ns3:embed="R8d74af317ede450a">
            <ns1:extLst>
              <ns1:ext uri="{96DAC541-7B7A-43D3-8B79-37D633B846F1}">
                <ns4:svgBlip ns3:embed="Rdd248ee4ec24486a"/>
              </ns1:ext>
            </ns1:extLst>
          </ns1:blip>
          <ns1:srcRect l="0" t="0" r="0" b="0"/>
          <ns1:stretch/>
        </ns0:blipFill>
        <ns0:spPr>
          <ns1:xfrm>
            <ns1:off x="3942790" y="8071790"/>
            <ns1:ext cx="1143000" cy="504825"/>
          </ns1:xfrm>
          <ns1:prstGeom prst="rect">
            <ns1:avLst/>
          </ns1:prstGeom>
        </ns0:spPr>
      </ns0:pic>
      <ns0:sp>
        <ns0:nvSpPr>
          <ns0:cNvPr id="20" name="Нижний колонтитул 19">
            <ns1:extLst>
              <ns1:ext uri="{FF2B5EF4-FFF2-40B4-BE49-F238E27FC236}">
                <ns2:creationId id="{0156C3FD-8BC5-B9E7-A3F8-9697B6811696}"/>
              </ns1:ext>
            </ns1:extLst>
          </ns0:cNvPr>
          <ns0:cNvSpPr>
            <ns1:spLocks noGrp="1"/>
          </ns0:cNvSpPr>
          <ns0:nvPr>
            <ns0:ph type="ftr" idx="12"/>
          </ns0:nvPr>
        </ns0:nvSpPr>
        <ns0:spPr>
          <ns1:xfrm>
            <ns1:off x="1616887" y="8071790"/>
            <ns1:ext cx="2200275" cy="504825"/>
          </ns1:xfrm>
          <ns1:prstGeom prst="rect">
            <ns1:avLst/>
          </ns1:prstGeom>
        </ns0:spPr>
        <ns0:txBody>
          <ns1:bodyPr/>
          <ns1:lstStyle>
            <ns1:lvl1pPr algn="ctr">
              <ns1:buNone/>
              <ns1:defRPr sz="1800" b="0" i="0">
                <ns1:solidFill>
                  <ns1:schemeClr val="tx1">
                    <ns1:lumMod val="75000"/>
                    <ns1:lumOff val="25000"/>
                  </ns1:schemeClr>
                </ns1:solidFill>
                <ns1:latin typeface="Golos Text"/>
                <ns1:ea typeface="Golos Text"/>
                <ns1:cs typeface="Golos Text"/>
              </ns1:defRPr>
            </ns1:lvl1pPr>
          </ns1:lstStyle>
          <ns1:p>
            <ns1:r>
              <ns1:t>ДИТ Москвы</ns1:t>
            </ns1:r>
            <ns1:endParaRPr/>
          </ns1:p>
        </ns0:txBody>
      </ns0:sp>
      <ns0:sp>
        <ns0:nvSpPr>
          <ns0:cNvPr id="23" name="Текст 22">
            <ns1:extLst>
              <ns1:ext uri="{FF2B5EF4-FFF2-40B4-BE49-F238E27FC236}">
                <ns2:creationId id="{F0EDD9B6-A37B-A59C-ABA6-948705394FA5}"/>
              </ns1:ext>
            </ns1:extLst>
          </ns0:cNvPr>
          <ns0:cNvSpPr>
            <ns1:spLocks noGrp="1"/>
          </ns0:cNvSpPr>
          <ns0:nvPr>
            <ns0:ph type="body" idx="13" hasCustomPrompt="1"/>
          </ns0:nvPr>
        </ns0:nvSpPr>
        <ns0:spPr>
          <ns1:xfrm>
            <ns1:off x="3942155" y="8071790"/>
            <ns1:ext cx="1143000" cy="504825"/>
          </ns1:xfrm>
        </ns0:spPr>
        <ns0:txBody>
          <ns1:bodyPr anchor="ctr">
            <ns1:noAutofit/>
          </ns1:bodyPr>
          <ns1:lstStyle>
            <ns1:lvl1pPr marL="0" indent="0" algn="ctr">
              <ns1:buNone/>
              <ns1:defRPr sz="1800">
                <ns1:solidFill>
                  <ns1:schemeClr val="tx1">
                    <ns1:lumMod val="75000"/>
                    <ns1:lumOff val="25000"/>
                  </ns1:schemeClr>
                </ns1:solidFill>
              </ns1:defRPr>
            </ns1:lvl1pPr>
            <ns1:lvl2pPr>
              <ns1:buNone/>
              <ns1:defRPr sz="1800"/>
            </ns1:lvl2pPr>
            <ns1:lvl3pPr>
              <ns1:buNone/>
              <ns1:defRPr sz="1800"/>
            </ns1:lvl3pPr>
            <ns1:lvl4pPr>
              <ns1:buNone/>
              <ns1:defRPr sz="1800"/>
            </ns1:lvl4pPr>
            <ns1:lvl5pPr>
              <ns1:buNone/>
              <ns1:defRPr sz="1800"/>
            </ns1:lvl5pPr>
          </ns1:lstStyle>
          <ns1:p>
            <ns1:pPr lvl="0">
              <ns1:buNone/>
            </ns1:pPr>
            <ns1:r>
              <ns1:t>202</ns1:t>
            </ns1:r>
            <ns1:r>
              <ns1:t>6</ns1:t>
            </ns1:r>
            <ns1:endParaRPr/>
          </ns1:p>
        </ns0:txBody>
      </ns0:sp>
      <ns0:sp>
        <ns0:nvSpPr>
          <ns0:cNvPr id="13" name="Заголовок 12">
            <ns1:extLst>
              <ns1:ext uri="{FF2B5EF4-FFF2-40B4-BE49-F238E27FC236}">
                <ns2:creationId id="{31E684B5-33D2-A3FB-A5D8-F7F0CCFF4547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1604530" y="4815706"/>
            <ns1:ext cx="8206740" cy="1595437"/>
          </ns1:xfrm>
        </ns0:spPr>
        <ns0:txBody>
          <ns1:bodyPr anchor="t"/>
          <ns1:lstStyle>
            <ns1:lvl1pPr algn="l">
              <ns1:buNone/>
              <ns1:defRPr/>
            </ns1:lvl1pPr>
          </ns1:lstStyle>
          <ns1:p>
            <ns1:r>
              <ns1:t>Заголовок в две строки</ns1:t>
            </ns1:r>
          </ns1:p>
        </ns0:txBody>
      </ns0:sp>
      <ns0:sp>
        <ns0:nvSpPr>
          <ns0:cNvPr id="19" name="Текст 18">
            <ns1:extLst>
              <ns1:ext uri="{FF2B5EF4-FFF2-40B4-BE49-F238E27FC236}">
                <ns2:creationId id="{F78FE1B5-C685-96FF-743D-30117E8A4ADF}"/>
              </ns1:ext>
            </ns1:extLst>
          </ns0:cNvPr>
          <ns0:cNvSpPr>
            <ns1:spLocks noGrp="1"/>
          </ns0:cNvSpPr>
          <ns0:nvPr>
            <ns0:ph type="body" idx="11" hasCustomPrompt="1"/>
          </ns0:nvPr>
        </ns0:nvSpPr>
        <ns0:spPr>
          <ns1:xfrm>
            <ns1:off x="1604530" y="6639743"/>
            <ns1:ext cx="8206740" cy="914400"/>
          </ns1:xfrm>
        </ns0:spPr>
        <ns0:txBody>
          <ns1:bodyPr>
            <ns1:noAutofit/>
          </ns1:bodyPr>
          <ns1:lstStyle>
            <ns1:lvl1pPr marL="0" indent="0">
              <ns1:buNone/>
              <ns1:defRPr sz="2400"/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темы или содержания презентации в две строки</ns1:t>
            </ns1:r>
          </ns1:p>
        </ns0:txBody>
      </ns0:sp>
      <ns0:sp>
        <ns0:nvSpPr>
          <ns0:cNvPr id="10" name="Рисунок 3">
            <ns1:extLst>
              <ns1:ext uri="{FF2B5EF4-FFF2-40B4-BE49-F238E27FC236}">
                <ns2:creationId id="{CE7EF513-2302-CAE6-6512-349245DAF970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6423962" y="1717291"/>
            <ns1:ext cx="1922462" cy="714375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1" name="Текст 16">
            <ns1:extLst>
              <ns1:ext uri="{FF2B5EF4-FFF2-40B4-BE49-F238E27FC236}">
                <ns2:creationId id="{DC4B12B6-929F-CF1E-266C-37F67A74FEED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616887" y="1717291"/>
            <ns1:ext cx="1857375" cy="714375"/>
          </ns1:xfrm>
          <ns1:prstGeom prst="rect">
            <ns1:avLst/>
          </ns1:prstGeom>
          <ns1:blipFill>
            <ns1:blip ns3:embed="Re79e5201fdb04fc3">
              <ns1:extLst>
                <ns1:ext uri="{96DAC541-7B7A-43D3-8B79-37D633B846F1}">
                  <ns4:svgBlip ns3:embed="Rd581bd5458f746f4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2" name="Текст 16">
            <ns1:extLst>
              <ns1:ext uri="{FF2B5EF4-FFF2-40B4-BE49-F238E27FC236}">
                <ns2:creationId id="{40D96478-811C-9DAA-57FA-8D9414A16E6B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3805451" y="1717291"/>
            <ns1:ext cx="2293191" cy="714375"/>
          </ns1:xfrm>
          <ns1:prstGeom prst="rect">
            <ns1:avLst/>
          </ns1:prstGeom>
          <ns1:blipFill>
            <ns1:blip ns3:embed="Rc356e36db4e041f7">
              <ns1:extLst>
                <ns1:ext uri="{96DAC541-7B7A-43D3-8B79-37D633B846F1}">
                  <ns4:svgBlip ns3:embed="R8653f7dfacc8463c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2" name="Рисунок 2">
            <ns1:extLst>
              <ns1:ext uri="{FF2B5EF4-FFF2-40B4-BE49-F238E27FC236}">
                <ns2:creationId id="{178221EC-589C-31F9-AFF2-32E3C5226032}"/>
              </ns1:ext>
            </ns1:extLst>
          </ns0:cNvPr>
          <ns0:cNvSpPr>
            <ns1:spLocks noGrp="1"/>
          </ns0:cNvSpPr>
          <ns0:nvPr>
            <ns0:ph type="pic" idx="14" hasCustomPrompt="1"/>
          </ns0:nvPr>
        </ns0:nvSpPr>
        <ns0:spPr>
          <ns1:xfrm>
            <ns1:off x="11195222" y="762000"/>
            <ns1:ext cx="6330778" cy="8763000"/>
          </ns1:xfrm>
          <ns1:prstGeom prst="round2SameRect">
            <ns1:avLst>
              <ns1:gd name="adj1" fmla="val 10036"/>
              <ns1:gd name="adj2" fmla="val 10569"/>
            </ns1:avLst>
          </ns1:prstGeom>
          <ns1:blipFill>
            <ns1:blip ns3:embed="R732438a00e434588"/>
            <ns1:srcRect l="0" t="0" r="0" b="0"/>
            <ns1:stretch>
              <ns1:fillRect l="-49816" t="0" r="-96262" b="0"/>
            </ns1:stretch>
          </ns1:blipFill>
        </ns0:spPr>
        <ns0:txBody>
          <ns1:bodyPr/>
          <ns1:lstStyle>
            <ns1:lvl1pPr marL="0" indent="0">
              <ns1:buNone/>
              <ns1:defRPr/>
            </ns1:lvl1pPr>
          </ns1:lstStyle>
          <ns1:p>
            <ns1:r>
              <ns1:t> </ns1:t>
            </ns1:r>
          </ns1:p>
        </ns0:txBody>
      </ns0:sp>
    </ns0:spTree>
  </ns0:cSld>
</ns0:sldLayout>
</file>

<file path=ppt/slideLayouts/slideLayout8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Красный с фото мини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1" name="Скругленный прямоугольник 20">
            <ns1:extLst>
              <ns1:ext uri="{FF2B5EF4-FFF2-40B4-BE49-F238E27FC236}">
                <ns2:creationId id="{EFD62D56-DB63-ACC9-8ECF-2BE60FAD3F01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762000"/>
            <ns1:ext cx="16764000" cy="8763000"/>
          </ns1:xfrm>
          <ns1:prstGeom prst="roundRect">
            <ns1:avLst>
              <ns1:gd name="adj" fmla="val 7783"/>
            </ns1:avLst>
          </ns1:prstGeom>
          <ns1:solidFill>
            <ns1:srgbClr val="FF254A"/>
          </ns1:solidFill>
          <ns1:ln>
            <ns1:noFill/>
          </ns1:ln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/>
          <ns1:lstStyle/>
          <ns1:p>
            <ns1:pPr algn="ctr">
              <ns1:buNone/>
            </ns1:pPr>
            <ns1:endParaRPr/>
          </ns1:p>
        </ns0:txBody>
      </ns0:sp>
      <ns0:pic>
        <ns0:nvPicPr>
          <ns0:cNvPr id="27" name="Frame 2087329409"/>
          <ns0:cNvPicPr>
            <ns1:picLocks noChangeAspect="1"/>
          </ns0:cNvPicPr>
          <ns0:nvPr/>
        </ns0:nvPicPr>
        <ns0:blipFill>
          <ns1:blip ns3:embed="R84926c3dc0564078">
            <ns1:extLst>
              <ns1:ext uri="{96DAC541-7B7A-43D3-8B79-37D633B846F1}">
                <ns4:svgBlip ns3:embed="R452d358ae0cc4c54"/>
              </ns1:ext>
            </ns1:extLst>
          </ns1:blip>
          <ns1:srcRect l="0" t="0" r="0" b="0"/>
          <ns1:stretch/>
        </ns0:blipFill>
        <ns0:spPr>
          <ns1:xfrm>
            <ns1:off x="1612174" y="8088261"/>
            <ns1:ext cx="2200275" cy="504825"/>
          </ns1:xfrm>
          <ns1:prstGeom prst="rect">
            <ns1:avLst/>
          </ns1:prstGeom>
        </ns0:spPr>
      </ns0:pic>
      <ns0:pic>
        <ns0:nvPicPr>
          <ns0:cNvPr id="28" name="Frame 2087329418"/>
          <ns0:cNvPicPr>
            <ns1:picLocks noChangeAspect="1"/>
          </ns0:cNvPicPr>
          <ns0:nvPr/>
        </ns0:nvPicPr>
        <ns0:blipFill>
          <ns1:blip ns3:embed="Rb69ee446a65c4dcc">
            <ns1:extLst>
              <ns1:ext uri="{96DAC541-7B7A-43D3-8B79-37D633B846F1}">
                <ns4:svgBlip ns3:embed="R94e5087628fc4525"/>
              </ns1:ext>
            </ns1:extLst>
          </ns1:blip>
          <ns1:srcRect l="0" t="0" r="0" b="0"/>
          <ns1:stretch/>
        </ns0:blipFill>
        <ns0:spPr>
          <ns1:xfrm>
            <ns1:off x="3950434" y="8088261"/>
            <ns1:ext cx="1143000" cy="504825"/>
          </ns1:xfrm>
          <ns1:prstGeom prst="rect">
            <ns1:avLst/>
          </ns1:prstGeom>
        </ns0:spPr>
      </ns0:pic>
      <ns0:sp>
        <ns0:nvSpPr>
          <ns0:cNvPr id="20" name="Нижний колонтитул 19">
            <ns1:extLst>
              <ns1:ext uri="{FF2B5EF4-FFF2-40B4-BE49-F238E27FC236}">
                <ns2:creationId id="{0156C3FD-8BC5-B9E7-A3F8-9697B6811696}"/>
              </ns1:ext>
            </ns1:extLst>
          </ns0:cNvPr>
          <ns0:cNvSpPr>
            <ns1:spLocks noGrp="1"/>
          </ns0:cNvSpPr>
          <ns0:nvPr>
            <ns0:ph type="ftr" idx="12"/>
          </ns0:nvPr>
        </ns0:nvSpPr>
        <ns0:spPr>
          <ns1:xfrm>
            <ns1:off x="1716899" y="8119450"/>
            <ns1:ext cx="2000250" cy="458932"/>
          </ns1:xfrm>
          <ns1:prstGeom prst="rect">
            <ns1:avLst/>
          </ns1:prstGeom>
        </ns0:spPr>
        <ns0:txBody>
          <ns1:bodyPr/>
          <ns1:lstStyle>
            <ns1:lvl1pPr algn="ctr">
              <ns1:buNone/>
              <ns1:defRPr sz="18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</ns1:lstStyle>
          <ns1:p>
            <ns1:r>
              <ns1:t>ДИТ Москвы</ns1:t>
            </ns1:r>
            <ns1:endParaRPr/>
          </ns1:p>
        </ns0:txBody>
      </ns0:sp>
      <ns0:sp>
        <ns0:nvSpPr>
          <ns0:cNvPr id="23" name="Текст 22">
            <ns1:extLst>
              <ns1:ext uri="{FF2B5EF4-FFF2-40B4-BE49-F238E27FC236}">
                <ns2:creationId id="{F0EDD9B6-A37B-A59C-ABA6-948705394FA5}"/>
              </ns1:ext>
            </ns1:extLst>
          </ns0:cNvPr>
          <ns0:cNvSpPr>
            <ns1:spLocks noGrp="1"/>
          </ns0:cNvSpPr>
          <ns0:nvPr>
            <ns0:ph type="body" idx="13" hasCustomPrompt="1"/>
          </ns0:nvPr>
        </ns0:nvSpPr>
        <ns0:spPr>
          <ns1:xfrm>
            <ns1:off x="3994110" y="8119450"/>
            <ns1:ext cx="1039091" cy="458932"/>
          </ns1:xfrm>
        </ns0:spPr>
        <ns0:txBody>
          <ns1:bodyPr anchor="ctr">
            <ns1:noAutofit/>
          </ns1:bodyPr>
          <ns1:lstStyle>
            <ns1:lvl1pPr marL="0" indent="0" algn="ctr">
              <ns1:buNone/>
              <ns1:defRPr sz="1800">
                <ns1:solidFill>
                  <ns1:schemeClr val="bg1"/>
                </ns1:solidFill>
              </ns1:defRPr>
            </ns1:lvl1pPr>
            <ns1:lvl2pPr>
              <ns1:buNone/>
              <ns1:defRPr sz="1800"/>
            </ns1:lvl2pPr>
            <ns1:lvl3pPr>
              <ns1:buNone/>
              <ns1:defRPr sz="1800"/>
            </ns1:lvl3pPr>
            <ns1:lvl4pPr>
              <ns1:buNone/>
              <ns1:defRPr sz="1800"/>
            </ns1:lvl4pPr>
            <ns1:lvl5pPr>
              <ns1:buNone/>
              <ns1:defRPr sz="1800"/>
            </ns1:lvl5pPr>
          </ns1:lstStyle>
          <ns1:p>
            <ns1:pPr lvl="0">
              <ns1:buNone/>
            </ns1:pPr>
            <ns1:r>
              <ns1:t>202</ns1:t>
            </ns1:r>
            <ns1:r>
              <ns1:t>6</ns1:t>
            </ns1:r>
            <ns1:endParaRPr/>
          </ns1:p>
        </ns0:txBody>
      </ns0:sp>
      <ns0:sp>
        <ns0:nvSpPr>
          <ns0:cNvPr id="13" name="Заголовок 12">
            <ns1:extLst>
              <ns1:ext uri="{FF2B5EF4-FFF2-40B4-BE49-F238E27FC236}">
                <ns2:creationId id="{31E684B5-33D2-A3FB-A5D8-F7F0CCFF4547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1604530" y="4815706"/>
            <ns1:ext cx="8206740" cy="1595437"/>
          </ns1:xfrm>
        </ns0:spPr>
        <ns0:txBody>
          <ns1:bodyPr anchor="t"/>
          <ns1:lstStyle>
            <ns1:lvl1pPr algn="l">
              <ns1:buNone/>
              <ns1:defRPr>
                <ns1:solidFill>
                  <ns1:schemeClr val="bg1"/>
                </ns1:solidFill>
              </ns1:defRPr>
            </ns1:lvl1pPr>
          </ns1:lstStyle>
          <ns1:p>
            <ns1:r>
              <ns1:t>Заголовок в две строки</ns1:t>
            </ns1:r>
          </ns1:p>
        </ns0:txBody>
      </ns0:sp>
      <ns0:sp>
        <ns0:nvSpPr>
          <ns0:cNvPr id="19" name="Текст 18">
            <ns1:extLst>
              <ns1:ext uri="{FF2B5EF4-FFF2-40B4-BE49-F238E27FC236}">
                <ns2:creationId id="{F78FE1B5-C685-96FF-743D-30117E8A4ADF}"/>
              </ns1:ext>
            </ns1:extLst>
          </ns0:cNvPr>
          <ns0:cNvSpPr>
            <ns1:spLocks noGrp="1"/>
          </ns0:cNvSpPr>
          <ns0:nvPr>
            <ns0:ph type="body" idx="11" hasCustomPrompt="1"/>
          </ns0:nvPr>
        </ns0:nvSpPr>
        <ns0:spPr>
          <ns1:xfrm>
            <ns1:off x="1604530" y="6639743"/>
            <ns1:ext cx="8206740" cy="914400"/>
          </ns1:xfrm>
        </ns0:spPr>
        <ns0:txBody>
          <ns1:bodyPr>
            <ns1:noAutofit/>
          </ns1:bodyPr>
          <ns1:lstStyle>
            <ns1:lvl1pPr marL="0" indent="0">
              <ns1:buNone/>
              <ns1:defRPr sz="2400">
                <ns1:solidFill>
                  <ns1:schemeClr val="bg1"/>
                </ns1:solidFill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темы или содержания презентации в две строки</ns1:t>
            </ns1:r>
          </ns1:p>
        </ns0:txBody>
      </ns0:sp>
      <ns0:sp>
        <ns0:nvSpPr>
          <ns0:cNvPr id="5" name="Рисунок 3">
            <ns1:extLst>
              <ns1:ext uri="{FF2B5EF4-FFF2-40B4-BE49-F238E27FC236}">
                <ns2:creationId id="{CC9205CA-DADA-36B1-EA38-3A16BCD10D02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6423962" y="1717291"/>
            <ns1:ext cx="1922462" cy="714375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6" name="Текст 16">
            <ns1:extLst>
              <ns1:ext uri="{FF2B5EF4-FFF2-40B4-BE49-F238E27FC236}">
                <ns2:creationId id="{F937EBD6-A41B-ACA0-BB36-FD9521657CC3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616887" y="1717291"/>
            <ns1:ext cx="1857375" cy="714375"/>
          </ns1:xfrm>
          <ns1:prstGeom prst="rect">
            <ns1:avLst/>
          </ns1:prstGeom>
          <ns1:blipFill>
            <ns1:blip ns3:embed="R6235047b1cc14e94">
              <ns1:extLst>
                <ns1:ext uri="{96DAC541-7B7A-43D3-8B79-37D633B846F1}">
                  <ns4:svgBlip ns3:embed="R339638a1ce294b36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9" name="Текст 16">
            <ns1:extLst>
              <ns1:ext uri="{FF2B5EF4-FFF2-40B4-BE49-F238E27FC236}">
                <ns2:creationId id="{4DAF236C-0099-600C-BA8E-8C786203D5E8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3805451" y="1717291"/>
            <ns1:ext cx="2293191" cy="714375"/>
          </ns1:xfrm>
          <ns1:prstGeom prst="rect">
            <ns1:avLst/>
          </ns1:prstGeom>
          <ns1:blipFill>
            <ns1:blip ns3:embed="R55dd92a4de7748d7">
              <ns1:extLst>
                <ns1:ext uri="{96DAC541-7B7A-43D3-8B79-37D633B846F1}">
                  <ns4:svgBlip ns3:embed="Rd4cfba11645b418b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3" name="Рисунок 2">
            <ns1:extLst>
              <ns1:ext uri="{FF2B5EF4-FFF2-40B4-BE49-F238E27FC236}">
                <ns2:creationId id="{CE29C2C9-86FF-F1CF-8345-37AE1B47731C}"/>
              </ns1:ext>
            </ns1:extLst>
          </ns0:cNvPr>
          <ns0:cNvSpPr>
            <ns1:spLocks noGrp="1"/>
          </ns0:cNvSpPr>
          <ns0:nvPr>
            <ns0:ph type="pic" idx="14" hasCustomPrompt="1"/>
          </ns0:nvPr>
        </ns0:nvSpPr>
        <ns0:spPr>
          <ns1:xfrm>
            <ns1:off x="11195222" y="762000"/>
            <ns1:ext cx="6330778" cy="8763000"/>
          </ns1:xfrm>
          <ns1:prstGeom prst="round2SameRect">
            <ns1:avLst>
              <ns1:gd name="adj1" fmla="val 10036"/>
              <ns1:gd name="adj2" fmla="val 10569"/>
            </ns1:avLst>
          </ns1:prstGeom>
          <ns1:blipFill>
            <ns1:blip ns3:embed="R9de422f7854e4b53"/>
            <ns1:srcRect l="0" t="0" r="0" b="0"/>
            <ns1:stretch>
              <ns1:fillRect l="-49816" t="0" r="-96262" b="0"/>
            </ns1:stretch>
          </ns1:blipFill>
        </ns0:spPr>
        <ns0:txBody>
          <ns1:bodyPr/>
          <ns1:lstStyle>
            <ns1:lvl1pPr marL="0" indent="0">
              <ns1:buNone/>
              <ns1:defRPr/>
            </ns1:lvl1pPr>
          </ns1:lstStyle>
          <ns1:p>
            <ns1:r>
              <ns1:t> </ns1:t>
            </ns1:r>
          </ns1:p>
        </ns0:txBody>
      </ns0:sp>
    </ns0:spTree>
  </ns0:cSld>
</ns0:sldLayout>
</file>

<file path=ppt/slideLayouts/slideLayout9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4 этапа в ряд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8" name="Рисунок 7">
            <ns1:extLst>
              <ns1:ext uri="{FF2B5EF4-FFF2-40B4-BE49-F238E27FC236}">
                <ns2:creationId id="{82A0FC28-554E-C181-B6D8-690EE1D82358}"/>
              </ns1:ext>
            </ns1:extLst>
          </ns0:cNvPr>
          <ns0:cNvSpPr>
            <ns1:spLocks noGrp="1"/>
          </ns0:cNvSpPr>
          <ns0:nvPr>
            <ns0:ph type="pic" idx="26" hasCustomPrompt="1"/>
          </ns0:nvPr>
        </ns0:nvSpPr>
        <ns0:spPr>
          <ns1:xfrm>
            <ns1:off x="952500" y="2476500"/>
            <ns1:ext cx="3924300" cy="6515100"/>
          </ns1:xfrm>
          <ns1:prstGeom prst="roundRect">
            <ns1:avLst>
              <ns1:gd name="adj" fmla="val 7574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/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40" name="Текст 39">
            <ns1:extLst>
              <ns1:ext uri="{FF2B5EF4-FFF2-40B4-BE49-F238E27FC236}">
                <ns2:creationId id="{CB25F473-D73D-9900-E6F1-3D7C8865ED59}"/>
              </ns1:ext>
            </ns1:extLst>
          </ns0:cNvPr>
          <ns0:cNvSpPr>
            <ns1:spLocks noGrp="1"/>
          </ns0:cNvSpPr>
          <ns0:nvPr>
            <ns0:ph type="body" idx="11" hasCustomPrompt="1"/>
          </ns0:nvPr>
        </ns0:nvSpPr>
        <ns0:spPr>
          <ns1:xfrm>
            <ns1:off x="1265238" y="3441945"/>
            <ns1:ext cx="3268662" cy="874712"/>
          </ns1:xfrm>
        </ns0:spPr>
        <ns0:txBody>
          <ns1:bodyPr>
            <ns1:noAutofit/>
          </ns1:bodyPr>
          <ns1:lstStyle>
            <ns1:lvl1pPr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 в 1 или 2 строки</ns1:t>
            </ns1:r>
          </ns1:p>
        </ns0:txBody>
      </ns0:sp>
      <ns0:sp>
        <ns0:nvSpPr>
          <ns0:cNvPr id="42" name="Текст 41">
            <ns1:extLst>
              <ns1:ext uri="{FF2B5EF4-FFF2-40B4-BE49-F238E27FC236}">
                <ns2:creationId id="{CA8EB38A-CC67-9B77-4CD3-CFC0B0FFB9C3}"/>
              </ns1:ext>
            </ns1:extLst>
          </ns0:cNvPr>
          <ns0:cNvSpPr>
            <ns1:spLocks noGrp="1"/>
          </ns0:cNvSpPr>
          <ns0:nvPr>
            <ns0:ph type="body" idx="12" hasCustomPrompt="1"/>
          </ns0:nvPr>
        </ns0:nvSpPr>
        <ns0:spPr>
          <ns1:xfrm>
            <ns1:off x="1265237" y="2759481"/>
            <ns1:ext cx="542985" cy="542985"/>
          </ns1:xfrm>
          <ns1:prstGeom prst="roundRect">
            <ns1:avLst>
              <ns1:gd name="adj" fmla="val 22334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 baseline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01</ns1:t>
            </ns1:r>
          </ns1:p>
        </ns0:txBody>
      </ns0:sp>
      <ns0:sp>
        <ns0:nvSpPr>
          <ns0:cNvPr id="3" name="Текст 39">
            <ns1:extLst>
              <ns1:ext uri="{FF2B5EF4-FFF2-40B4-BE49-F238E27FC236}">
                <ns2:creationId id="{81D20301-043D-7A96-6727-972B3B874D83}"/>
              </ns1:ext>
            </ns1:extLst>
          </ns0:cNvPr>
          <ns0:cNvSpPr>
            <ns1:spLocks noGrp="1"/>
          </ns0:cNvSpPr>
          <ns0:nvPr>
            <ns0:ph type="body" idx="22" hasCustomPrompt="1"/>
          </ns0:nvPr>
        </ns0:nvSpPr>
        <ns0:spPr>
          <ns1:xfrm>
            <ns1:off x="1265238" y="4310032"/>
            <ns1:ext cx="3268662" cy="2538169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ns1:t>
            </ns1:r>
          </ns1:p>
        </ns0:txBody>
      </ns0:sp>
      <ns0:sp>
        <ns0:nvSpPr>
          <ns0:cNvPr id="15" name="Рисунок 7">
            <ns1:extLst>
              <ns1:ext uri="{FF2B5EF4-FFF2-40B4-BE49-F238E27FC236}">
                <ns2:creationId id="{E51B7E66-3FC7-30F1-6535-762D81AD7FCA}"/>
              </ns1:ext>
            </ns1:extLst>
          </ns0:cNvPr>
          <ns0:cNvSpPr>
            <ns1:spLocks noGrp="1"/>
          </ns0:cNvSpPr>
          <ns0:nvPr>
            <ns0:ph type="pic" idx="27" hasCustomPrompt="1"/>
          </ns0:nvPr>
        </ns0:nvSpPr>
        <ns0:spPr>
          <ns1:xfrm>
            <ns1:off x="5095875" y="2476500"/>
            <ns1:ext cx="3924300" cy="6515100"/>
          </ns1:xfrm>
          <ns1:prstGeom prst="roundRect">
            <ns1:avLst>
              <ns1:gd name="adj" fmla="val 7574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/>
            </ns1:lvl1pPr>
          </ns1:lstStyle>
          <ns1:p>
            <ns1:r>
              <ns1:t> </ns1:t>
            </ns1:r>
          </ns1:p>
        </ns0:txBody>
      </ns0:sp>
      <ns0:sp>
        <ns0:nvSpPr>
          <ns0:cNvPr id="16" name="Текст 39">
            <ns1:extLst>
              <ns1:ext uri="{FF2B5EF4-FFF2-40B4-BE49-F238E27FC236}">
                <ns2:creationId id="{B703F19F-187B-1863-7EF3-5532AF2F1B0A}"/>
              </ns1:ext>
            </ns1:extLst>
          </ns0:cNvPr>
          <ns0:cNvSpPr>
            <ns1:spLocks noGrp="1"/>
          </ns0:cNvSpPr>
          <ns0:nvPr>
            <ns0:ph type="body" idx="28" hasCustomPrompt="1"/>
          </ns0:nvPr>
        </ns0:nvSpPr>
        <ns0:spPr>
          <ns1:xfrm>
            <ns1:off x="5408613" y="3441945"/>
            <ns1:ext cx="3268662" cy="874712"/>
          </ns1:xfrm>
        </ns0:spPr>
        <ns0:txBody>
          <ns1:bodyPr>
            <ns1:noAutofit/>
          </ns1:bodyPr>
          <ns1:lstStyle>
            <ns1:lvl1pPr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 в 1 или 2 строки</ns1:t>
            </ns1:r>
          </ns1:p>
        </ns0:txBody>
      </ns0:sp>
      <ns0:sp>
        <ns0:nvSpPr>
          <ns0:cNvPr id="17" name="Текст 41">
            <ns1:extLst>
              <ns1:ext uri="{FF2B5EF4-FFF2-40B4-BE49-F238E27FC236}">
                <ns2:creationId id="{3C552793-89C5-91EF-B60C-32C21F4BE290}"/>
              </ns1:ext>
            </ns1:extLst>
          </ns0:cNvPr>
          <ns0:cNvSpPr>
            <ns1:spLocks noGrp="1"/>
          </ns0:cNvSpPr>
          <ns0:nvPr>
            <ns0:ph type="body" idx="29" hasCustomPrompt="1"/>
          </ns0:nvPr>
        </ns0:nvSpPr>
        <ns0:spPr>
          <ns1:xfrm>
            <ns1:off x="5408612" y="2759481"/>
            <ns1:ext cx="542985" cy="542985"/>
          </ns1:xfrm>
          <ns1:prstGeom prst="roundRect">
            <ns1:avLst>
              <ns1:gd name="adj" fmla="val 22334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 baseline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02</ns1:t>
            </ns1:r>
          </ns1:p>
        </ns0:txBody>
      </ns0:sp>
      <ns0:sp>
        <ns0:nvSpPr>
          <ns0:cNvPr id="18" name="Текст 39">
            <ns1:extLst>
              <ns1:ext uri="{FF2B5EF4-FFF2-40B4-BE49-F238E27FC236}">
                <ns2:creationId id="{83CE2A76-08B8-FF2E-F1D8-1F224A63D98C}"/>
              </ns1:ext>
            </ns1:extLst>
          </ns0:cNvPr>
          <ns0:cNvSpPr>
            <ns1:spLocks noGrp="1"/>
          </ns0:cNvSpPr>
          <ns0:nvPr>
            <ns0:ph type="body" idx="30" hasCustomPrompt="1"/>
          </ns0:nvPr>
        </ns0:nvSpPr>
        <ns0:spPr>
          <ns1:xfrm>
            <ns1:off x="5408613" y="4310032"/>
            <ns1:ext cx="3268662" cy="2538169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ns1:t>
            </ns1:r>
          </ns1:p>
        </ns0:txBody>
      </ns0:sp>
      <ns0:sp>
        <ns0:nvSpPr>
          <ns0:cNvPr id="19" name="Рисунок 7">
            <ns1:extLst>
              <ns1:ext uri="{FF2B5EF4-FFF2-40B4-BE49-F238E27FC236}">
                <ns2:creationId id="{BDDD2059-7226-D2BD-54E0-18E0BB7D28C0}"/>
              </ns1:ext>
            </ns1:extLst>
          </ns0:cNvPr>
          <ns0:cNvSpPr>
            <ns1:spLocks noGrp="1"/>
          </ns0:cNvSpPr>
          <ns0:nvPr>
            <ns0:ph type="pic" idx="31" hasCustomPrompt="1"/>
          </ns0:nvPr>
        </ns0:nvSpPr>
        <ns0:spPr>
          <ns1:xfrm>
            <ns1:off x="9283700" y="2476500"/>
            <ns1:ext cx="3924300" cy="6515100"/>
          </ns1:xfrm>
          <ns1:prstGeom prst="roundRect">
            <ns1:avLst>
              <ns1:gd name="adj" fmla="val 7574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/>
            </ns1:lvl1pPr>
          </ns1:lstStyle>
          <ns1:p>
            <ns1:r>
              <ns1:t> </ns1:t>
            </ns1:r>
          </ns1:p>
        </ns0:txBody>
      </ns0:sp>
      <ns0:sp>
        <ns0:nvSpPr>
          <ns0:cNvPr id="20" name="Текст 39">
            <ns1:extLst>
              <ns1:ext uri="{FF2B5EF4-FFF2-40B4-BE49-F238E27FC236}">
                <ns2:creationId id="{ABFF9C8F-4B65-20FA-C508-33AE1F23AD63}"/>
              </ns1:ext>
            </ns1:extLst>
          </ns0:cNvPr>
          <ns0:cNvSpPr>
            <ns1:spLocks noGrp="1"/>
          </ns0:cNvSpPr>
          <ns0:nvPr>
            <ns0:ph type="body" idx="32" hasCustomPrompt="1"/>
          </ns0:nvPr>
        </ns0:nvSpPr>
        <ns0:spPr>
          <ns1:xfrm>
            <ns1:off x="9596438" y="3441945"/>
            <ns1:ext cx="3268662" cy="874712"/>
          </ns1:xfrm>
        </ns0:spPr>
        <ns0:txBody>
          <ns1:bodyPr>
            <ns1:noAutofit/>
          </ns1:bodyPr>
          <ns1:lstStyle>
            <ns1:lvl1pPr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 в 1 или 2 строки</ns1:t>
            </ns1:r>
          </ns1:p>
        </ns0:txBody>
      </ns0:sp>
      <ns0:sp>
        <ns0:nvSpPr>
          <ns0:cNvPr id="21" name="Текст 41">
            <ns1:extLst>
              <ns1:ext uri="{FF2B5EF4-FFF2-40B4-BE49-F238E27FC236}">
                <ns2:creationId id="{0F2A5F2F-0F8A-B496-3B9D-154577443B0C}"/>
              </ns1:ext>
            </ns1:extLst>
          </ns0:cNvPr>
          <ns0:cNvSpPr>
            <ns1:spLocks noGrp="1"/>
          </ns0:cNvSpPr>
          <ns0:nvPr>
            <ns0:ph type="body" idx="33" hasCustomPrompt="1"/>
          </ns0:nvPr>
        </ns0:nvSpPr>
        <ns0:spPr>
          <ns1:xfrm>
            <ns1:off x="9596437" y="2759481"/>
            <ns1:ext cx="542985" cy="542985"/>
          </ns1:xfrm>
          <ns1:prstGeom prst="roundRect">
            <ns1:avLst>
              <ns1:gd name="adj" fmla="val 22334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 baseline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03</ns1:t>
            </ns1:r>
          </ns1:p>
        </ns0:txBody>
      </ns0:sp>
      <ns0:sp>
        <ns0:nvSpPr>
          <ns0:cNvPr id="22" name="Текст 39">
            <ns1:extLst>
              <ns1:ext uri="{FF2B5EF4-FFF2-40B4-BE49-F238E27FC236}">
                <ns2:creationId id="{95CE011B-FC10-ABAC-B2F5-7FC0F0EF7C13}"/>
              </ns1:ext>
            </ns1:extLst>
          </ns0:cNvPr>
          <ns0:cNvSpPr>
            <ns1:spLocks noGrp="1"/>
          </ns0:cNvSpPr>
          <ns0:nvPr>
            <ns0:ph type="body" idx="34" hasCustomPrompt="1"/>
          </ns0:nvPr>
        </ns0:nvSpPr>
        <ns0:spPr>
          <ns1:xfrm>
            <ns1:off x="9596438" y="4310032"/>
            <ns1:ext cx="3268662" cy="2538169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ns1:t>
            </ns1:r>
          </ns1:p>
        </ns0:txBody>
      </ns0:sp>
      <ns0:sp>
        <ns0:nvSpPr>
          <ns0:cNvPr id="23" name="Рисунок 7">
            <ns1:extLst>
              <ns1:ext uri="{FF2B5EF4-FFF2-40B4-BE49-F238E27FC236}">
                <ns2:creationId id="{1ABDDE68-6258-DDCB-028F-0E208115B9FB}"/>
              </ns1:ext>
            </ns1:extLst>
          </ns0:cNvPr>
          <ns0:cNvSpPr>
            <ns1:spLocks noGrp="1"/>
          </ns0:cNvSpPr>
          <ns0:nvPr>
            <ns0:ph type="pic" idx="35" hasCustomPrompt="1"/>
          </ns0:nvPr>
        </ns0:nvSpPr>
        <ns0:spPr>
          <ns1:xfrm>
            <ns1:off x="13427075" y="2476500"/>
            <ns1:ext cx="3924300" cy="6515100"/>
          </ns1:xfrm>
          <ns1:prstGeom prst="roundRect">
            <ns1:avLst>
              <ns1:gd name="adj" fmla="val 7574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/>
            </ns1:lvl1pPr>
          </ns1:lstStyle>
          <ns1:p>
            <ns1:r>
              <ns1:t> </ns1:t>
            </ns1:r>
          </ns1:p>
        </ns0:txBody>
      </ns0:sp>
      <ns0:sp>
        <ns0:nvSpPr>
          <ns0:cNvPr id="24" name="Текст 39">
            <ns1:extLst>
              <ns1:ext uri="{FF2B5EF4-FFF2-40B4-BE49-F238E27FC236}">
                <ns2:creationId id="{C2701936-EEE7-4A74-3B17-5F34A5118672}"/>
              </ns1:ext>
            </ns1:extLst>
          </ns0:cNvPr>
          <ns0:cNvSpPr>
            <ns1:spLocks noGrp="1"/>
          </ns0:cNvSpPr>
          <ns0:nvPr>
            <ns0:ph type="body" idx="36" hasCustomPrompt="1"/>
          </ns0:nvPr>
        </ns0:nvSpPr>
        <ns0:spPr>
          <ns1:xfrm>
            <ns1:off x="13739813" y="3441945"/>
            <ns1:ext cx="3268662" cy="874712"/>
          </ns1:xfrm>
        </ns0:spPr>
        <ns0:txBody>
          <ns1:bodyPr>
            <ns1:noAutofit/>
          </ns1:bodyPr>
          <ns1:lstStyle>
            <ns1:lvl1pPr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 в 1 или 2 строки</ns1:t>
            </ns1:r>
          </ns1:p>
        </ns0:txBody>
      </ns0:sp>
      <ns0:sp>
        <ns0:nvSpPr>
          <ns0:cNvPr id="25" name="Текст 41">
            <ns1:extLst>
              <ns1:ext uri="{FF2B5EF4-FFF2-40B4-BE49-F238E27FC236}">
                <ns2:creationId id="{77460E1E-7D30-A1F0-E715-2BE18DF5D806}"/>
              </ns1:ext>
            </ns1:extLst>
          </ns0:cNvPr>
          <ns0:cNvSpPr>
            <ns1:spLocks noGrp="1"/>
          </ns0:cNvSpPr>
          <ns0:nvPr>
            <ns0:ph type="body" idx="37" hasCustomPrompt="1"/>
          </ns0:nvPr>
        </ns0:nvSpPr>
        <ns0:spPr>
          <ns1:xfrm>
            <ns1:off x="13739812" y="2759481"/>
            <ns1:ext cx="542985" cy="542985"/>
          </ns1:xfrm>
          <ns1:prstGeom prst="roundRect">
            <ns1:avLst>
              <ns1:gd name="adj" fmla="val 22334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 baseline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04</ns1:t>
            </ns1:r>
          </ns1:p>
        </ns0:txBody>
      </ns0:sp>
      <ns0:sp>
        <ns0:nvSpPr>
          <ns0:cNvPr id="26" name="Текст 39">
            <ns1:extLst>
              <ns1:ext uri="{FF2B5EF4-FFF2-40B4-BE49-F238E27FC236}">
                <ns2:creationId id="{710F118A-A9C7-FBCB-475D-F2E68F80F73A}"/>
              </ns1:ext>
            </ns1:extLst>
          </ns0:cNvPr>
          <ns0:cNvSpPr>
            <ns1:spLocks noGrp="1"/>
          </ns0:cNvSpPr>
          <ns0:nvPr>
            <ns0:ph type="body" idx="38" hasCustomPrompt="1"/>
          </ns0:nvPr>
        </ns0:nvSpPr>
        <ns0:spPr>
          <ns1:xfrm>
            <ns1:off x="13739813" y="4310032"/>
            <ns1:ext cx="3268662" cy="2538169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ns1:t>
            </ns1:r>
          </ns1:p>
        </ns0:txBody>
      </ns0:sp>
      <ns0:sp>
        <ns0:nvSpPr>
          <ns0:cNvPr id="9" name="Рисунок 3">
            <ns1:extLst>
              <ns1:ext uri="{FF2B5EF4-FFF2-40B4-BE49-F238E27FC236}">
                <ns2:creationId id="{AB3A2906-96D7-3032-C81F-96288266A17D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1" name="Текст 16">
            <ns1:extLst>
              <ns1:ext uri="{FF2B5EF4-FFF2-40B4-BE49-F238E27FC236}">
                <ns2:creationId id="{5C4C34EF-2C9E-0BFD-D2B1-340C09990CC6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d014dd92e3ae4cf4">
              <ns1:extLst>
                <ns1:ext uri="{96DAC541-7B7A-43D3-8B79-37D633B846F1}">
                  <ns4:svgBlip ns3:embed="Rdfa02eec89d54029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2" name="Текст 16">
            <ns1:extLst>
              <ns1:ext uri="{FF2B5EF4-FFF2-40B4-BE49-F238E27FC236}">
                <ns2:creationId id="{B92FB17D-E193-4B82-E25F-F8D3D919E5DD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13ae008d743d4d37">
              <ns1:extLst>
                <ns1:ext uri="{96DAC541-7B7A-43D3-8B79-37D633B846F1}">
                  <ns4:svgBlip ns3:embed="Rf8a46419d0cb45ab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10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4 этапа в 2 столбца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4" name="Рисунок 7">
            <ns1:extLst>
              <ns1:ext uri="{FF2B5EF4-FFF2-40B4-BE49-F238E27FC236}">
                <ns2:creationId id="{DD57CA30-12AE-4724-4AEC-8C72599BDB7E}"/>
              </ns1:ext>
            </ns1:extLst>
          </ns0:cNvPr>
          <ns0:cNvSpPr>
            <ns1:spLocks noGrp="1"/>
          </ns0:cNvSpPr>
          <ns0:nvPr>
            <ns0:ph type="pic" idx="34" hasCustomPrompt="1"/>
          </ns0:nvPr>
        </ns0:nvSpPr>
        <ns0:spPr>
          <ns1:xfrm>
            <ns1:off x="952499" y="2476500"/>
            <ns1:ext cx="8077199" cy="3143250"/>
          </ns1:xfrm>
          <ns1:prstGeom prst="roundRect">
            <ns1:avLst>
              <ns1:gd name="adj" fmla="val 7574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/>
            </ns1:lvl1pPr>
          </ns1:lstStyle>
          <ns1:p>
            <ns1:r>
              <ns1:t> </ns1:t>
            </ns1:r>
          </ns1:p>
        </ns0:txBody>
      </ns0:sp>
      <ns0:sp>
        <ns0:nvSpPr>
          <ns0:cNvPr id="5" name="Текст 39">
            <ns1:extLst>
              <ns1:ext uri="{FF2B5EF4-FFF2-40B4-BE49-F238E27FC236}">
                <ns2:creationId id="{C1EA785B-7BF1-35BE-A3B8-6A1FDCE78083}"/>
              </ns1:ext>
            </ns1:extLst>
          </ns0:cNvPr>
          <ns0:cNvSpPr>
            <ns1:spLocks noGrp="1"/>
          </ns0:cNvSpPr>
          <ns0:nvPr>
            <ns0:ph type="body" idx="11" hasCustomPrompt="1"/>
          </ns0:nvPr>
        </ns0:nvSpPr>
        <ns0:spPr>
          <ns1:xfrm>
            <ns1:off x="1265238" y="3441945"/>
            <ns1:ext cx="7422876" cy="493330"/>
          </ns1:xfrm>
        </ns0:spPr>
        <ns0:txBody>
          <ns1:bodyPr>
            <ns1:noAutofit/>
          </ns1:bodyPr>
          <ns1:lstStyle>
            <ns1:lvl1pPr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 в 1 строку</ns1:t>
            </ns1:r>
          </ns1:p>
        </ns0:txBody>
      </ns0:sp>
      <ns0:sp>
        <ns0:nvSpPr>
          <ns0:cNvPr id="9" name="Текст 41">
            <ns1:extLst>
              <ns1:ext uri="{FF2B5EF4-FFF2-40B4-BE49-F238E27FC236}">
                <ns2:creationId id="{68C8B1C9-94A4-06F0-2692-F35CF0BB3A84}"/>
              </ns1:ext>
            </ns1:extLst>
          </ns0:cNvPr>
          <ns0:cNvSpPr>
            <ns1:spLocks noGrp="1"/>
          </ns0:cNvSpPr>
          <ns0:nvPr>
            <ns0:ph type="body" idx="12" hasCustomPrompt="1"/>
          </ns0:nvPr>
        </ns0:nvSpPr>
        <ns0:spPr>
          <ns1:xfrm>
            <ns1:off x="1265237" y="2759481"/>
            <ns1:ext cx="542985" cy="542985"/>
          </ns1:xfrm>
          <ns1:prstGeom prst="roundRect">
            <ns1:avLst>
              <ns1:gd name="adj" fmla="val 22334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 baseline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01</ns1:t>
            </ns1:r>
          </ns1:p>
        </ns0:txBody>
      </ns0:sp>
      <ns0:sp>
        <ns0:nvSpPr>
          <ns0:cNvPr id="11" name="Текст 39">
            <ns1:extLst>
              <ns1:ext uri="{FF2B5EF4-FFF2-40B4-BE49-F238E27FC236}">
                <ns2:creationId id="{6C0FC9EB-E686-489A-89CF-AE6EC6594C46}"/>
              </ns1:ext>
            </ns1:extLst>
          </ns0:cNvPr>
          <ns0:cNvSpPr>
            <ns1:spLocks noGrp="1"/>
          </ns0:cNvSpPr>
          <ns0:nvPr>
            <ns0:ph type="body" idx="22" hasCustomPrompt="1"/>
          </ns0:nvPr>
        </ns0:nvSpPr>
        <ns0:spPr>
          <ns1:xfrm>
            <ns1:off x="1265237" y="4030497"/>
            <ns1:ext cx="7422876" cy="1357049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ns1:t>
            </ns1:r>
          </ns1:p>
        </ns0:txBody>
      </ns0:sp>
      <ns0:sp>
        <ns0:nvSpPr>
          <ns0:cNvPr id="13" name="Рисунок 7">
            <ns1:extLst>
              <ns1:ext uri="{FF2B5EF4-FFF2-40B4-BE49-F238E27FC236}">
                <ns2:creationId id="{4B7A92C8-076E-C35D-9A96-FAE7511506AB}"/>
              </ns1:ext>
            </ns1:extLst>
          </ns0:cNvPr>
          <ns0:cNvSpPr>
            <ns1:spLocks noGrp="1"/>
          </ns0:cNvSpPr>
          <ns0:nvPr>
            <ns0:ph type="pic" idx="35" hasCustomPrompt="1"/>
          </ns0:nvPr>
        </ns0:nvSpPr>
        <ns0:spPr>
          <ns1:xfrm>
            <ns1:off x="9252438" y="2476500"/>
            <ns1:ext cx="8077199" cy="3143250"/>
          </ns1:xfrm>
          <ns1:prstGeom prst="roundRect">
            <ns1:avLst>
              <ns1:gd name="adj" fmla="val 7574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/>
            </ns1:lvl1pPr>
          </ns1:lstStyle>
          <ns1:p>
            <ns1:r>
              <ns1:t> </ns1:t>
            </ns1:r>
          </ns1:p>
        </ns0:txBody>
      </ns0:sp>
      <ns0:sp>
        <ns0:nvSpPr>
          <ns0:cNvPr id="17" name="Текст 39">
            <ns1:extLst>
              <ns1:ext uri="{FF2B5EF4-FFF2-40B4-BE49-F238E27FC236}">
                <ns2:creationId id="{1CDE9DAA-2970-E8C9-7069-1C5C6323A2C9}"/>
              </ns1:ext>
            </ns1:extLst>
          </ns0:cNvPr>
          <ns0:cNvSpPr>
            <ns1:spLocks noGrp="1"/>
          </ns0:cNvSpPr>
          <ns0:nvPr>
            <ns0:ph type="body" idx="36" hasCustomPrompt="1"/>
          </ns0:nvPr>
        </ns0:nvSpPr>
        <ns0:spPr>
          <ns1:xfrm>
            <ns1:off x="9565177" y="3441945"/>
            <ns1:ext cx="7422876" cy="493330"/>
          </ns1:xfrm>
        </ns0:spPr>
        <ns0:txBody>
          <ns1:bodyPr>
            <ns1:noAutofit/>
          </ns1:bodyPr>
          <ns1:lstStyle>
            <ns1:lvl1pPr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 в 1 строку</ns1:t>
            </ns1:r>
          </ns1:p>
        </ns0:txBody>
      </ns0:sp>
      <ns0:sp>
        <ns0:nvSpPr>
          <ns0:cNvPr id="21" name="Текст 41">
            <ns1:extLst>
              <ns1:ext uri="{FF2B5EF4-FFF2-40B4-BE49-F238E27FC236}">
                <ns2:creationId id="{548FAD3B-8B81-734E-4404-4FCEBA08E7C1}"/>
              </ns1:ext>
            </ns1:extLst>
          </ns0:cNvPr>
          <ns0:cNvSpPr>
            <ns1:spLocks noGrp="1"/>
          </ns0:cNvSpPr>
          <ns0:nvPr>
            <ns0:ph type="body" idx="37" hasCustomPrompt="1"/>
          </ns0:nvPr>
        </ns0:nvSpPr>
        <ns0:spPr>
          <ns1:xfrm>
            <ns1:off x="9565176" y="2759481"/>
            <ns1:ext cx="542985" cy="542985"/>
          </ns1:xfrm>
          <ns1:prstGeom prst="roundRect">
            <ns1:avLst>
              <ns1:gd name="adj" fmla="val 22334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 baseline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02</ns1:t>
            </ns1:r>
          </ns1:p>
        </ns0:txBody>
      </ns0:sp>
      <ns0:sp>
        <ns0:nvSpPr>
          <ns0:cNvPr id="28" name="Текст 39">
            <ns1:extLst>
              <ns1:ext uri="{FF2B5EF4-FFF2-40B4-BE49-F238E27FC236}">
                <ns2:creationId id="{E48F2E52-0B45-F1DA-9053-25F1F1977971}"/>
              </ns1:ext>
            </ns1:extLst>
          </ns0:cNvPr>
          <ns0:cNvSpPr>
            <ns1:spLocks noGrp="1"/>
          </ns0:cNvSpPr>
          <ns0:nvPr>
            <ns0:ph type="body" idx="38" hasCustomPrompt="1"/>
          </ns0:nvPr>
        </ns0:nvSpPr>
        <ns0:spPr>
          <ns1:xfrm>
            <ns1:off x="9565176" y="4030497"/>
            <ns1:ext cx="7422876" cy="1357049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ns1:t>
            </ns1:r>
          </ns1:p>
        </ns0:txBody>
      </ns0:sp>
      <ns0:sp>
        <ns0:nvSpPr>
          <ns0:cNvPr id="29" name="Рисунок 7">
            <ns1:extLst>
              <ns1:ext uri="{FF2B5EF4-FFF2-40B4-BE49-F238E27FC236}">
                <ns2:creationId id="{69614646-25A9-41DA-BE0E-9B7B3C0162B3}"/>
              </ns1:ext>
            </ns1:extLst>
          </ns0:cNvPr>
          <ns0:cNvSpPr>
            <ns1:spLocks noGrp="1"/>
          </ns0:cNvSpPr>
          <ns0:nvPr>
            <ns0:ph type="pic" idx="39" hasCustomPrompt="1"/>
          </ns0:nvPr>
        </ns0:nvSpPr>
        <ns0:spPr>
          <ns1:xfrm>
            <ns1:off x="952499" y="5835162"/>
            <ns1:ext cx="8077199" cy="3143250"/>
          </ns1:xfrm>
          <ns1:prstGeom prst="roundRect">
            <ns1:avLst>
              <ns1:gd name="adj" fmla="val 7574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/>
            </ns1:lvl1pPr>
          </ns1:lstStyle>
          <ns1:p>
            <ns1:r>
              <ns1:t> </ns1:t>
            </ns1:r>
          </ns1:p>
        </ns0:txBody>
      </ns0:sp>
      <ns0:sp>
        <ns0:nvSpPr>
          <ns0:cNvPr id="30" name="Текст 39">
            <ns1:extLst>
              <ns1:ext uri="{FF2B5EF4-FFF2-40B4-BE49-F238E27FC236}">
                <ns2:creationId id="{CC626588-86FE-F8B3-F8E7-F1EBBED4C26C}"/>
              </ns1:ext>
            </ns1:extLst>
          </ns0:cNvPr>
          <ns0:cNvSpPr>
            <ns1:spLocks noGrp="1"/>
          </ns0:cNvSpPr>
          <ns0:nvPr>
            <ns0:ph type="body" idx="40" hasCustomPrompt="1"/>
          </ns0:nvPr>
        </ns0:nvSpPr>
        <ns0:spPr>
          <ns1:xfrm>
            <ns1:off x="1265238" y="6800607"/>
            <ns1:ext cx="7422876" cy="493330"/>
          </ns1:xfrm>
        </ns0:spPr>
        <ns0:txBody>
          <ns1:bodyPr>
            <ns1:noAutofit/>
          </ns1:bodyPr>
          <ns1:lstStyle>
            <ns1:lvl1pPr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 в 1 строку</ns1:t>
            </ns1:r>
          </ns1:p>
        </ns0:txBody>
      </ns0:sp>
      <ns0:sp>
        <ns0:nvSpPr>
          <ns0:cNvPr id="31" name="Текст 41">
            <ns1:extLst>
              <ns1:ext uri="{FF2B5EF4-FFF2-40B4-BE49-F238E27FC236}">
                <ns2:creationId id="{85366229-1D86-8CC8-ED45-0F6649039169}"/>
              </ns1:ext>
            </ns1:extLst>
          </ns0:cNvPr>
          <ns0:cNvSpPr>
            <ns1:spLocks noGrp="1"/>
          </ns0:cNvSpPr>
          <ns0:nvPr>
            <ns0:ph type="body" idx="41" hasCustomPrompt="1"/>
          </ns0:nvPr>
        </ns0:nvSpPr>
        <ns0:spPr>
          <ns1:xfrm>
            <ns1:off x="1265237" y="6118143"/>
            <ns1:ext cx="542985" cy="542985"/>
          </ns1:xfrm>
          <ns1:prstGeom prst="roundRect">
            <ns1:avLst>
              <ns1:gd name="adj" fmla="val 22334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 baseline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03</ns1:t>
            </ns1:r>
          </ns1:p>
        </ns0:txBody>
      </ns0:sp>
      <ns0:sp>
        <ns0:nvSpPr>
          <ns0:cNvPr id="32" name="Текст 39">
            <ns1:extLst>
              <ns1:ext uri="{FF2B5EF4-FFF2-40B4-BE49-F238E27FC236}">
                <ns2:creationId id="{7DF7334C-BB12-2D53-00BD-BEB1681E9AE3}"/>
              </ns1:ext>
            </ns1:extLst>
          </ns0:cNvPr>
          <ns0:cNvSpPr>
            <ns1:spLocks noGrp="1"/>
          </ns0:cNvSpPr>
          <ns0:nvPr>
            <ns0:ph type="body" idx="42" hasCustomPrompt="1"/>
          </ns0:nvPr>
        </ns0:nvSpPr>
        <ns0:spPr>
          <ns1:xfrm>
            <ns1:off x="1265237" y="7389159"/>
            <ns1:ext cx="7422876" cy="1357049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ns1:t>
            </ns1:r>
          </ns1:p>
        </ns0:txBody>
      </ns0:sp>
      <ns0:sp>
        <ns0:nvSpPr>
          <ns0:cNvPr id="34" name="Рисунок 7">
            <ns1:extLst>
              <ns1:ext uri="{FF2B5EF4-FFF2-40B4-BE49-F238E27FC236}">
                <ns2:creationId id="{CA1A5C96-4280-145A-D6A8-0632748D08A5}"/>
              </ns1:ext>
            </ns1:extLst>
          </ns0:cNvPr>
          <ns0:cNvSpPr>
            <ns1:spLocks noGrp="1"/>
          </ns0:cNvSpPr>
          <ns0:nvPr>
            <ns0:ph type="pic" idx="43" hasCustomPrompt="1"/>
          </ns0:nvPr>
        </ns0:nvSpPr>
        <ns0:spPr>
          <ns1:xfrm>
            <ns1:off x="9252438" y="5835162"/>
            <ns1:ext cx="8077199" cy="3143250"/>
          </ns1:xfrm>
          <ns1:prstGeom prst="roundRect">
            <ns1:avLst>
              <ns1:gd name="adj" fmla="val 7574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/>
            </ns1:lvl1pPr>
          </ns1:lstStyle>
          <ns1:p>
            <ns1:r>
              <ns1:t> </ns1:t>
            </ns1:r>
          </ns1:p>
        </ns0:txBody>
      </ns0:sp>
      <ns0:sp>
        <ns0:nvSpPr>
          <ns0:cNvPr id="35" name="Текст 39">
            <ns1:extLst>
              <ns1:ext uri="{FF2B5EF4-FFF2-40B4-BE49-F238E27FC236}">
                <ns2:creationId id="{15E05DAB-E184-307F-9907-A288F6457A38}"/>
              </ns1:ext>
            </ns1:extLst>
          </ns0:cNvPr>
          <ns0:cNvSpPr>
            <ns1:spLocks noGrp="1"/>
          </ns0:cNvSpPr>
          <ns0:nvPr>
            <ns0:ph type="body" idx="44" hasCustomPrompt="1"/>
          </ns0:nvPr>
        </ns0:nvSpPr>
        <ns0:spPr>
          <ns1:xfrm>
            <ns1:off x="9565177" y="6800607"/>
            <ns1:ext cx="7422876" cy="493330"/>
          </ns1:xfrm>
        </ns0:spPr>
        <ns0:txBody>
          <ns1:bodyPr>
            <ns1:noAutofit/>
          </ns1:bodyPr>
          <ns1:lstStyle>
            <ns1:lvl1pPr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 в 1 строку</ns1:t>
            </ns1:r>
          </ns1:p>
        </ns0:txBody>
      </ns0:sp>
      <ns0:sp>
        <ns0:nvSpPr>
          <ns0:cNvPr id="36" name="Текст 41">
            <ns1:extLst>
              <ns1:ext uri="{FF2B5EF4-FFF2-40B4-BE49-F238E27FC236}">
                <ns2:creationId id="{8D1D4206-835C-D556-158B-AA515F7D49DF}"/>
              </ns1:ext>
            </ns1:extLst>
          </ns0:cNvPr>
          <ns0:cNvSpPr>
            <ns1:spLocks noGrp="1"/>
          </ns0:cNvSpPr>
          <ns0:nvPr>
            <ns0:ph type="body" idx="45" hasCustomPrompt="1"/>
          </ns0:nvPr>
        </ns0:nvSpPr>
        <ns0:spPr>
          <ns1:xfrm>
            <ns1:off x="9565176" y="6118143"/>
            <ns1:ext cx="542985" cy="542985"/>
          </ns1:xfrm>
          <ns1:prstGeom prst="roundRect">
            <ns1:avLst>
              <ns1:gd name="adj" fmla="val 22334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 baseline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04</ns1:t>
            </ns1:r>
          </ns1:p>
        </ns0:txBody>
      </ns0:sp>
      <ns0:sp>
        <ns0:nvSpPr>
          <ns0:cNvPr id="37" name="Текст 39">
            <ns1:extLst>
              <ns1:ext uri="{FF2B5EF4-FFF2-40B4-BE49-F238E27FC236}">
                <ns2:creationId id="{3EB55CB7-3AE4-BED8-F8AF-C80D7EB425F4}"/>
              </ns1:ext>
            </ns1:extLst>
          </ns0:cNvPr>
          <ns0:cNvSpPr>
            <ns1:spLocks noGrp="1"/>
          </ns0:cNvSpPr>
          <ns0:nvPr>
            <ns0:ph type="body" idx="46" hasCustomPrompt="1"/>
          </ns0:nvPr>
        </ns0:nvSpPr>
        <ns0:spPr>
          <ns1:xfrm>
            <ns1:off x="9565176" y="7389159"/>
            <ns1:ext cx="7422876" cy="1357049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ns1:t>
            </ns1:r>
          </ns1:p>
        </ns0:txBody>
      </ns0:sp>
      <ns0:sp>
        <ns0:nvSpPr>
          <ns0:cNvPr id="12" name="Рисунок 3">
            <ns1:extLst>
              <ns1:ext uri="{FF2B5EF4-FFF2-40B4-BE49-F238E27FC236}">
                <ns2:creationId id="{A73F8263-B661-50BE-0537-E9F5D50F9761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4" name="Текст 16">
            <ns1:extLst>
              <ns1:ext uri="{FF2B5EF4-FFF2-40B4-BE49-F238E27FC236}">
                <ns2:creationId id="{57D99188-62F8-DEDA-A5DF-8CD2DE27C4CF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6cca1ad54726435f">
              <ns1:extLst>
                <ns1:ext uri="{96DAC541-7B7A-43D3-8B79-37D633B846F1}">
                  <ns4:svgBlip ns3:embed="R9eb88a15948c4a16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5" name="Текст 16">
            <ns1:extLst>
              <ns1:ext uri="{FF2B5EF4-FFF2-40B4-BE49-F238E27FC236}">
                <ns2:creationId id="{84A1E384-0FDB-401B-4E23-88A4F17E6687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0011c387effc4e06">
              <ns1:extLst>
                <ns1:ext uri="{96DAC541-7B7A-43D3-8B79-37D633B846F1}">
                  <ns4:svgBlip ns3:embed="Rcf51b040d0204f1b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11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3 в ряд с большой цифройё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40" name="Текст 39">
            <ns1:extLst>
              <ns1:ext uri="{FF2B5EF4-FFF2-40B4-BE49-F238E27FC236}">
                <ns2:creationId id="{CB25F473-D73D-9900-E6F1-3D7C8865ED59}"/>
              </ns1:ext>
            </ns1:extLst>
          </ns0:cNvPr>
          <ns0:cNvSpPr>
            <ns1:spLocks noGrp="1"/>
          </ns0:cNvSpPr>
          <ns0:nvPr>
            <ns0:ph type="body" idx="11" hasCustomPrompt="1"/>
          </ns0:nvPr>
        </ns0:nvSpPr>
        <ns0:spPr>
          <ns1:xfrm>
            <ns1:off x="952499" y="2383155"/>
            <ns1:ext cx="12339431" cy="757610"/>
          </ns1:xfrm>
        </ns0:spPr>
        <ns0:txBody>
          <ns1:bodyPr>
            <ns1:noAutofit/>
          </ns1:bodyPr>
          <ns1:lstStyle>
            <ns1:lvl1pPr>
              <ns1:buNone/>
              <ns1:defRPr sz="20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 Разместите свой текст здесь. Текст может быть в несколько строк</ns1:t>
            </ns1:r>
          </ns1:p>
        </ns0:txBody>
      </ns0:sp>
      <ns0:sp>
        <ns0:nvSpPr>
          <ns0:cNvPr id="29" name="Текст 39">
            <ns1:extLst>
              <ns1:ext uri="{FF2B5EF4-FFF2-40B4-BE49-F238E27FC236}">
                <ns2:creationId id="{8569A155-D24B-4FB4-6A61-88584A3FD0C7}"/>
              </ns1:ext>
            </ns1:extLst>
          </ns0:cNvPr>
          <ns0:cNvSpPr>
            <ns1:spLocks noGrp="1"/>
          </ns0:cNvSpPr>
          <ns0:nvPr>
            <ns0:ph type="body" idx="14" hasCustomPrompt="1"/>
          </ns0:nvPr>
        </ns0:nvSpPr>
        <ns0:spPr>
          <ns1:xfrm>
            <ns1:off x="952499" y="6281530"/>
            <ns1:ext cx="2705101" cy="1622314"/>
          </ns1:xfrm>
        </ns0:spPr>
        <ns0:txBody>
          <ns1:bodyPr>
            <ns1:noAutofit/>
          </ns1:bodyPr>
          <ns1:lstStyle>
            <ns1:lvl1pPr>
              <ns1:buNone/>
              <ns1:defRPr sz="120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</ns1:t>
            </ns1:r>
          </ns1:p>
        </ns0:txBody>
      </ns0:sp>
      <ns0:sp>
        <ns0:nvSpPr>
          <ns0:cNvPr id="30" name="Текст 39">
            <ns1:extLst>
              <ns1:ext uri="{FF2B5EF4-FFF2-40B4-BE49-F238E27FC236}">
                <ns2:creationId id="{222BD6E8-E0C0-A6B1-4C02-18FDE00709D8}"/>
              </ns1:ext>
            </ns1:extLst>
          </ns0:cNvPr>
          <ns0:cNvSpPr>
            <ns1:spLocks noGrp="1"/>
          </ns0:cNvSpPr>
          <ns0:nvPr>
            <ns0:ph type="body" idx="15" hasCustomPrompt="1"/>
          </ns0:nvPr>
        </ns0:nvSpPr>
        <ns0:spPr>
          <ns1:xfrm>
            <ns1:off x="6578046" y="6281530"/>
            <ns1:ext cx="2705101" cy="1622314"/>
          </ns1:xfrm>
        </ns0:spPr>
        <ns0:txBody>
          <ns1:bodyPr>
            <ns1:noAutofit/>
          </ns1:bodyPr>
          <ns1:lstStyle>
            <ns1:lvl1pPr>
              <ns1:buNone/>
              <ns1:defRPr sz="120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02</ns1:t>
            </ns1:r>
          </ns1:p>
        </ns0:txBody>
      </ns0:sp>
      <ns0:sp>
        <ns0:nvSpPr>
          <ns0:cNvPr id="31" name="Текст 39">
            <ns1:extLst>
              <ns1:ext uri="{FF2B5EF4-FFF2-40B4-BE49-F238E27FC236}">
                <ns2:creationId id="{DF279CBA-B878-F0E2-2CC8-34D9487C8228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2203594" y="6281530"/>
            <ns1:ext cx="2705101" cy="1622314"/>
          </ns1:xfrm>
        </ns0:spPr>
        <ns0:txBody>
          <ns1:bodyPr>
            <ns1:noAutofit/>
          </ns1:bodyPr>
          <ns1:lstStyle>
            <ns1:lvl1pPr>
              <ns1:buNone/>
              <ns1:defRPr sz="120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03</ns1:t>
            </ns1:r>
          </ns1:p>
        </ns0:txBody>
      </ns0:sp>
      <ns0:sp>
        <ns0:nvSpPr>
          <ns0:cNvPr id="3" name="Текст 39">
            <ns1:extLst>
              <ns1:ext uri="{FF2B5EF4-FFF2-40B4-BE49-F238E27FC236}">
                <ns2:creationId id="{628B96BA-AE54-3E60-10FA-0F6EDC258599}"/>
              </ns1:ext>
            </ns1:extLst>
          </ns0:cNvPr>
          <ns0:cNvSpPr>
            <ns1:spLocks noGrp="1"/>
          </ns0:cNvSpPr>
          <ns0:nvPr>
            <ns0:ph type="body" idx="22" hasCustomPrompt="1"/>
          </ns0:nvPr>
        </ns0:nvSpPr>
        <ns0:spPr>
          <ns1:xfrm>
            <ns1:off x="952498" y="3771900"/>
            <ns1:ext cx="5129420" cy="2411924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ns1:t>
            </ns1:r>
          </ns1:p>
        </ns0:txBody>
      </ns0:sp>
      <ns0:sp>
        <ns0:nvSpPr>
          <ns0:cNvPr id="4" name="Текст 39">
            <ns1:extLst>
              <ns1:ext uri="{FF2B5EF4-FFF2-40B4-BE49-F238E27FC236}">
                <ns2:creationId id="{12D29CE3-F0A7-813C-D217-392A85DC2DCC}"/>
              </ns1:ext>
            </ns1:extLst>
          </ns0:cNvPr>
          <ns0:cNvSpPr>
            <ns1:spLocks noGrp="1"/>
          </ns0:cNvSpPr>
          <ns0:nvPr>
            <ns0:ph type="body" idx="23" hasCustomPrompt="1"/>
          </ns0:nvPr>
        </ns0:nvSpPr>
        <ns0:spPr>
          <ns1:xfrm>
            <ns1:off x="6574822" y="3771900"/>
            <ns1:ext cx="5129420" cy="2411924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ns1:t>
            </ns1:r>
          </ns1:p>
        </ns0:txBody>
      </ns0:sp>
      <ns0:sp>
        <ns0:nvSpPr>
          <ns0:cNvPr id="5" name="Текст 39">
            <ns1:extLst>
              <ns1:ext uri="{FF2B5EF4-FFF2-40B4-BE49-F238E27FC236}">
                <ns2:creationId id="{DB6F3D74-A45D-02C8-A241-E2D2A57365DC}"/>
              </ns1:ext>
            </ns1:extLst>
          </ns0:cNvPr>
          <ns0:cNvSpPr>
            <ns1:spLocks noGrp="1"/>
          </ns0:cNvSpPr>
          <ns0:nvPr>
            <ns0:ph type="body" idx="24" hasCustomPrompt="1"/>
          </ns0:nvPr>
        </ns0:nvSpPr>
        <ns0:spPr>
          <ns1:xfrm>
            <ns1:off x="12197147" y="3771900"/>
            <ns1:ext cx="5129420" cy="2411924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ns1:t>
            </ns1:r>
          </ns1:p>
        </ns0:txBody>
      </ns0:sp>
      <ns0:sp>
        <ns0:nvSpPr>
          <ns0:cNvPr id="11" name="Рисунок 3">
            <ns1:extLst>
              <ns1:ext uri="{FF2B5EF4-FFF2-40B4-BE49-F238E27FC236}">
                <ns2:creationId id="{37C9E934-6669-4755-F38E-767F862432DC}"/>
              </ns1:ext>
            </ns1:extLst>
          </ns0:cNvPr>
          <ns0:cNvSpPr>
            <ns1:spLocks noGrp="1"/>
          </ns0:cNvSpPr>
          <ns0:nvPr>
            <ns0:ph type="pic" idx="2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2" name="Текст 16">
            <ns1:extLst>
              <ns1:ext uri="{FF2B5EF4-FFF2-40B4-BE49-F238E27FC236}">
                <ns2:creationId id="{8E3C62D7-BFEF-E330-4109-C3C04C5B8DED}"/>
              </ns1:ext>
            </ns1:extLst>
          </ns0:cNvPr>
          <ns0:cNvSpPr>
            <ns1:spLocks noGrp="1"/>
          </ns0:cNvSpPr>
          <ns0:nvPr>
            <ns0:ph type="body" idx="2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16228a71d08e4ec5">
              <ns1:extLst>
                <ns1:ext uri="{96DAC541-7B7A-43D3-8B79-37D633B846F1}">
                  <ns4:svgBlip ns3:embed="R4657fb0ef41c4999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3" name="Текст 16">
            <ns1:extLst>
              <ns1:ext uri="{FF2B5EF4-FFF2-40B4-BE49-F238E27FC236}">
                <ns2:creationId id="{C8CDBF05-CA55-A2EB-3579-ADA5F007E2C4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d4c74b34d4cc4b53">
              <ns1:extLst>
                <ns1:ext uri="{96DAC541-7B7A-43D3-8B79-37D633B846F1}">
                  <ns4:svgBlip ns3:embed="Rf89298a91f4044b7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12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3 в ряд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40" name="Текст 39">
            <ns1:extLst>
              <ns1:ext uri="{FF2B5EF4-FFF2-40B4-BE49-F238E27FC236}">
                <ns2:creationId id="{CB25F473-D73D-9900-E6F1-3D7C8865ED59}"/>
              </ns1:ext>
            </ns1:extLst>
          </ns0:cNvPr>
          <ns0:cNvSpPr>
            <ns1:spLocks noGrp="1"/>
          </ns0:cNvSpPr>
          <ns0:nvPr>
            <ns0:ph type="body" idx="11" hasCustomPrompt="1"/>
          </ns0:nvPr>
        </ns0:nvSpPr>
        <ns0:spPr>
          <ns1:xfrm>
            <ns1:off x="952500" y="3085396"/>
            <ns1:ext cx="5130248" cy="479315"/>
          </ns1:xfrm>
        </ns0:spPr>
        <ns0:txBody>
          <ns1:bodyPr>
            <ns1:noAutofit/>
          </ns1:bodyPr>
          <ns1:lstStyle>
            <ns1:lvl1pPr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29" name="Текст 39">
            <ns1:extLst>
              <ns1:ext uri="{FF2B5EF4-FFF2-40B4-BE49-F238E27FC236}">
                <ns2:creationId id="{8569A155-D24B-4FB4-6A61-88584A3FD0C7}"/>
              </ns1:ext>
            </ns1:extLst>
          </ns0:cNvPr>
          <ns0:cNvSpPr>
            <ns1:spLocks noGrp="1"/>
          </ns0:cNvSpPr>
          <ns0:nvPr>
            <ns0:ph type="body" idx="14" hasCustomPrompt="1"/>
          </ns0:nvPr>
        </ns0:nvSpPr>
        <ns0:spPr>
          <ns1:xfrm>
            <ns1:off x="952499" y="7033922"/>
            <ns1:ext cx="2705101" cy="1105479"/>
          </ns1:xfrm>
        </ns0:spPr>
        <ns0:txBody>
          <ns1:bodyPr anchor="b">
            <ns1:noAutofit/>
          </ns1:bodyPr>
          <ns1:lstStyle>
            <ns1:lvl1pPr>
              <ns1:buNone/>
              <ns1:defRPr sz="72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</ns1:t>
            </ns1:r>
          </ns1:p>
        </ns0:txBody>
      </ns0:sp>
      <ns0:sp>
        <ns0:nvSpPr>
          <ns0:cNvPr id="16" name="Текст 39">
            <ns1:extLst>
              <ns1:ext uri="{FF2B5EF4-FFF2-40B4-BE49-F238E27FC236}">
                <ns2:creationId id="{7C1D944D-8EEF-2F76-C167-1995A375C25D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6578876" y="3085396"/>
            <ns1:ext cx="5130248" cy="479315"/>
          </ns1:xfrm>
        </ns0:spPr>
        <ns0:txBody>
          <ns1:bodyPr>
            <ns1:noAutofit/>
          </ns1:bodyPr>
          <ns1:lstStyle>
            <ns1:lvl1pPr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17" name="Текст 39">
            <ns1:extLst>
              <ns1:ext uri="{FF2B5EF4-FFF2-40B4-BE49-F238E27FC236}">
                <ns2:creationId id="{B6D6F4F3-7C62-7DBA-2CD0-437951200163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6578875" y="7033922"/>
            <ns1:ext cx="2705101" cy="1105479"/>
          </ns1:xfrm>
        </ns0:spPr>
        <ns0:txBody>
          <ns1:bodyPr anchor="b">
            <ns1:noAutofit/>
          </ns1:bodyPr>
          <ns1:lstStyle>
            <ns1:lvl1pPr>
              <ns1:buNone/>
              <ns1:defRPr sz="72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</ns1:t>
            </ns1:r>
          </ns1:p>
        </ns0:txBody>
      </ns0:sp>
      <ns0:sp>
        <ns0:nvSpPr>
          <ns0:cNvPr id="19" name="Текст 39">
            <ns1:extLst>
              <ns1:ext uri="{FF2B5EF4-FFF2-40B4-BE49-F238E27FC236}">
                <ns2:creationId id="{1D0EDE87-C9DB-BA3B-6600-4AE9A8F53D28}"/>
              </ns1:ext>
            </ns1:extLst>
          </ns0:cNvPr>
          <ns0:cNvSpPr>
            <ns1:spLocks noGrp="1"/>
          </ns0:cNvSpPr>
          <ns0:nvPr>
            <ns0:ph type="body" idx="19" hasCustomPrompt="1"/>
          </ns0:nvPr>
        </ns0:nvSpPr>
        <ns0:spPr>
          <ns1:xfrm>
            <ns1:off x="12211050" y="3085396"/>
            <ns1:ext cx="5130248" cy="479315"/>
          </ns1:xfrm>
        </ns0:spPr>
        <ns0:txBody>
          <ns1:bodyPr>
            <ns1:noAutofit/>
          </ns1:bodyPr>
          <ns1:lstStyle>
            <ns1:lvl1pPr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20" name="Текст 39">
            <ns1:extLst>
              <ns1:ext uri="{FF2B5EF4-FFF2-40B4-BE49-F238E27FC236}">
                <ns2:creationId id="{5184422C-B8C3-7996-53A0-C40D1EF503DD}"/>
              </ns1:ext>
            </ns1:extLst>
          </ns0:cNvPr>
          <ns0:cNvSpPr>
            <ns1:spLocks noGrp="1"/>
          </ns0:cNvSpPr>
          <ns0:nvPr>
            <ns0:ph type="body" idx="20" hasCustomPrompt="1"/>
          </ns0:nvPr>
        </ns0:nvSpPr>
        <ns0:spPr>
          <ns1:xfrm>
            <ns1:off x="12211049" y="7033922"/>
            <ns1:ext cx="2705101" cy="1105479"/>
          </ns1:xfrm>
        </ns0:spPr>
        <ns0:txBody>
          <ns1:bodyPr anchor="b">
            <ns1:noAutofit/>
          </ns1:bodyPr>
          <ns1:lstStyle>
            <ns1:lvl1pPr>
              <ns1:buNone/>
              <ns1:defRPr sz="72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</ns1:t>
            </ns1:r>
          </ns1:p>
        </ns0:txBody>
      </ns0:sp>
      <ns0:sp>
        <ns0:nvSpPr>
          <ns0:cNvPr id="3" name="Текст 39">
            <ns1:extLst>
              <ns1:ext uri="{FF2B5EF4-FFF2-40B4-BE49-F238E27FC236}">
                <ns2:creationId id="{3FDBE4C7-0594-01F0-2F91-C92BB61F22A4}"/>
              </ns1:ext>
            </ns1:extLst>
          </ns0:cNvPr>
          <ns0:cNvSpPr>
            <ns1:spLocks noGrp="1"/>
          </ns0:cNvSpPr>
          <ns0:nvPr>
            <ns0:ph type="body" idx="22" hasCustomPrompt="1"/>
          </ns0:nvPr>
        </ns0:nvSpPr>
        <ns0:spPr>
          <ns1:xfrm>
            <ns1:off x="952498" y="3684028"/>
            <ns1:ext cx="5129420" cy="2411924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ns1:t>
            </ns1:r>
          </ns1:p>
        </ns0:txBody>
      </ns0:sp>
      <ns0:sp>
        <ns0:nvSpPr>
          <ns0:cNvPr id="4" name="Текст 39">
            <ns1:extLst>
              <ns1:ext uri="{FF2B5EF4-FFF2-40B4-BE49-F238E27FC236}">
                <ns2:creationId id="{29ED4B03-614C-9173-C53D-8AFCA8E2F17B}"/>
              </ns1:ext>
            </ns1:extLst>
          </ns0:cNvPr>
          <ns0:cNvSpPr>
            <ns1:spLocks noGrp="1"/>
          </ns0:cNvSpPr>
          <ns0:nvPr>
            <ns0:ph type="body" idx="23" hasCustomPrompt="1"/>
          </ns0:nvPr>
        </ns0:nvSpPr>
        <ns0:spPr>
          <ns1:xfrm>
            <ns1:off x="6574822" y="3684028"/>
            <ns1:ext cx="5129420" cy="2411924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ns1:t>
            </ns1:r>
          </ns1:p>
        </ns0:txBody>
      </ns0:sp>
      <ns0:sp>
        <ns0:nvSpPr>
          <ns0:cNvPr id="5" name="Текст 39">
            <ns1:extLst>
              <ns1:ext uri="{FF2B5EF4-FFF2-40B4-BE49-F238E27FC236}">
                <ns2:creationId id="{361282DC-1AB9-BB00-BAB1-32333EF01925}"/>
              </ns1:ext>
            </ns1:extLst>
          </ns0:cNvPr>
          <ns0:cNvSpPr>
            <ns1:spLocks noGrp="1"/>
          </ns0:cNvSpPr>
          <ns0:nvPr>
            <ns0:ph type="body" idx="24" hasCustomPrompt="1"/>
          </ns0:nvPr>
        </ns0:nvSpPr>
        <ns0:spPr>
          <ns1:xfrm>
            <ns1:off x="12197147" y="3684028"/>
            <ns1:ext cx="5129420" cy="2411924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ns1:t>
            </ns1:r>
          </ns1:p>
        </ns0:txBody>
      </ns0:sp>
      <ns0:sp>
        <ns0:nvSpPr>
          <ns0:cNvPr id="11" name="Рисунок 3">
            <ns1:extLst>
              <ns1:ext uri="{FF2B5EF4-FFF2-40B4-BE49-F238E27FC236}">
                <ns2:creationId id="{3736165E-CC42-4183-9AF6-0F65FB8E07CA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2" name="Текст 16">
            <ns1:extLst>
              <ns1:ext uri="{FF2B5EF4-FFF2-40B4-BE49-F238E27FC236}">
                <ns2:creationId id="{FABC5E79-8333-6625-5EF2-716BDB7B9229}"/>
              </ns1:ext>
            </ns1:extLst>
          </ns0:cNvPr>
          <ns0:cNvSpPr>
            <ns1:spLocks noGrp="1"/>
          </ns0:cNvSpPr>
          <ns0:nvPr>
            <ns0:ph type="body" idx="25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9b4352124c354f36">
              <ns1:extLst>
                <ns1:ext uri="{96DAC541-7B7A-43D3-8B79-37D633B846F1}">
                  <ns4:svgBlip ns3:embed="R8fb76f7b50e549ca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3" name="Текст 16">
            <ns1:extLst>
              <ns1:ext uri="{FF2B5EF4-FFF2-40B4-BE49-F238E27FC236}">
                <ns2:creationId id="{AA70F740-6409-8C0F-CC02-0FBE311D7524}"/>
              </ns1:ext>
            </ns1:extLst>
          </ns0:cNvPr>
          <ns0:cNvSpPr>
            <ns1:spLocks noGrp="1"/>
          </ns0:cNvSpPr>
          <ns0:nvPr>
            <ns0:ph type="body" idx="26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9828eca96afd4516">
              <ns1:extLst>
                <ns1:ext uri="{96DAC541-7B7A-43D3-8B79-37D633B846F1}">
                  <ns4:svgBlip ns3:embed="Reb571389e4ab482a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13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4 этапа с большими цифрами">
    <ns0:bg>
      <ns0:bgPr>
        <ns1:solidFill>
          <ns1:schemeClr val="bg1">
            <ns1:lumMod val="95000"/>
          </ns1:schemeClr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" name="Рисунок 11">
            <ns1:extLst>
              <ns1:ext uri="{FF2B5EF4-FFF2-40B4-BE49-F238E27FC236}">
                <ns2:creationId id="{BFB63D52-4E68-6147-F565-5E2CAD58E335}"/>
              </ns1:ext>
            </ns1:extLst>
          </ns0:cNvPr>
          <ns0:cNvSpPr>
            <ns1:spLocks noGrp="1"/>
          </ns0:cNvSpPr>
          <ns0:nvPr>
            <ns0:ph type="pic" idx="37" hasCustomPrompt="1"/>
          </ns0:nvPr>
        </ns0:nvSpPr>
        <ns0:spPr>
          <ns1:xfrm>
            <ns1:off x="9287608" y="2476500"/>
            <ns1:ext cx="8077200" cy="3143250"/>
          </ns1:xfrm>
          <ns1:prstGeom prst="roundRect">
            <ns1:avLst>
              <ns1:gd name="adj" fmla="val 10513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5" name="Рисунок 11">
            <ns1:extLst>
              <ns1:ext uri="{FF2B5EF4-FFF2-40B4-BE49-F238E27FC236}">
                <ns2:creationId id="{7455B82E-4F9F-C9D3-03FE-CDB1FC5582F5}"/>
              </ns1:ext>
            </ns1:extLst>
          </ns0:cNvPr>
          <ns0:cNvSpPr>
            <ns1:spLocks noGrp="1"/>
          </ns0:cNvSpPr>
          <ns0:nvPr>
            <ns0:ph type="pic" idx="38" hasCustomPrompt="1"/>
          </ns0:nvPr>
        </ns0:nvSpPr>
        <ns0:spPr>
          <ns1:xfrm>
            <ns1:off x="952500" y="5870331"/>
            <ns1:ext cx="8077200" cy="3143250"/>
          </ns1:xfrm>
          <ns1:prstGeom prst="roundRect">
            <ns1:avLst>
              <ns1:gd name="adj" fmla="val 10513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6" name="Рисунок 11">
            <ns1:extLst>
              <ns1:ext uri="{FF2B5EF4-FFF2-40B4-BE49-F238E27FC236}">
                <ns2:creationId id="{AD9BA1E3-33DC-E382-02F8-B5D634FE9D83}"/>
              </ns1:ext>
            </ns1:extLst>
          </ns0:cNvPr>
          <ns0:cNvSpPr>
            <ns1:spLocks noGrp="1"/>
          </ns0:cNvSpPr>
          <ns0:nvPr>
            <ns0:ph type="pic" idx="39" hasCustomPrompt="1"/>
          </ns0:nvPr>
        </ns0:nvSpPr>
        <ns0:spPr>
          <ns1:xfrm>
            <ns1:off x="9287608" y="5870331"/>
            <ns1:ext cx="8077200" cy="3143250"/>
          </ns1:xfrm>
          <ns1:prstGeom prst="roundRect">
            <ns1:avLst>
              <ns1:gd name="adj" fmla="val 10513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2" name="Рисунок 11">
            <ns1:extLst>
              <ns1:ext uri="{FF2B5EF4-FFF2-40B4-BE49-F238E27FC236}">
                <ns2:creationId id="{9954FD9F-8D7A-2532-D869-D05A50170410}"/>
              </ns1:ext>
            </ns1:extLst>
          </ns0:cNvPr>
          <ns0:cNvSpPr>
            <ns1:spLocks noGrp="1"/>
          </ns0:cNvSpPr>
          <ns0:nvPr>
            <ns0:ph type="pic" idx="36" hasCustomPrompt="1"/>
          </ns0:nvPr>
        </ns0:nvSpPr>
        <ns0:spPr>
          <ns1:xfrm>
            <ns1:off x="952500" y="2476500"/>
            <ns1:ext cx="8077200" cy="3143250"/>
          </ns1:xfrm>
          <ns1:prstGeom prst="roundRect">
            <ns1:avLst>
              <ns1:gd name="adj" fmla="val 10513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40" name="Текст 39">
            <ns1:extLst>
              <ns1:ext uri="{FF2B5EF4-FFF2-40B4-BE49-F238E27FC236}">
                <ns2:creationId id="{CB25F473-D73D-9900-E6F1-3D7C8865ED59}"/>
              </ns1:ext>
            </ns1:extLst>
          </ns0:cNvPr>
          <ns0:cNvSpPr>
            <ns1:spLocks noGrp="1"/>
          </ns0:cNvSpPr>
          <ns0:nvPr>
            <ns0:ph type="body" idx="11" hasCustomPrompt="1"/>
          </ns0:nvPr>
        </ns0:nvSpPr>
        <ns0:spPr>
          <ns1:xfrm>
            <ns1:off x="1265238" y="2805842"/>
            <ns1:ext cx="7422878" cy="464376"/>
          </ns1:xfrm>
        </ns0:spPr>
        <ns0:txBody>
          <ns1:bodyPr>
            <ns1:noAutofit/>
          </ns1:bodyPr>
          <ns1:lstStyle>
            <ns1:lvl1pPr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14" name="Текст 39">
            <ns1:extLst>
              <ns1:ext uri="{FF2B5EF4-FFF2-40B4-BE49-F238E27FC236}">
                <ns2:creationId id="{8D6558BF-A2BA-1F7F-5508-F4FBB71A3B96}"/>
              </ns1:ext>
            </ns1:extLst>
          </ns0:cNvPr>
          <ns0:cNvSpPr>
            <ns1:spLocks noGrp="1"/>
          </ns0:cNvSpPr>
          <ns0:nvPr>
            <ns0:ph type="body" idx="23" hasCustomPrompt="1"/>
          </ns0:nvPr>
        </ns0:nvSpPr>
        <ns0:spPr>
          <ns1:xfrm>
            <ns1:off x="1265238" y="6171895"/>
            <ns1:ext cx="7422878" cy="464376"/>
          </ns1:xfrm>
        </ns0:spPr>
        <ns0:txBody>
          <ns1:bodyPr>
            <ns1:noAutofit/>
          </ns1:bodyPr>
          <ns1:lstStyle>
            <ns1:lvl1pPr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18" name="Текст 39">
            <ns1:extLst>
              <ns1:ext uri="{FF2B5EF4-FFF2-40B4-BE49-F238E27FC236}">
                <ns2:creationId id="{80316F50-9BF0-28D8-0FD8-12BB69AF2D40}"/>
              </ns1:ext>
            </ns1:extLst>
          </ns0:cNvPr>
          <ns0:cNvSpPr>
            <ns1:spLocks noGrp="1"/>
          </ns0:cNvSpPr>
          <ns0:nvPr>
            <ns0:ph type="body" idx="26" hasCustomPrompt="1"/>
          </ns0:nvPr>
        </ns0:nvSpPr>
        <ns0:spPr>
          <ns1:xfrm>
            <ns1:off x="9561099" y="2805842"/>
            <ns1:ext cx="7422878" cy="464376"/>
          </ns1:xfrm>
        </ns0:spPr>
        <ns0:txBody>
          <ns1:bodyPr>
            <ns1:noAutofit/>
          </ns1:bodyPr>
          <ns1:lstStyle>
            <ns1:lvl1pPr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22" name="Текст 39">
            <ns1:extLst>
              <ns1:ext uri="{FF2B5EF4-FFF2-40B4-BE49-F238E27FC236}">
                <ns2:creationId id="{045F4BFF-63D7-D9E3-5DC4-E3D28C4322D1}"/>
              </ns1:ext>
            </ns1:extLst>
          </ns0:cNvPr>
          <ns0:cNvSpPr>
            <ns1:spLocks noGrp="1"/>
          </ns0:cNvSpPr>
          <ns0:nvPr>
            <ns0:ph type="body" idx="29" hasCustomPrompt="1"/>
          </ns0:nvPr>
        </ns0:nvSpPr>
        <ns0:spPr>
          <ns1:xfrm>
            <ns1:off x="9561099" y="6171895"/>
            <ns1:ext cx="7422878" cy="464376"/>
          </ns1:xfrm>
        </ns0:spPr>
        <ns0:txBody>
          <ns1:bodyPr>
            <ns1:noAutofit/>
          </ns1:bodyPr>
          <ns1:lstStyle>
            <ns1:lvl1pPr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3" name="Текст 39">
            <ns1:extLst>
              <ns1:ext uri="{FF2B5EF4-FFF2-40B4-BE49-F238E27FC236}">
                <ns2:creationId id="{3789C145-2E5C-6EB0-468F-C44AEDF92A8F}"/>
              </ns1:ext>
            </ns1:extLst>
          </ns0:cNvPr>
          <ns0:cNvSpPr>
            <ns1:spLocks noGrp="1"/>
          </ns0:cNvSpPr>
          <ns0:nvPr>
            <ns0:ph type="body" idx="14" hasCustomPrompt="1"/>
          </ns0:nvPr>
        </ns0:nvSpPr>
        <ns0:spPr>
          <ns1:xfrm>
            <ns1:off x="7103165" y="3701887"/>
            <ns1:ext cx="1926534" cy="1917863"/>
          </ns1:xfrm>
        </ns0:spPr>
        <ns0:txBody>
          <ns1:bodyPr anchor="ctr">
            <ns1:noAutofit/>
          </ns1:bodyPr>
          <ns1:lstStyle>
            <ns1:lvl1pPr algn="r">
              <ns1:buNone/>
              <ns1:defRPr sz="180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1</ns1:t>
            </ns1:r>
          </ns1:p>
        </ns0:txBody>
      </ns0:sp>
      <ns0:sp>
        <ns0:nvSpPr>
          <ns0:cNvPr id="7" name="Текст 39">
            <ns1:extLst>
              <ns1:ext uri="{FF2B5EF4-FFF2-40B4-BE49-F238E27FC236}">
                <ns2:creationId id="{C01DC410-D546-FE62-5DC5-BE0E882D1296}"/>
              </ns1:ext>
            </ns1:extLst>
          </ns0:cNvPr>
          <ns0:cNvSpPr>
            <ns1:spLocks noGrp="1"/>
          </ns0:cNvSpPr>
          <ns0:nvPr>
            <ns0:ph type="body" idx="30" hasCustomPrompt="1"/>
          </ns0:nvPr>
        </ns0:nvSpPr>
        <ns0:spPr>
          <ns1:xfrm>
            <ns1:off x="15399026" y="3701887"/>
            <ns1:ext cx="1926534" cy="1917863"/>
          </ns1:xfrm>
        </ns0:spPr>
        <ns0:txBody>
          <ns1:bodyPr anchor="ctr">
            <ns1:noAutofit/>
          </ns1:bodyPr>
          <ns1:lstStyle>
            <ns1:lvl1pPr algn="r">
              <ns1:buNone/>
              <ns1:defRPr sz="180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2</ns1:t>
            </ns1:r>
          </ns1:p>
        </ns0:txBody>
      </ns0:sp>
      <ns0:sp>
        <ns0:nvSpPr>
          <ns0:cNvPr id="8" name="Текст 39">
            <ns1:extLst>
              <ns1:ext uri="{FF2B5EF4-FFF2-40B4-BE49-F238E27FC236}">
                <ns2:creationId id="{F9AEC962-9198-805D-B00C-EF933768262E}"/>
              </ns1:ext>
            </ns1:extLst>
          </ns0:cNvPr>
          <ns0:cNvSpPr>
            <ns1:spLocks noGrp="1"/>
          </ns0:cNvSpPr>
          <ns0:nvPr>
            <ns0:ph type="body" idx="31" hasCustomPrompt="1"/>
          </ns0:nvPr>
        </ns0:nvSpPr>
        <ns0:spPr>
          <ns1:xfrm>
            <ns1:off x="7103165" y="7067939"/>
            <ns1:ext cx="1926534" cy="1917863"/>
          </ns1:xfrm>
        </ns0:spPr>
        <ns0:txBody>
          <ns1:bodyPr anchor="ctr">
            <ns1:noAutofit/>
          </ns1:bodyPr>
          <ns1:lstStyle>
            <ns1:lvl1pPr algn="r">
              <ns1:buNone/>
              <ns1:defRPr sz="180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3</ns1:t>
            </ns1:r>
          </ns1:p>
        </ns0:txBody>
      </ns0:sp>
      <ns0:sp>
        <ns0:nvSpPr>
          <ns0:cNvPr id="9" name="Текст 39">
            <ns1:extLst>
              <ns1:ext uri="{FF2B5EF4-FFF2-40B4-BE49-F238E27FC236}">
                <ns2:creationId id="{A78CE61D-ECDD-8D2D-3D3C-4CC71E9D063F}"/>
              </ns1:ext>
            </ns1:extLst>
          </ns0:cNvPr>
          <ns0:cNvSpPr>
            <ns1:spLocks noGrp="1"/>
          </ns0:cNvSpPr>
          <ns0:nvPr>
            <ns0:ph type="body" idx="32" hasCustomPrompt="1"/>
          </ns0:nvPr>
        </ns0:nvSpPr>
        <ns0:spPr>
          <ns1:xfrm>
            <ns1:off x="15399026" y="7067939"/>
            <ns1:ext cx="1926534" cy="1917863"/>
          </ns1:xfrm>
        </ns0:spPr>
        <ns0:txBody>
          <ns1:bodyPr anchor="ctr">
            <ns1:noAutofit/>
          </ns1:bodyPr>
          <ns1:lstStyle>
            <ns1:lvl1pPr algn="r">
              <ns1:buNone/>
              <ns1:defRPr sz="180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4</ns1:t>
            </ns1:r>
          </ns1:p>
        </ns0:txBody>
      </ns0:sp>
      <ns0:sp>
        <ns0:nvSpPr>
          <ns0:cNvPr id="4" name="Текст 39">
            <ns1:extLst>
              <ns1:ext uri="{FF2B5EF4-FFF2-40B4-BE49-F238E27FC236}">
                <ns2:creationId id="{88EC5679-46FF-00F0-12EF-1AC4712D4C8B}"/>
              </ns1:ext>
            </ns1:extLst>
          </ns0:cNvPr>
          <ns0:cNvSpPr>
            <ns1:spLocks noGrp="1"/>
          </ns0:cNvSpPr>
          <ns0:nvPr>
            <ns0:ph type="body" idx="22" hasCustomPrompt="1"/>
          </ns0:nvPr>
        </ns0:nvSpPr>
        <ns0:spPr>
          <ns1:xfrm>
            <ns1:off x="1265238" y="3388969"/>
            <ns1:ext cx="5703974" cy="1917863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ns1:t>
            </ns1:r>
          </ns1:p>
        </ns0:txBody>
      </ns0:sp>
      <ns0:sp>
        <ns0:nvSpPr>
          <ns0:cNvPr id="5" name="Текст 39">
            <ns1:extLst>
              <ns1:ext uri="{FF2B5EF4-FFF2-40B4-BE49-F238E27FC236}">
                <ns2:creationId id="{F5DCE52F-CB5E-2141-C914-FA290DB02A54}"/>
              </ns1:ext>
            </ns1:extLst>
          </ns0:cNvPr>
          <ns0:cNvSpPr>
            <ns1:spLocks noGrp="1"/>
          </ns0:cNvSpPr>
          <ns0:nvPr>
            <ns0:ph type="body" idx="33" hasCustomPrompt="1"/>
          </ns0:nvPr>
        </ns0:nvSpPr>
        <ns0:spPr>
          <ns1:xfrm>
            <ns1:off x="9556621" y="3388969"/>
            <ns1:ext cx="5703974" cy="1917863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ns1:t>
            </ns1:r>
          </ns1:p>
        </ns0:txBody>
      </ns0:sp>
      <ns0:sp>
        <ns0:nvSpPr>
          <ns0:cNvPr id="6" name="Текст 39">
            <ns1:extLst>
              <ns1:ext uri="{FF2B5EF4-FFF2-40B4-BE49-F238E27FC236}">
                <ns2:creationId id="{EE431399-097C-CDCE-5631-C7A902956C3D}"/>
              </ns1:ext>
            </ns1:extLst>
          </ns0:cNvPr>
          <ns0:cNvSpPr>
            <ns1:spLocks noGrp="1"/>
          </ns0:cNvSpPr>
          <ns0:nvPr>
            <ns0:ph type="body" idx="34" hasCustomPrompt="1"/>
          </ns0:nvPr>
        </ns0:nvSpPr>
        <ns0:spPr>
          <ns1:xfrm>
            <ns1:off x="1265238" y="6774721"/>
            <ns1:ext cx="5703974" cy="1917863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ns1:t>
            </ns1:r>
          </ns1:p>
        </ns0:txBody>
      </ns0:sp>
      <ns0:sp>
        <ns0:nvSpPr>
          <ns0:cNvPr id="10" name="Текст 39">
            <ns1:extLst>
              <ns1:ext uri="{FF2B5EF4-FFF2-40B4-BE49-F238E27FC236}">
                <ns2:creationId id="{5B39AB8F-2869-207A-BA57-7242D01FA7D6}"/>
              </ns1:ext>
            </ns1:extLst>
          </ns0:cNvPr>
          <ns0:cNvSpPr>
            <ns1:spLocks noGrp="1"/>
          </ns0:cNvSpPr>
          <ns0:nvPr>
            <ns0:ph type="body" idx="35" hasCustomPrompt="1"/>
          </ns0:nvPr>
        </ns0:nvSpPr>
        <ns0:spPr>
          <ns1:xfrm>
            <ns1:off x="9556621" y="6774721"/>
            <ns1:ext cx="5703974" cy="1917863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ns1:t>
            </ns1:r>
          </ns1:p>
        </ns0:txBody>
      </ns0:sp>
      <ns0:sp>
        <ns0:nvSpPr>
          <ns0:cNvPr id="23" name="Рисунок 3">
            <ns1:extLst>
              <ns1:ext uri="{FF2B5EF4-FFF2-40B4-BE49-F238E27FC236}">
                <ns2:creationId id="{ABE36BE7-2090-9751-60D2-DD660244165B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24" name="Текст 16">
            <ns1:extLst>
              <ns1:ext uri="{FF2B5EF4-FFF2-40B4-BE49-F238E27FC236}">
                <ns2:creationId id="{56F630D0-48AA-A944-C00A-E94E88E00C35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0e8f6e373e144caa">
              <ns1:extLst>
                <ns1:ext uri="{96DAC541-7B7A-43D3-8B79-37D633B846F1}">
                  <ns4:svgBlip ns3:embed="R753a396ae6ac4f4f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25" name="Текст 16">
            <ns1:extLst>
              <ns1:ext uri="{FF2B5EF4-FFF2-40B4-BE49-F238E27FC236}">
                <ns2:creationId id="{DBBBC37B-B7F8-B0FA-B27C-77680D5BD92F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55a03227d7fc4dfb">
              <ns1:extLst>
                <ns1:ext uri="{96DAC541-7B7A-43D3-8B79-37D633B846F1}">
                  <ns4:svgBlip ns3:embed="Ra534c698a749454a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14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5 этапов">
    <ns0:bg>
      <ns0:bgPr>
        <ns1:solidFill>
          <ns1:schemeClr val="bg1">
            <ns1:lumMod val="95000"/>
          </ns1:schemeClr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Рисунок 11">
            <ns1:extLst>
              <ns1:ext uri="{FF2B5EF4-FFF2-40B4-BE49-F238E27FC236}">
                <ns2:creationId id="{72A59E1C-6AD5-2218-841C-5DAC4B38CB1C}"/>
              </ns1:ext>
            </ns1:extLst>
          </ns0:cNvPr>
          <ns0:cNvSpPr>
            <ns1:spLocks noGrp="1"/>
          </ns0:cNvSpPr>
          <ns0:nvPr>
            <ns0:ph type="pic" idx="36" hasCustomPrompt="1"/>
          </ns0:nvPr>
        </ns0:nvSpPr>
        <ns0:spPr>
          <ns1:xfrm>
            <ns1:off x="952500" y="2476500"/>
            <ns1:ext cx="5289236" cy="3143250"/>
          </ns1:xfrm>
          <ns1:prstGeom prst="roundRect">
            <ns1:avLst>
              <ns1:gd name="adj" fmla="val 10513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8" name="Рисунок 11">
            <ns1:extLst>
              <ns1:ext uri="{FF2B5EF4-FFF2-40B4-BE49-F238E27FC236}">
                <ns2:creationId id="{A5FE95DF-F964-5E9E-800F-DA75832A8798}"/>
              </ns1:ext>
            </ns1:extLst>
          </ns0:cNvPr>
          <ns0:cNvSpPr>
            <ns1:spLocks noGrp="1"/>
          </ns0:cNvSpPr>
          <ns0:nvPr>
            <ns0:ph type="pic" idx="51" hasCustomPrompt="1"/>
          </ns0:nvPr>
        </ns0:nvSpPr>
        <ns0:spPr>
          <ns1:xfrm>
            <ns1:off x="6500683" y="2476500"/>
            <ns1:ext cx="5289236" cy="3143250"/>
          </ns1:xfrm>
          <ns1:prstGeom prst="roundRect">
            <ns1:avLst>
              <ns1:gd name="adj" fmla="val 10513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2" name="Рисунок 11">
            <ns1:extLst>
              <ns1:ext uri="{FF2B5EF4-FFF2-40B4-BE49-F238E27FC236}">
                <ns2:creationId id="{09FC4F18-F433-C435-0338-E8580463C86E}"/>
              </ns1:ext>
            </ns1:extLst>
          </ns0:cNvPr>
          <ns0:cNvSpPr>
            <ns1:spLocks noGrp="1"/>
          </ns0:cNvSpPr>
          <ns0:nvPr>
            <ns0:ph type="pic" idx="52" hasCustomPrompt="1"/>
          </ns0:nvPr>
        </ns0:nvSpPr>
        <ns0:spPr>
          <ns1:xfrm>
            <ns1:off x="12039837" y="2476500"/>
            <ns1:ext cx="5289236" cy="3143250"/>
          </ns1:xfrm>
          <ns1:prstGeom prst="roundRect">
            <ns1:avLst>
              <ns1:gd name="adj" fmla="val 10513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3" name="Рисунок 11">
            <ns1:extLst>
              <ns1:ext uri="{FF2B5EF4-FFF2-40B4-BE49-F238E27FC236}">
                <ns2:creationId id="{7F087C74-D6A9-9DC3-FDAF-548405465BB3}"/>
              </ns1:ext>
            </ns1:extLst>
          </ns0:cNvPr>
          <ns0:cNvSpPr>
            <ns1:spLocks noGrp="1"/>
          </ns0:cNvSpPr>
          <ns0:nvPr>
            <ns0:ph type="pic" idx="53" hasCustomPrompt="1"/>
          </ns0:nvPr>
        </ns0:nvSpPr>
        <ns0:spPr>
          <ns1:xfrm>
            <ns1:off x="952499" y="5852747"/>
            <ns1:ext cx="8073953" cy="3143250"/>
          </ns1:xfrm>
          <ns1:prstGeom prst="roundRect">
            <ns1:avLst>
              <ns1:gd name="adj" fmla="val 10513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4" name="Рисунок 11">
            <ns1:extLst>
              <ns1:ext uri="{FF2B5EF4-FFF2-40B4-BE49-F238E27FC236}">
                <ns2:creationId id="{535EB632-92C3-F37F-DD94-762AFE8AC3F2}"/>
              </ns1:ext>
            </ns1:extLst>
          </ns0:cNvPr>
          <ns0:cNvSpPr>
            <ns1:spLocks noGrp="1"/>
          </ns0:cNvSpPr>
          <ns0:nvPr>
            <ns0:ph type="pic" idx="54" hasCustomPrompt="1"/>
          </ns0:nvPr>
        </ns0:nvSpPr>
        <ns0:spPr>
          <ns1:xfrm>
            <ns1:off x="9261548" y="5852747"/>
            <ns1:ext cx="8073952" cy="3143250"/>
          </ns1:xfrm>
          <ns1:prstGeom prst="roundRect">
            <ns1:avLst>
              <ns1:gd name="adj" fmla="val 10513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22" name="Текст 39">
            <ns1:extLst>
              <ns1:ext uri="{FF2B5EF4-FFF2-40B4-BE49-F238E27FC236}">
                <ns2:creationId id="{045F4BFF-63D7-D9E3-5DC4-E3D28C4322D1}"/>
              </ns1:ext>
            </ns1:extLst>
          </ns0:cNvPr>
          <ns0:cNvSpPr>
            <ns1:spLocks noGrp="1"/>
          </ns0:cNvSpPr>
          <ns0:nvPr>
            <ns0:ph type="body" idx="29" hasCustomPrompt="1"/>
          </ns0:nvPr>
        </ns0:nvSpPr>
        <ns0:spPr>
          <ns1:xfrm>
            <ns1:off x="9561099" y="7126288"/>
            <ns1:ext cx="7422878" cy="464376"/>
          </ns1:xfrm>
        </ns0:spPr>
        <ns0:txBody>
          <ns1:bodyPr>
            <ns1:noAutofit/>
          </ns1:bodyPr>
          <ns1:lstStyle>
            <ns1:lvl1pPr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31" name="Текст 39">
            <ns1:extLst>
              <ns1:ext uri="{FF2B5EF4-FFF2-40B4-BE49-F238E27FC236}">
                <ns2:creationId id="{2E4FFD63-0349-5C67-3A8C-EDD20AC45DA4}"/>
              </ns1:ext>
            </ns1:extLst>
          </ns0:cNvPr>
          <ns0:cNvSpPr>
            <ns1:spLocks noGrp="1"/>
          </ns0:cNvSpPr>
          <ns0:nvPr>
            <ns0:ph type="body" idx="14" hasCustomPrompt="1"/>
          </ns0:nvPr>
        </ns0:nvSpPr>
        <ns0:spPr>
          <ns1:xfrm>
            <ns1:off x="9561099" y="6125536"/>
            <ns1:ext cx="2705101" cy="942842"/>
          </ns1:xfrm>
        </ns0:spPr>
        <ns0:txBody>
          <ns1:bodyPr anchor="b">
            <ns1:noAutofit/>
          </ns1:bodyPr>
          <ns1:lstStyle>
            <ns1:lvl1pPr>
              <ns1:buNone/>
              <ns1:defRPr sz="72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05</ns1:t>
            </ns1:r>
          </ns1:p>
        </ns0:txBody>
      </ns0:sp>
      <ns0:sp>
        <ns0:nvSpPr>
          <ns0:cNvPr id="36" name="Текст 39">
            <ns1:extLst>
              <ns1:ext uri="{FF2B5EF4-FFF2-40B4-BE49-F238E27FC236}">
                <ns2:creationId id="{7698BC26-2F44-2A13-80C5-8BC586BF91F0}"/>
              </ns1:ext>
            </ns1:extLst>
          </ns0:cNvPr>
          <ns0:cNvSpPr>
            <ns1:spLocks noGrp="1"/>
          </ns0:cNvSpPr>
          <ns0:nvPr>
            <ns0:ph type="body" idx="33" hasCustomPrompt="1"/>
          </ns0:nvPr>
        </ns0:nvSpPr>
        <ns0:spPr>
          <ns1:xfrm>
            <ns1:off x="1257358" y="7126288"/>
            <ns1:ext cx="7422878" cy="464376"/>
          </ns1:xfrm>
        </ns0:spPr>
        <ns0:txBody>
          <ns1:bodyPr>
            <ns1:noAutofit/>
          </ns1:bodyPr>
          <ns1:lstStyle>
            <ns1:lvl1pPr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39" name="Текст 39">
            <ns1:extLst>
              <ns1:ext uri="{FF2B5EF4-FFF2-40B4-BE49-F238E27FC236}">
                <ns2:creationId id="{1D0AE1AC-F06A-1D71-B257-35A86FEA78F1}"/>
              </ns1:ext>
            </ns1:extLst>
          </ns0:cNvPr>
          <ns0:cNvSpPr>
            <ns1:spLocks noGrp="1"/>
          </ns0:cNvSpPr>
          <ns0:nvPr>
            <ns0:ph type="body" idx="35" hasCustomPrompt="1"/>
          </ns0:nvPr>
        </ns0:nvSpPr>
        <ns0:spPr>
          <ns1:xfrm>
            <ns1:off x="1257358" y="6125536"/>
            <ns1:ext cx="2705101" cy="942842"/>
          </ns1:xfrm>
        </ns0:spPr>
        <ns0:txBody>
          <ns1:bodyPr anchor="b">
            <ns1:noAutofit/>
          </ns1:bodyPr>
          <ns1:lstStyle>
            <ns1:lvl1pPr>
              <ns1:buNone/>
              <ns1:defRPr sz="72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04</ns1:t>
            </ns1:r>
          </ns1:p>
        </ns0:txBody>
      </ns0:sp>
      <ns0:sp>
        <ns0:nvSpPr>
          <ns0:cNvPr id="44" name="Текст 39">
            <ns1:extLst>
              <ns1:ext uri="{FF2B5EF4-FFF2-40B4-BE49-F238E27FC236}">
                <ns2:creationId id="{1275CF04-C2BB-C1B6-E89F-AAB08FB9A436}"/>
              </ns1:ext>
            </ns1:extLst>
          </ns0:cNvPr>
          <ns0:cNvSpPr>
            <ns1:spLocks noGrp="1"/>
          </ns0:cNvSpPr>
          <ns0:nvPr>
            <ns0:ph type="body" idx="37" hasCustomPrompt="1"/>
          </ns0:nvPr>
        </ns0:nvSpPr>
        <ns0:spPr>
          <ns1:xfrm>
            <ns1:off x="1257358" y="3752894"/>
            <ns1:ext cx="4686242" cy="464376"/>
          </ns1:xfrm>
        </ns0:spPr>
        <ns0:txBody>
          <ns1:bodyPr>
            <ns1:noAutofit/>
          </ns1:bodyPr>
          <ns1:lstStyle>
            <ns1:lvl1pPr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46" name="Текст 39">
            <ns1:extLst>
              <ns1:ext uri="{FF2B5EF4-FFF2-40B4-BE49-F238E27FC236}">
                <ns2:creationId id="{5F3A10F4-C8E3-DEFF-E0B7-F35236A2B017}"/>
              </ns1:ext>
            </ns1:extLst>
          </ns0:cNvPr>
          <ns0:cNvSpPr>
            <ns1:spLocks noGrp="1"/>
          </ns0:cNvSpPr>
          <ns0:nvPr>
            <ns0:ph type="body" idx="39" hasCustomPrompt="1"/>
          </ns0:nvPr>
        </ns0:nvSpPr>
        <ns0:spPr>
          <ns1:xfrm>
            <ns1:off x="1257358" y="2752142"/>
            <ns1:ext cx="2705101" cy="942842"/>
          </ns1:xfrm>
        </ns0:spPr>
        <ns0:txBody>
          <ns1:bodyPr anchor="b">
            <ns1:noAutofit/>
          </ns1:bodyPr>
          <ns1:lstStyle>
            <ns1:lvl1pPr>
              <ns1:buNone/>
              <ns1:defRPr sz="72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</ns1:t>
            </ns1:r>
          </ns1:p>
        </ns0:txBody>
      </ns0:sp>
      <ns0:sp>
        <ns0:nvSpPr>
          <ns0:cNvPr id="49" name="Текст 39">
            <ns1:extLst>
              <ns1:ext uri="{FF2B5EF4-FFF2-40B4-BE49-F238E27FC236}">
                <ns2:creationId id="{BD4680B1-C029-9D80-8E54-1468AEB88441}"/>
              </ns1:ext>
            </ns1:extLst>
          </ns0:cNvPr>
          <ns0:cNvSpPr>
            <ns1:spLocks noGrp="1"/>
          </ns0:cNvSpPr>
          <ns0:nvPr>
            <ns0:ph type="body" idx="41" hasCustomPrompt="1"/>
          </ns0:nvPr>
        </ns0:nvSpPr>
        <ns0:spPr>
          <ns1:xfrm>
            <ns1:off x="6794086" y="3752894"/>
            <ns1:ext cx="4686242" cy="464376"/>
          </ns1:xfrm>
        </ns0:spPr>
        <ns0:txBody>
          <ns1:bodyPr>
            <ns1:noAutofit/>
          </ns1:bodyPr>
          <ns1:lstStyle>
            <ns1:lvl1pPr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50" name="Текст 39">
            <ns1:extLst>
              <ns1:ext uri="{FF2B5EF4-FFF2-40B4-BE49-F238E27FC236}">
                <ns2:creationId id="{26991E04-A291-8195-E377-666E93B02E5E}"/>
              </ns1:ext>
            </ns1:extLst>
          </ns0:cNvPr>
          <ns0:cNvSpPr>
            <ns1:spLocks noGrp="1"/>
          </ns0:cNvSpPr>
          <ns0:nvPr>
            <ns0:ph type="body" idx="42" hasCustomPrompt="1"/>
          </ns0:nvPr>
        </ns0:nvSpPr>
        <ns0:spPr>
          <ns1:xfrm>
            <ns1:off x="6794086" y="2752142"/>
            <ns1:ext cx="2705101" cy="942842"/>
          </ns1:xfrm>
        </ns0:spPr>
        <ns0:txBody>
          <ns1:bodyPr anchor="b">
            <ns1:noAutofit/>
          </ns1:bodyPr>
          <ns1:lstStyle>
            <ns1:lvl1pPr>
              <ns1:buNone/>
              <ns1:defRPr sz="72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02</ns1:t>
            </ns1:r>
          </ns1:p>
        </ns0:txBody>
      </ns0:sp>
      <ns0:sp>
        <ns0:nvSpPr>
          <ns0:cNvPr id="53" name="Текст 39">
            <ns1:extLst>
              <ns1:ext uri="{FF2B5EF4-FFF2-40B4-BE49-F238E27FC236}">
                <ns2:creationId id="{B5693073-0962-4C85-879C-62BA72767FD6}"/>
              </ns1:ext>
            </ns1:extLst>
          </ns0:cNvPr>
          <ns0:cNvSpPr>
            <ns1:spLocks noGrp="1"/>
          </ns0:cNvSpPr>
          <ns0:nvPr>
            <ns0:ph type="body" idx="44" hasCustomPrompt="1"/>
          </ns0:nvPr>
        </ns0:nvSpPr>
        <ns0:spPr>
          <ns1:xfrm>
            <ns1:off x="12329913" y="3752894"/>
            <ns1:ext cx="4686242" cy="464376"/>
          </ns1:xfrm>
        </ns0:spPr>
        <ns0:txBody>
          <ns1:bodyPr>
            <ns1:noAutofit/>
          </ns1:bodyPr>
          <ns1:lstStyle>
            <ns1:lvl1pPr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54" name="Текст 39">
            <ns1:extLst>
              <ns1:ext uri="{FF2B5EF4-FFF2-40B4-BE49-F238E27FC236}">
                <ns2:creationId id="{D10B3412-D21A-8E2A-B67E-7C65CF3722FE}"/>
              </ns1:ext>
            </ns1:extLst>
          </ns0:cNvPr>
          <ns0:cNvSpPr>
            <ns1:spLocks noGrp="1"/>
          </ns0:cNvSpPr>
          <ns0:nvPr>
            <ns0:ph type="body" idx="45" hasCustomPrompt="1"/>
          </ns0:nvPr>
        </ns0:nvSpPr>
        <ns0:spPr>
          <ns1:xfrm>
            <ns1:off x="12329913" y="2752142"/>
            <ns1:ext cx="2705101" cy="942842"/>
          </ns1:xfrm>
        </ns0:spPr>
        <ns0:txBody>
          <ns1:bodyPr anchor="b">
            <ns1:noAutofit/>
          </ns1:bodyPr>
          <ns1:lstStyle>
            <ns1:lvl1pPr>
              <ns1:buNone/>
              <ns1:defRPr sz="72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03</ns1:t>
            </ns1:r>
          </ns1:p>
        </ns0:txBody>
      </ns0:sp>
      <ns0:sp>
        <ns0:nvSpPr>
          <ns0:cNvPr id="3" name="Текст 39">
            <ns1:extLst>
              <ns1:ext uri="{FF2B5EF4-FFF2-40B4-BE49-F238E27FC236}">
                <ns2:creationId id="{50C8128F-6DC5-2AFC-73DE-B99DFEFAC3E6}"/>
              </ns1:ext>
            </ns1:extLst>
          </ns0:cNvPr>
          <ns0:cNvSpPr>
            <ns1:spLocks noGrp="1"/>
          </ns0:cNvSpPr>
          <ns0:nvPr>
            <ns0:ph type="body" idx="22" hasCustomPrompt="1"/>
          </ns0:nvPr>
        </ns0:nvSpPr>
        <ns0:spPr>
          <ns1:xfrm>
            <ns1:off x="1257359" y="4275181"/>
            <ns1:ext cx="4686242" cy="1133062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4" name="Текст 39">
            <ns1:extLst>
              <ns1:ext uri="{FF2B5EF4-FFF2-40B4-BE49-F238E27FC236}">
                <ns2:creationId id="{712EE35B-1A64-41AE-B090-DF985A1355A4}"/>
              </ns1:ext>
            </ns1:extLst>
          </ns0:cNvPr>
          <ns0:cNvSpPr>
            <ns1:spLocks noGrp="1"/>
          </ns0:cNvSpPr>
          <ns0:nvPr>
            <ns0:ph type="body" idx="31" hasCustomPrompt="1"/>
          </ns0:nvPr>
        </ns0:nvSpPr>
        <ns0:spPr>
          <ns1:xfrm>
            <ns1:off x="6794085" y="4275181"/>
            <ns1:ext cx="4686242" cy="1133062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5" name="Текст 39">
            <ns1:extLst>
              <ns1:ext uri="{FF2B5EF4-FFF2-40B4-BE49-F238E27FC236}">
                <ns2:creationId id="{2AA13441-C4E4-9C9A-CBBF-224B96234B5E}"/>
              </ns1:ext>
            </ns1:extLst>
          </ns0:cNvPr>
          <ns0:cNvSpPr>
            <ns1:spLocks noGrp="1"/>
          </ns0:cNvSpPr>
          <ns0:nvPr>
            <ns0:ph type="body" idx="32" hasCustomPrompt="1"/>
          </ns0:nvPr>
        </ns0:nvSpPr>
        <ns0:spPr>
          <ns1:xfrm>
            <ns1:off x="1257359" y="7660933"/>
            <ns1:ext cx="3660630" cy="1133062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7" name="Текст 39">
            <ns1:extLst>
              <ns1:ext uri="{FF2B5EF4-FFF2-40B4-BE49-F238E27FC236}">
                <ns2:creationId id="{B66AE09D-62B8-6993-56EE-2B8EF53B90A6}"/>
              </ns1:ext>
            </ns1:extLst>
          </ns0:cNvPr>
          <ns0:cNvSpPr>
            <ns1:spLocks noGrp="1"/>
          </ns0:cNvSpPr>
          <ns0:nvPr>
            <ns0:ph type="body" idx="47" hasCustomPrompt="1"/>
          </ns0:nvPr>
        </ns0:nvSpPr>
        <ns0:spPr>
          <ns1:xfrm>
            <ns1:off x="12329912" y="4275181"/>
            <ns1:ext cx="4686242" cy="1133062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9" name="Текст 39">
            <ns1:extLst>
              <ns1:ext uri="{FF2B5EF4-FFF2-40B4-BE49-F238E27FC236}">
                <ns2:creationId id="{033D08C5-276A-C98B-092A-AD867BB6CD9B}"/>
              </ns1:ext>
            </ns1:extLst>
          </ns0:cNvPr>
          <ns0:cNvSpPr>
            <ns1:spLocks noGrp="1"/>
          </ns0:cNvSpPr>
          <ns0:nvPr>
            <ns0:ph type="body" idx="48" hasCustomPrompt="1"/>
          </ns0:nvPr>
        </ns0:nvSpPr>
        <ns0:spPr>
          <ns1:xfrm>
            <ns1:off x="5038526" y="7660933"/>
            <ns1:ext cx="3660630" cy="1133062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10" name="Текст 39">
            <ns1:extLst>
              <ns1:ext uri="{FF2B5EF4-FFF2-40B4-BE49-F238E27FC236}">
                <ns2:creationId id="{2D86AC43-9CF7-B46D-4DD1-98D9F8BE8B7A}"/>
              </ns1:ext>
            </ns1:extLst>
          </ns0:cNvPr>
          <ns0:cNvSpPr>
            <ns1:spLocks noGrp="1"/>
          </ns0:cNvSpPr>
          <ns0:nvPr>
            <ns0:ph type="body" idx="49" hasCustomPrompt="1"/>
          </ns0:nvPr>
        </ns0:nvSpPr>
        <ns0:spPr>
          <ns1:xfrm>
            <ns1:off x="9561100" y="7660933"/>
            <ns1:ext cx="3660630" cy="1133062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11" name="Текст 39">
            <ns1:extLst>
              <ns1:ext uri="{FF2B5EF4-FFF2-40B4-BE49-F238E27FC236}">
                <ns2:creationId id="{C949B291-B8FE-DFB2-CB31-2E7F639E5DA1}"/>
              </ns1:ext>
            </ns1:extLst>
          </ns0:cNvPr>
          <ns0:cNvSpPr>
            <ns1:spLocks noGrp="1"/>
          </ns0:cNvSpPr>
          <ns0:nvPr>
            <ns0:ph type="body" idx="50" hasCustomPrompt="1"/>
          </ns0:nvPr>
        </ns0:nvSpPr>
        <ns0:spPr>
          <ns1:xfrm>
            <ns1:off x="13342267" y="7660933"/>
            <ns1:ext cx="3660630" cy="1133062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15" name="Рисунок 3">
            <ns1:extLst>
              <ns1:ext uri="{FF2B5EF4-FFF2-40B4-BE49-F238E27FC236}">
                <ns2:creationId id="{64A1E82E-A9AC-E1C3-FB5D-C9434665EDB1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6" name="Текст 16">
            <ns1:extLst>
              <ns1:ext uri="{FF2B5EF4-FFF2-40B4-BE49-F238E27FC236}">
                <ns2:creationId id="{C9B1CB3F-A79A-237E-4821-0E3A327389B1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cfc3dc8a1449410a">
              <ns1:extLst>
                <ns1:ext uri="{96DAC541-7B7A-43D3-8B79-37D633B846F1}">
                  <ns4:svgBlip ns3:embed="R7abebebf12614352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9" name="Текст 16">
            <ns1:extLst>
              <ns1:ext uri="{FF2B5EF4-FFF2-40B4-BE49-F238E27FC236}">
                <ns2:creationId id="{0888C5ED-7991-E034-F1C7-395F07769F3E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12878e71010a400c">
              <ns1:extLst>
                <ns1:ext uri="{96DAC541-7B7A-43D3-8B79-37D633B846F1}">
                  <ns4:svgBlip ns3:embed="R51ef504e0de84396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15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6 этапов">
    <ns0:bg>
      <ns0:bgPr>
        <ns1:solidFill>
          <ns1:schemeClr val="bg1">
            <ns1:lumMod val="95000"/>
          </ns1:schemeClr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5" name="Рисунок 11">
            <ns1:extLst>
              <ns1:ext uri="{FF2B5EF4-FFF2-40B4-BE49-F238E27FC236}">
                <ns2:creationId id="{CE32A929-2A24-B83C-1E0B-AEF3DE42BF04}"/>
              </ns1:ext>
            </ns1:extLst>
          </ns0:cNvPr>
          <ns0:cNvSpPr>
            <ns1:spLocks noGrp="1"/>
          </ns0:cNvSpPr>
          <ns0:nvPr>
            <ns0:ph type="pic" idx="36" hasCustomPrompt="1"/>
          </ns0:nvPr>
        </ns0:nvSpPr>
        <ns0:spPr>
          <ns1:xfrm>
            <ns1:off x="952500" y="2476500"/>
            <ns1:ext cx="8077200" cy="2019300"/>
          </ns1:xfrm>
          <ns1:prstGeom prst="roundRect">
            <ns1:avLst>
              <ns1:gd name="adj" fmla="val 9025"/>
            </ns1:avLst>
          </ns1:prstGeom>
          <ns1:solidFill>
            <ns1:srgbClr val="EA0B4C"/>
          </ns1:solidFill>
          <ns1:ln>
            <ns1:solidFill>
              <ns1:schemeClr val="accent1"/>
            </ns1:solidFill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6" name="Рисунок 11">
            <ns1:extLst>
              <ns1:ext uri="{FF2B5EF4-FFF2-40B4-BE49-F238E27FC236}">
                <ns2:creationId id="{3E2637A6-A892-6143-56A9-40F32D20DF65}"/>
              </ns1:ext>
            </ns1:extLst>
          </ns0:cNvPr>
          <ns0:cNvSpPr>
            <ns1:spLocks noGrp="1"/>
          </ns0:cNvSpPr>
          <ns0:nvPr>
            <ns0:ph type="pic" idx="37" hasCustomPrompt="1"/>
          </ns0:nvPr>
        </ns0:nvSpPr>
        <ns0:spPr>
          <ns1:xfrm>
            <ns1:off x="9252439" y="2476500"/>
            <ns1:ext cx="8077200" cy="2019300"/>
          </ns1:xfrm>
          <ns1:prstGeom prst="roundRect">
            <ns1:avLst>
              <ns1:gd name="adj" fmla="val 8154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2" name="Рисунок 11">
            <ns1:extLst>
              <ns1:ext uri="{FF2B5EF4-FFF2-40B4-BE49-F238E27FC236}">
                <ns2:creationId id="{A27331BA-BA0C-EE38-1AF6-742CA0412047}"/>
              </ns1:ext>
            </ns1:extLst>
          </ns0:cNvPr>
          <ns0:cNvSpPr>
            <ns1:spLocks noGrp="1"/>
          </ns0:cNvSpPr>
          <ns0:nvPr>
            <ns0:ph type="pic" idx="38" hasCustomPrompt="1"/>
          </ns0:nvPr>
        </ns0:nvSpPr>
        <ns0:spPr>
          <ns1:xfrm>
            <ns1:off x="952500" y="4727331"/>
            <ns1:ext cx="8077200" cy="2019300"/>
          </ns1:xfrm>
          <ns1:prstGeom prst="roundRect">
            <ns1:avLst>
              <ns1:gd name="adj" fmla="val 9025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3" name="Рисунок 11">
            <ns1:extLst>
              <ns1:ext uri="{FF2B5EF4-FFF2-40B4-BE49-F238E27FC236}">
                <ns2:creationId id="{9D2B1D6A-0119-407A-C819-255A0D5F4B39}"/>
              </ns1:ext>
            </ns1:extLst>
          </ns0:cNvPr>
          <ns0:cNvSpPr>
            <ns1:spLocks noGrp="1"/>
          </ns0:cNvSpPr>
          <ns0:nvPr>
            <ns0:ph type="pic" idx="39" hasCustomPrompt="1"/>
          </ns0:nvPr>
        </ns0:nvSpPr>
        <ns0:spPr>
          <ns1:xfrm>
            <ns1:off x="9252439" y="4727331"/>
            <ns1:ext cx="8077200" cy="2019300"/>
          </ns1:xfrm>
          <ns1:prstGeom prst="roundRect">
            <ns1:avLst>
              <ns1:gd name="adj" fmla="val 9896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4" name="Рисунок 11">
            <ns1:extLst>
              <ns1:ext uri="{FF2B5EF4-FFF2-40B4-BE49-F238E27FC236}">
                <ns2:creationId id="{6246B142-03A0-0BC4-D42D-6F19255AC806}"/>
              </ns1:ext>
            </ns1:extLst>
          </ns0:cNvPr>
          <ns0:cNvSpPr>
            <ns1:spLocks noGrp="1"/>
          </ns0:cNvSpPr>
          <ns0:nvPr>
            <ns0:ph type="pic" idx="40" hasCustomPrompt="1"/>
          </ns0:nvPr>
        </ns0:nvSpPr>
        <ns0:spPr>
          <ns1:xfrm>
            <ns1:off x="952500" y="6960577"/>
            <ns1:ext cx="8077200" cy="2019300"/>
          </ns1:xfrm>
          <ns1:prstGeom prst="roundRect">
            <ns1:avLst>
              <ns1:gd name="adj" fmla="val 9025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5" name="Рисунок 11">
            <ns1:extLst>
              <ns1:ext uri="{FF2B5EF4-FFF2-40B4-BE49-F238E27FC236}">
                <ns2:creationId id="{8019F325-8C9F-A93E-082A-7F26B3D25620}"/>
              </ns1:ext>
            </ns1:extLst>
          </ns0:cNvPr>
          <ns0:cNvSpPr>
            <ns1:spLocks noGrp="1"/>
          </ns0:cNvSpPr>
          <ns0:nvPr>
            <ns0:ph type="pic" idx="41" hasCustomPrompt="1"/>
          </ns0:nvPr>
        </ns0:nvSpPr>
        <ns0:spPr>
          <ns1:xfrm>
            <ns1:off x="9252439" y="6960577"/>
            <ns1:ext cx="8077200" cy="2019300"/>
          </ns1:xfrm>
          <ns1:prstGeom prst="roundRect">
            <ns1:avLst>
              <ns1:gd name="adj" fmla="val 9025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40" name="Текст 39">
            <ns1:extLst>
              <ns1:ext uri="{FF2B5EF4-FFF2-40B4-BE49-F238E27FC236}">
                <ns2:creationId id="{CB25F473-D73D-9900-E6F1-3D7C8865ED59}"/>
              </ns1:ext>
            </ns1:extLst>
          </ns0:cNvPr>
          <ns0:cNvSpPr>
            <ns1:spLocks noGrp="1"/>
          </ns0:cNvSpPr>
          <ns0:nvPr>
            <ns0:ph type="body" idx="11" hasCustomPrompt="1"/>
          </ns0:nvPr>
        </ns0:nvSpPr>
        <ns0:spPr>
          <ns1:xfrm>
            <ns1:off x="1768747" y="2743968"/>
            <ns1:ext cx="6919369" cy="464376"/>
          </ns1:xfrm>
        </ns0:spPr>
        <ns0:txBody>
          <ns1:bodyPr>
            <ns1:noAutofit/>
          </ns1:bodyPr>
          <ns1:lstStyle>
            <ns1:lvl1pPr>
              <ns1:buNone/>
              <ns1:defRPr sz="24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41" name="Текст 39">
            <ns1:extLst>
              <ns1:ext uri="{FF2B5EF4-FFF2-40B4-BE49-F238E27FC236}">
                <ns2:creationId id="{3392CD68-BAFF-5537-414E-0BC2CC0FF9E4}"/>
              </ns1:ext>
            </ns1:extLst>
          </ns0:cNvPr>
          <ns0:cNvSpPr>
            <ns1:spLocks noGrp="1"/>
          </ns0:cNvSpPr>
          <ns0:nvPr>
            <ns0:ph type="body" idx="14" hasCustomPrompt="1"/>
          </ns0:nvPr>
        </ns0:nvSpPr>
        <ns0:spPr>
          <ns1:xfrm>
            <ns1:off x="1768747" y="5005255"/>
            <ns1:ext cx="6919369" cy="464376"/>
          </ns1:xfrm>
        </ns0:spPr>
        <ns0:txBody>
          <ns1:bodyPr>
            <ns1:noAutofit/>
          </ns1:bodyPr>
          <ns1:lstStyle>
            <ns1:lvl1pPr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47" name="Текст 39">
            <ns1:extLst>
              <ns1:ext uri="{FF2B5EF4-FFF2-40B4-BE49-F238E27FC236}">
                <ns2:creationId id="{E5B5AC50-16B7-165C-91BB-670282FBEA79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768747" y="7241828"/>
            <ns1:ext cx="6919369" cy="464376"/>
          </ns1:xfrm>
        </ns0:spPr>
        <ns0:txBody>
          <ns1:bodyPr>
            <ns1:noAutofit/>
          </ns1:bodyPr>
          <ns1:lstStyle>
            <ns1:lvl1pPr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52" name="Текст 39">
            <ns1:extLst>
              <ns1:ext uri="{FF2B5EF4-FFF2-40B4-BE49-F238E27FC236}">
                <ns2:creationId id="{BEDECA65-93CA-1774-2F86-5FD35B5B6576}"/>
              </ns1:ext>
            </ns1:extLst>
          </ns0:cNvPr>
          <ns0:cNvSpPr>
            <ns1:spLocks noGrp="1"/>
          </ns0:cNvSpPr>
          <ns0:nvPr>
            <ns0:ph type="body" idx="20" hasCustomPrompt="1"/>
          </ns0:nvPr>
        </ns0:nvSpPr>
        <ns0:spPr>
          <ns1:xfrm>
            <ns1:off x="10072487" y="2743968"/>
            <ns1:ext cx="6919369" cy="464376"/>
          </ns1:xfrm>
        </ns0:spPr>
        <ns0:txBody>
          <ns1:bodyPr>
            <ns1:noAutofit/>
          </ns1:bodyPr>
          <ns1:lstStyle>
            <ns1:lvl1pPr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57" name="Текст 39">
            <ns1:extLst>
              <ns1:ext uri="{FF2B5EF4-FFF2-40B4-BE49-F238E27FC236}">
                <ns2:creationId id="{05520456-AE39-821C-04C7-4A972817B31B}"/>
              </ns1:ext>
            </ns1:extLst>
          </ns0:cNvPr>
          <ns0:cNvSpPr>
            <ns1:spLocks noGrp="1"/>
          </ns0:cNvSpPr>
          <ns0:nvPr>
            <ns0:ph type="body" idx="23" hasCustomPrompt="1"/>
          </ns0:nvPr>
        </ns0:nvSpPr>
        <ns0:spPr>
          <ns1:xfrm>
            <ns1:off x="10072487" y="5005255"/>
            <ns1:ext cx="6919369" cy="464376"/>
          </ns1:xfrm>
        </ns0:spPr>
        <ns0:txBody>
          <ns1:bodyPr>
            <ns1:noAutofit/>
          </ns1:bodyPr>
          <ns1:lstStyle>
            <ns1:lvl1pPr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62" name="Текст 39">
            <ns1:extLst>
              <ns1:ext uri="{FF2B5EF4-FFF2-40B4-BE49-F238E27FC236}">
                <ns2:creationId id="{92250F9E-2194-D186-01E4-457059860705}"/>
              </ns1:ext>
            </ns1:extLst>
          </ns0:cNvPr>
          <ns0:cNvSpPr>
            <ns1:spLocks noGrp="1"/>
          </ns0:cNvSpPr>
          <ns0:nvPr>
            <ns0:ph type="body" idx="26" hasCustomPrompt="1"/>
          </ns0:nvPr>
        </ns0:nvSpPr>
        <ns0:spPr>
          <ns1:xfrm>
            <ns1:off x="10072487" y="7241828"/>
            <ns1:ext cx="6919369" cy="464376"/>
          </ns1:xfrm>
        </ns0:spPr>
        <ns0:txBody>
          <ns1:bodyPr>
            <ns1:noAutofit/>
          </ns1:bodyPr>
          <ns1:lstStyle>
            <ns1:lvl1pPr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3" name="Текст 39">
            <ns1:extLst>
              <ns1:ext uri="{FF2B5EF4-FFF2-40B4-BE49-F238E27FC236}">
                <ns2:creationId id="{C3282441-619B-D553-0F1E-C736626B6C50}"/>
              </ns1:ext>
            </ns1:extLst>
          </ns0:cNvPr>
          <ns0:cNvSpPr>
            <ns1:spLocks noGrp="1"/>
          </ns0:cNvSpPr>
          <ns0:nvPr>
            <ns0:ph type="body" idx="22" hasCustomPrompt="1"/>
          </ns0:nvPr>
        </ns0:nvSpPr>
        <ns0:spPr>
          <ns1:xfrm>
            <ns1:off x="1265238" y="3301648"/>
            <ns1:ext cx="7422878" cy="973790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4" name="Текст 39">
            <ns1:extLst>
              <ns1:ext uri="{FF2B5EF4-FFF2-40B4-BE49-F238E27FC236}">
                <ns2:creationId id="{41AA93F7-59DD-4993-10AF-72FF8AE1EAFD}"/>
              </ns1:ext>
            </ns1:extLst>
          </ns0:cNvPr>
          <ns0:cNvSpPr>
            <ns1:spLocks noGrp="1"/>
          </ns0:cNvSpPr>
          <ns0:nvPr>
            <ns0:ph type="body" idx="28" hasCustomPrompt="1"/>
          </ns0:nvPr>
        </ns0:nvSpPr>
        <ns0:spPr>
          <ns1:xfrm>
            <ns1:off x="1265238" y="5562935"/>
            <ns1:ext cx="7422878" cy="973790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7" name="Текст 39">
            <ns1:extLst>
              <ns1:ext uri="{FF2B5EF4-FFF2-40B4-BE49-F238E27FC236}">
                <ns2:creationId id="{82F6767E-D00C-064B-447C-F18E0B9763C9}"/>
              </ns1:ext>
            </ns1:extLst>
          </ns0:cNvPr>
          <ns0:cNvSpPr>
            <ns1:spLocks noGrp="1"/>
          </ns0:cNvSpPr>
          <ns0:nvPr>
            <ns0:ph type="body" idx="29" hasCustomPrompt="1"/>
          </ns0:nvPr>
        </ns0:nvSpPr>
        <ns0:spPr>
          <ns1:xfrm>
            <ns1:off x="1265238" y="7824222"/>
            <ns1:ext cx="7422878" cy="973790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8" name="Текст 39">
            <ns1:extLst>
              <ns1:ext uri="{FF2B5EF4-FFF2-40B4-BE49-F238E27FC236}">
                <ns2:creationId id="{B78D2624-21A1-DE67-15DB-F52D63513CCD}"/>
              </ns1:ext>
            </ns1:extLst>
          </ns0:cNvPr>
          <ns0:cNvSpPr>
            <ns1:spLocks noGrp="1"/>
          </ns0:cNvSpPr>
          <ns0:nvPr>
            <ns0:ph type="body" idx="30" hasCustomPrompt="1"/>
          </ns0:nvPr>
        </ns0:nvSpPr>
        <ns0:spPr>
          <ns1:xfrm>
            <ns1:off x="9568979" y="3301648"/>
            <ns1:ext cx="7422878" cy="973790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9" name="Текст 39">
            <ns1:extLst>
              <ns1:ext uri="{FF2B5EF4-FFF2-40B4-BE49-F238E27FC236}">
                <ns2:creationId id="{A72A35DF-E224-F7C9-0F37-3DC9A8F7A236}"/>
              </ns1:ext>
            </ns1:extLst>
          </ns0:cNvPr>
          <ns0:cNvSpPr>
            <ns1:spLocks noGrp="1"/>
          </ns0:cNvSpPr>
          <ns0:nvPr>
            <ns0:ph type="body" idx="31" hasCustomPrompt="1"/>
          </ns0:nvPr>
        </ns0:nvSpPr>
        <ns0:spPr>
          <ns1:xfrm>
            <ns1:off x="9568979" y="5562935"/>
            <ns1:ext cx="7422878" cy="973790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11" name="Текст 39">
            <ns1:extLst>
              <ns1:ext uri="{FF2B5EF4-FFF2-40B4-BE49-F238E27FC236}">
                <ns2:creationId id="{252A8382-C675-6170-2930-8D0CAA2B5B73}"/>
              </ns1:ext>
            </ns1:extLst>
          </ns0:cNvPr>
          <ns0:cNvSpPr>
            <ns1:spLocks noGrp="1"/>
          </ns0:cNvSpPr>
          <ns0:nvPr>
            <ns0:ph type="body" idx="32" hasCustomPrompt="1"/>
          </ns0:nvPr>
        </ns0:nvSpPr>
        <ns0:spPr>
          <ns1:xfrm>
            <ns1:off x="9568979" y="7824222"/>
            <ns1:ext cx="7422878" cy="973790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16" name="Текст 41">
            <ns1:extLst>
              <ns1:ext uri="{FF2B5EF4-FFF2-40B4-BE49-F238E27FC236}">
                <ns2:creationId id="{B9352896-D5AA-49F9-7ADE-A03191D1A7E0}"/>
              </ns1:ext>
            </ns1:extLst>
          </ns0:cNvPr>
          <ns0:cNvSpPr>
            <ns1:spLocks noGrp="1"/>
          </ns0:cNvSpPr>
          <ns0:nvPr>
            <ns0:ph type="body" idx="42" hasCustomPrompt="1"/>
          </ns0:nvPr>
        </ns0:nvSpPr>
        <ns0:spPr>
          <ns1:xfrm>
            <ns1:off x="1201611" y="4983277"/>
            <ns1:ext cx="503509" cy="503509"/>
          </ns1:xfrm>
          <ns1:prstGeom prst="roundRect">
            <ns1:avLst>
              <ns1:gd name="adj" fmla="val 16667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03</ns1:t>
            </ns1:r>
          </ns1:p>
        </ns0:txBody>
      </ns0:sp>
      <ns0:sp>
        <ns0:nvSpPr>
          <ns0:cNvPr id="17" name="Текст 41">
            <ns1:extLst>
              <ns1:ext uri="{FF2B5EF4-FFF2-40B4-BE49-F238E27FC236}">
                <ns2:creationId id="{32CC2487-3ED3-B100-ED5A-34CA886F275E}"/>
              </ns1:ext>
            </ns1:extLst>
          </ns0:cNvPr>
          <ns0:cNvSpPr>
            <ns1:spLocks noGrp="1"/>
          </ns0:cNvSpPr>
          <ns0:nvPr>
            <ns0:ph type="body" idx="43" hasCustomPrompt="1"/>
          </ns0:nvPr>
        </ns0:nvSpPr>
        <ns0:spPr>
          <ns1:xfrm>
            <ns1:off x="1201611" y="2718059"/>
            <ns1:ext cx="503509" cy="503509"/>
          </ns1:xfrm>
          <ns1:prstGeom prst="roundRect">
            <ns1:avLst>
              <ns1:gd name="adj" fmla="val 16667"/>
            </ns1:avLst>
          </ns1:prstGeom>
          <ns1:solidFill>
            <ns1:schemeClr val="bg1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01</ns1:t>
            </ns1:r>
          </ns1:p>
        </ns0:txBody>
      </ns0:sp>
      <ns0:sp>
        <ns0:nvSpPr>
          <ns0:cNvPr id="18" name="Текст 41">
            <ns1:extLst>
              <ns1:ext uri="{FF2B5EF4-FFF2-40B4-BE49-F238E27FC236}">
                <ns2:creationId id="{3DAEC846-D5FB-63F0-BB01-748F1780C9C2}"/>
              </ns1:ext>
            </ns1:extLst>
          </ns0:cNvPr>
          <ns0:cNvSpPr>
            <ns1:spLocks noGrp="1"/>
          </ns0:cNvSpPr>
          <ns0:nvPr>
            <ns0:ph type="body" idx="44" hasCustomPrompt="1"/>
          </ns0:nvPr>
        </ns0:nvSpPr>
        <ns0:spPr>
          <ns1:xfrm>
            <ns1:off x="1201611" y="7217323"/>
            <ns1:ext cx="503509" cy="503509"/>
          </ns1:xfrm>
          <ns1:prstGeom prst="roundRect">
            <ns1:avLst>
              <ns1:gd name="adj" fmla="val 16667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05</ns1:t>
            </ns1:r>
          </ns1:p>
        </ns0:txBody>
      </ns0:sp>
      <ns0:sp>
        <ns0:nvSpPr>
          <ns0:cNvPr id="19" name="Текст 41">
            <ns1:extLst>
              <ns1:ext uri="{FF2B5EF4-FFF2-40B4-BE49-F238E27FC236}">
                <ns2:creationId id="{562560C3-0724-5A17-934D-DF82F761D47F}"/>
              </ns1:ext>
            </ns1:extLst>
          </ns0:cNvPr>
          <ns0:cNvSpPr>
            <ns1:spLocks noGrp="1"/>
          </ns0:cNvSpPr>
          <ns0:nvPr>
            <ns0:ph type="body" idx="45" hasCustomPrompt="1"/>
          </ns0:nvPr>
        </ns0:nvSpPr>
        <ns0:spPr>
          <ns1:xfrm>
            <ns1:off x="9493556" y="4983277"/>
            <ns1:ext cx="503509" cy="503509"/>
          </ns1:xfrm>
          <ns1:prstGeom prst="roundRect">
            <ns1:avLst>
              <ns1:gd name="adj" fmla="val 16667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04</ns1:t>
            </ns1:r>
          </ns1:p>
        </ns0:txBody>
      </ns0:sp>
      <ns0:sp>
        <ns0:nvSpPr>
          <ns0:cNvPr id="20" name="Текст 41">
            <ns1:extLst>
              <ns1:ext uri="{FF2B5EF4-FFF2-40B4-BE49-F238E27FC236}">
                <ns2:creationId id="{E2E754C4-7BC8-6E26-9575-D04D64FC2528}"/>
              </ns1:ext>
            </ns1:extLst>
          </ns0:cNvPr>
          <ns0:cNvSpPr>
            <ns1:spLocks noGrp="1"/>
          </ns0:cNvSpPr>
          <ns0:nvPr>
            <ns0:ph type="body" idx="46" hasCustomPrompt="1"/>
          </ns0:nvPr>
        </ns0:nvSpPr>
        <ns0:spPr>
          <ns1:xfrm>
            <ns1:off x="9493556" y="7217323"/>
            <ns1:ext cx="503509" cy="503509"/>
          </ns1:xfrm>
          <ns1:prstGeom prst="roundRect">
            <ns1:avLst>
              <ns1:gd name="adj" fmla="val 16667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06</ns1:t>
            </ns1:r>
          </ns1:p>
        </ns0:txBody>
      </ns0:sp>
      <ns0:sp>
        <ns0:nvSpPr>
          <ns0:cNvPr id="21" name="Текст 41">
            <ns1:extLst>
              <ns1:ext uri="{FF2B5EF4-FFF2-40B4-BE49-F238E27FC236}">
                <ns2:creationId id="{B6A470BB-A4B8-841A-4811-261702A5E68B}"/>
              </ns1:ext>
            </ns1:extLst>
          </ns0:cNvPr>
          <ns0:cNvSpPr>
            <ns1:spLocks noGrp="1"/>
          </ns0:cNvSpPr>
          <ns0:nvPr>
            <ns0:ph type="body" idx="47" hasCustomPrompt="1"/>
          </ns0:nvPr>
        </ns0:nvSpPr>
        <ns0:spPr>
          <ns1:xfrm>
            <ns1:off x="9493556" y="2728450"/>
            <ns1:ext cx="503509" cy="503509"/>
          </ns1:xfrm>
          <ns1:prstGeom prst="roundRect">
            <ns1:avLst>
              <ns1:gd name="adj" fmla="val 16667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02</ns1:t>
            </ns1:r>
          </ns1:p>
        </ns0:txBody>
      </ns0:sp>
      <ns0:sp>
        <ns0:nvSpPr>
          <ns0:cNvPr id="10" name="Рисунок 3">
            <ns1:extLst>
              <ns1:ext uri="{FF2B5EF4-FFF2-40B4-BE49-F238E27FC236}">
                <ns2:creationId id="{4BC67D59-F0C8-E3A2-D6D9-5D59A95B3A6A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22" name="Текст 16">
            <ns1:extLst>
              <ns1:ext uri="{FF2B5EF4-FFF2-40B4-BE49-F238E27FC236}">
                <ns2:creationId id="{3B508A66-60D4-7778-CEB5-7DDEC55BE602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a2aeabebb2c64705">
              <ns1:extLst>
                <ns1:ext uri="{96DAC541-7B7A-43D3-8B79-37D633B846F1}">
                  <ns4:svgBlip ns3:embed="R8d56da1779504334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25" name="Текст 16">
            <ns1:extLst>
              <ns1:ext uri="{FF2B5EF4-FFF2-40B4-BE49-F238E27FC236}">
                <ns2:creationId id="{95C92D2B-E04B-3A17-73C7-5CB82CBD2E05}"/>
              </ns1:ext>
            </ns1:extLst>
          </ns0:cNvPr>
          <ns0:cNvSpPr>
            <ns1:spLocks noGrp="1"/>
          </ns0:cNvSpPr>
          <ns0:nvPr>
            <ns0:ph type="body" idx="48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35d63cd4dfeb4611">
              <ns1:extLst>
                <ns1:ext uri="{96DAC541-7B7A-43D3-8B79-37D633B846F1}">
                  <ns4:svgBlip ns3:embed="Rfec3e9aeff9446b9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16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6 этапов мини">
    <ns0:bg>
      <ns0:bgPr>
        <ns1:solidFill>
          <ns1:schemeClr val="bg1">
            <ns1:lumMod val="95000"/>
          </ns1:schemeClr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" name="Рисунок 11">
            <ns1:extLst>
              <ns1:ext uri="{FF2B5EF4-FFF2-40B4-BE49-F238E27FC236}">
                <ns2:creationId id="{B31FB99A-193C-481C-225B-1D7A751D5E2B}"/>
              </ns1:ext>
            </ns1:extLst>
          </ns0:cNvPr>
          <ns0:cNvSpPr>
            <ns1:spLocks noGrp="1"/>
          </ns0:cNvSpPr>
          <ns0:nvPr>
            <ns0:ph type="pic" idx="50" hasCustomPrompt="1"/>
          </ns0:nvPr>
        </ns0:nvSpPr>
        <ns0:spPr>
          <ns1:xfrm>
            <ns1:off x="952500" y="3786611"/>
            <ns1:ext cx="5286372" cy="2537988"/>
          </ns1:xfrm>
          <ns1:prstGeom prst="roundRect">
            <ns1:avLst>
              <ns1:gd name="adj" fmla="val 9025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4" name="Текст 41">
            <ns1:extLst>
              <ns1:ext uri="{FF2B5EF4-FFF2-40B4-BE49-F238E27FC236}">
                <ns2:creationId id="{40E60347-D7A0-DCDF-2E87-504478F30B87}"/>
              </ns1:ext>
            </ns1:extLst>
          </ns0:cNvPr>
          <ns0:cNvSpPr>
            <ns1:spLocks noGrp="1"/>
          </ns0:cNvSpPr>
          <ns0:nvPr>
            <ns0:ph type="body" idx="51" hasCustomPrompt="1"/>
          </ns0:nvPr>
        </ns0:nvSpPr>
        <ns0:spPr>
          <ns1:xfrm>
            <ns1:off x="1268111" y="4019003"/>
            <ns1:ext cx="503509" cy="503509"/>
          </ns1:xfrm>
          <ns1:prstGeom prst="roundRect">
            <ns1:avLst>
              <ns1:gd name="adj" fmla="val 16667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01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18" name="Текст 39">
            <ns1:extLst>
              <ns1:ext uri="{FF2B5EF4-FFF2-40B4-BE49-F238E27FC236}">
                <ns2:creationId id="{80316F50-9BF0-28D8-0FD8-12BB69AF2D40}"/>
              </ns1:ext>
            </ns1:extLst>
          </ns0:cNvPr>
          <ns0:cNvSpPr>
            <ns1:spLocks noGrp="1"/>
          </ns0:cNvSpPr>
          <ns0:nvPr>
            <ns0:ph type="body" idx="26" hasCustomPrompt="1"/>
          </ns0:nvPr>
        </ns0:nvSpPr>
        <ns0:spPr>
          <ns1:xfrm>
            <ns1:off x="1257300" y="4643633"/>
            <ns1:ext cx="4777277" cy="464376"/>
          </ns1:xfrm>
        </ns0:spPr>
        <ns0:txBody>
          <ns1:bodyPr>
            <ns1:noAutofit/>
          </ns1:bodyPr>
          <ns1:lstStyle>
            <ns1:lvl1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6" name="Текст 39">
            <ns1:extLst>
              <ns1:ext uri="{FF2B5EF4-FFF2-40B4-BE49-F238E27FC236}">
                <ns2:creationId id="{9B91557A-DBF0-7253-FCE0-FD13CD88E2F0}"/>
              </ns1:ext>
            </ns1:extLst>
          </ns0:cNvPr>
          <ns0:cNvSpPr>
            <ns1:spLocks noGrp="1"/>
          </ns0:cNvSpPr>
          <ns0:nvPr>
            <ns0:ph type="body" idx="31" hasCustomPrompt="1"/>
          </ns0:nvPr>
        </ns0:nvSpPr>
        <ns0:spPr>
          <ns1:xfrm>
            <ns1:off x="1252822" y="5229294"/>
            <ns1:ext cx="4777276" cy="896242"/>
          </ns1:xfrm>
        </ns0:spPr>
        <ns0:txBody>
          <ns1:bodyPr>
            <ns1:noAutofit/>
          </ns1:bodyPr>
          <ns1:lstStyle>
            <ns1:lvl1pPr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32" name="Текст 39">
            <ns1:extLst>
              <ns1:ext uri="{FF2B5EF4-FFF2-40B4-BE49-F238E27FC236}">
                <ns2:creationId id="{0F666A21-812F-E55F-AA02-F36F35503907}"/>
              </ns1:ext>
            </ns1:extLst>
          </ns0:cNvPr>
          <ns0:cNvSpPr>
            <ns1:spLocks noGrp="1"/>
          </ns0:cNvSpPr>
          <ns0:nvPr>
            <ns0:ph type="body" idx="34" hasCustomPrompt="1"/>
          </ns0:nvPr>
        </ns0:nvSpPr>
        <ns0:spPr>
          <ns1:xfrm>
            <ns1:off x="952500" y="2414734"/>
            <ns1:ext cx="8257077" cy="1133061"/>
          </ns1:xfrm>
        </ns0:spPr>
        <ns0:txBody>
          <ns1:bodyPr>
            <ns1:noAutofit/>
          </ns1:bodyPr>
          <ns1:lstStyle>
            <ns1:lvl1pPr>
              <ns1:buNone/>
              <ns1:defRPr sz="18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</ns1:t>
            </ns1:r>
          </ns1:p>
        </ns0:txBody>
      </ns0:sp>
      <ns0:sp>
        <ns0:nvSpPr>
          <ns0:cNvPr id="7" name="Рисунок 11">
            <ns1:extLst>
              <ns1:ext uri="{FF2B5EF4-FFF2-40B4-BE49-F238E27FC236}">
                <ns2:creationId id="{0218E60A-0C0C-3132-A3C0-11071D2C9BDB}"/>
              </ns1:ext>
            </ns1:extLst>
          </ns0:cNvPr>
          <ns0:cNvSpPr>
            <ns1:spLocks noGrp="1"/>
          </ns0:cNvSpPr>
          <ns0:nvPr>
            <ns0:ph type="pic" idx="52" hasCustomPrompt="1"/>
          </ns0:nvPr>
        </ns0:nvSpPr>
        <ns0:spPr>
          <ns1:xfrm>
            <ns1:off x="952500" y="6579687"/>
            <ns1:ext cx="5286372" cy="2537988"/>
          </ns1:xfrm>
          <ns1:prstGeom prst="roundRect">
            <ns1:avLst>
              <ns1:gd name="adj" fmla="val 9025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8" name="Текст 41">
            <ns1:extLst>
              <ns1:ext uri="{FF2B5EF4-FFF2-40B4-BE49-F238E27FC236}">
                <ns2:creationId id="{E2FA21B3-F796-6B88-E4B1-4299D2626B6A}"/>
              </ns1:ext>
            </ns1:extLst>
          </ns0:cNvPr>
          <ns0:cNvSpPr>
            <ns1:spLocks noGrp="1"/>
          </ns0:cNvSpPr>
          <ns0:nvPr>
            <ns0:ph type="body" idx="53" hasCustomPrompt="1"/>
          </ns0:nvPr>
        </ns0:nvSpPr>
        <ns0:spPr>
          <ns1:xfrm>
            <ns1:off x="1268111" y="6812079"/>
            <ns1:ext cx="503509" cy="503509"/>
          </ns1:xfrm>
          <ns1:prstGeom prst="roundRect">
            <ns1:avLst>
              <ns1:gd name="adj" fmla="val 16667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04</ns1:t>
            </ns1:r>
          </ns1:p>
        </ns0:txBody>
      </ns0:sp>
      <ns0:sp>
        <ns0:nvSpPr>
          <ns0:cNvPr id="9" name="Текст 39">
            <ns1:extLst>
              <ns1:ext uri="{FF2B5EF4-FFF2-40B4-BE49-F238E27FC236}">
                <ns2:creationId id="{5DBACA04-8FAF-00C2-9DCC-41C177A4237A}"/>
              </ns1:ext>
            </ns1:extLst>
          </ns0:cNvPr>
          <ns0:cNvSpPr>
            <ns1:spLocks noGrp="1"/>
          </ns0:cNvSpPr>
          <ns0:nvPr>
            <ns0:ph type="body" idx="54" hasCustomPrompt="1"/>
          </ns0:nvPr>
        </ns0:nvSpPr>
        <ns0:spPr>
          <ns1:xfrm>
            <ns1:off x="1257300" y="7436709"/>
            <ns1:ext cx="4777277" cy="464376"/>
          </ns1:xfrm>
        </ns0:spPr>
        <ns0:txBody>
          <ns1:bodyPr>
            <ns1:noAutofit/>
          </ns1:bodyPr>
          <ns1:lstStyle>
            <ns1:lvl1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10" name="Текст 39">
            <ns1:extLst>
              <ns1:ext uri="{FF2B5EF4-FFF2-40B4-BE49-F238E27FC236}">
                <ns2:creationId id="{92A2A509-C378-E327-10FB-ACD4ACF62151}"/>
              </ns1:ext>
            </ns1:extLst>
          </ns0:cNvPr>
          <ns0:cNvSpPr>
            <ns1:spLocks noGrp="1"/>
          </ns0:cNvSpPr>
          <ns0:nvPr>
            <ns0:ph type="body" idx="55" hasCustomPrompt="1"/>
          </ns0:nvPr>
        </ns0:nvSpPr>
        <ns0:spPr>
          <ns1:xfrm>
            <ns1:off x="1252822" y="8022370"/>
            <ns1:ext cx="4777276" cy="896242"/>
          </ns1:xfrm>
        </ns0:spPr>
        <ns0:txBody>
          <ns1:bodyPr>
            <ns1:noAutofit/>
          </ns1:bodyPr>
          <ns1:lstStyle>
            <ns1:lvl1pPr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11" name="Рисунок 11">
            <ns1:extLst>
              <ns1:ext uri="{FF2B5EF4-FFF2-40B4-BE49-F238E27FC236}">
                <ns2:creationId id="{C8F77B17-49D8-4D51-55EC-10B401E7522C}"/>
              </ns1:ext>
            </ns1:extLst>
          </ns0:cNvPr>
          <ns0:cNvSpPr>
            <ns1:spLocks noGrp="1"/>
          </ns0:cNvSpPr>
          <ns0:nvPr>
            <ns0:ph type="pic" idx="56" hasCustomPrompt="1"/>
          </ns0:nvPr>
        </ns0:nvSpPr>
        <ns0:spPr>
          <ns1:xfrm>
            <ns1:off x="6505400" y="3786611"/>
            <ns1:ext cx="5286372" cy="2537988"/>
          </ns1:xfrm>
          <ns1:prstGeom prst="roundRect">
            <ns1:avLst>
              <ns1:gd name="adj" fmla="val 9025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2" name="Текст 41">
            <ns1:extLst>
              <ns1:ext uri="{FF2B5EF4-FFF2-40B4-BE49-F238E27FC236}">
                <ns2:creationId id="{2130D899-47CC-F557-55C5-35D47D69DBB5}"/>
              </ns1:ext>
            </ns1:extLst>
          </ns0:cNvPr>
          <ns0:cNvSpPr>
            <ns1:spLocks noGrp="1"/>
          </ns0:cNvSpPr>
          <ns0:nvPr>
            <ns0:ph type="body" idx="57" hasCustomPrompt="1"/>
          </ns0:nvPr>
        </ns0:nvSpPr>
        <ns0:spPr>
          <ns1:xfrm>
            <ns1:off x="6821011" y="4019003"/>
            <ns1:ext cx="503509" cy="503509"/>
          </ns1:xfrm>
          <ns1:prstGeom prst="roundRect">
            <ns1:avLst>
              <ns1:gd name="adj" fmla="val 16667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02</ns1:t>
            </ns1:r>
          </ns1:p>
        </ns0:txBody>
      </ns0:sp>
      <ns0:sp>
        <ns0:nvSpPr>
          <ns0:cNvPr id="13" name="Текст 39">
            <ns1:extLst>
              <ns1:ext uri="{FF2B5EF4-FFF2-40B4-BE49-F238E27FC236}">
                <ns2:creationId id="{B50202E1-575B-F0E6-5319-2576404DE1DE}"/>
              </ns1:ext>
            </ns1:extLst>
          </ns0:cNvPr>
          <ns0:cNvSpPr>
            <ns1:spLocks noGrp="1"/>
          </ns0:cNvSpPr>
          <ns0:nvPr>
            <ns0:ph type="body" idx="58" hasCustomPrompt="1"/>
          </ns0:nvPr>
        </ns0:nvSpPr>
        <ns0:spPr>
          <ns1:xfrm>
            <ns1:off x="6810200" y="4643633"/>
            <ns1:ext cx="4777277" cy="464376"/>
          </ns1:xfrm>
        </ns0:spPr>
        <ns0:txBody>
          <ns1:bodyPr>
            <ns1:noAutofit/>
          </ns1:bodyPr>
          <ns1:lstStyle>
            <ns1:lvl1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14" name="Текст 39">
            <ns1:extLst>
              <ns1:ext uri="{FF2B5EF4-FFF2-40B4-BE49-F238E27FC236}">
                <ns2:creationId id="{03701967-F24F-0439-BC1E-0CE257D87938}"/>
              </ns1:ext>
            </ns1:extLst>
          </ns0:cNvPr>
          <ns0:cNvSpPr>
            <ns1:spLocks noGrp="1"/>
          </ns0:cNvSpPr>
          <ns0:nvPr>
            <ns0:ph type="body" idx="59" hasCustomPrompt="1"/>
          </ns0:nvPr>
        </ns0:nvSpPr>
        <ns0:spPr>
          <ns1:xfrm>
            <ns1:off x="6805722" y="5229294"/>
            <ns1:ext cx="4777276" cy="896242"/>
          </ns1:xfrm>
        </ns0:spPr>
        <ns0:txBody>
          <ns1:bodyPr>
            <ns1:noAutofit/>
          </ns1:bodyPr>
          <ns1:lstStyle>
            <ns1:lvl1pPr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15" name="Рисунок 11">
            <ns1:extLst>
              <ns1:ext uri="{FF2B5EF4-FFF2-40B4-BE49-F238E27FC236}">
                <ns2:creationId id="{BD0D756E-A98A-4FBB-9A5A-633DC02B4BF8}"/>
              </ns1:ext>
            </ns1:extLst>
          </ns0:cNvPr>
          <ns0:cNvSpPr>
            <ns1:spLocks noGrp="1"/>
          </ns0:cNvSpPr>
          <ns0:nvPr>
            <ns0:ph type="pic" idx="60" hasCustomPrompt="1"/>
          </ns0:nvPr>
        </ns0:nvSpPr>
        <ns0:spPr>
          <ns1:xfrm>
            <ns1:off x="6505400" y="6579687"/>
            <ns1:ext cx="5286372" cy="2537988"/>
          </ns1:xfrm>
          <ns1:prstGeom prst="roundRect">
            <ns1:avLst>
              <ns1:gd name="adj" fmla="val 9025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7" name="Текст 41">
            <ns1:extLst>
              <ns1:ext uri="{FF2B5EF4-FFF2-40B4-BE49-F238E27FC236}">
                <ns2:creationId id="{2607C757-302C-FA36-A6DA-9405ED6B5FDD}"/>
              </ns1:ext>
            </ns1:extLst>
          </ns0:cNvPr>
          <ns0:cNvSpPr>
            <ns1:spLocks noGrp="1"/>
          </ns0:cNvSpPr>
          <ns0:nvPr>
            <ns0:ph type="body" idx="61" hasCustomPrompt="1"/>
          </ns0:nvPr>
        </ns0:nvSpPr>
        <ns0:spPr>
          <ns1:xfrm>
            <ns1:off x="6821011" y="6812079"/>
            <ns1:ext cx="503509" cy="503509"/>
          </ns1:xfrm>
          <ns1:prstGeom prst="roundRect">
            <ns1:avLst>
              <ns1:gd name="adj" fmla="val 16667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05</ns1:t>
            </ns1:r>
          </ns1:p>
        </ns0:txBody>
      </ns0:sp>
      <ns0:sp>
        <ns0:nvSpPr>
          <ns0:cNvPr id="20" name="Текст 39">
            <ns1:extLst>
              <ns1:ext uri="{FF2B5EF4-FFF2-40B4-BE49-F238E27FC236}">
                <ns2:creationId id="{5186A31F-260B-9AFB-A221-319218BDD431}"/>
              </ns1:ext>
            </ns1:extLst>
          </ns0:cNvPr>
          <ns0:cNvSpPr>
            <ns1:spLocks noGrp="1"/>
          </ns0:cNvSpPr>
          <ns0:nvPr>
            <ns0:ph type="body" idx="62" hasCustomPrompt="1"/>
          </ns0:nvPr>
        </ns0:nvSpPr>
        <ns0:spPr>
          <ns1:xfrm>
            <ns1:off x="6810200" y="7436709"/>
            <ns1:ext cx="4777277" cy="464376"/>
          </ns1:xfrm>
        </ns0:spPr>
        <ns0:txBody>
          <ns1:bodyPr>
            <ns1:noAutofit/>
          </ns1:bodyPr>
          <ns1:lstStyle>
            <ns1:lvl1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21" name="Текст 39">
            <ns1:extLst>
              <ns1:ext uri="{FF2B5EF4-FFF2-40B4-BE49-F238E27FC236}">
                <ns2:creationId id="{9384DF84-DF7D-A51A-FDC0-C5BD9FD4BD71}"/>
              </ns1:ext>
            </ns1:extLst>
          </ns0:cNvPr>
          <ns0:cNvSpPr>
            <ns1:spLocks noGrp="1"/>
          </ns0:cNvSpPr>
          <ns0:nvPr>
            <ns0:ph type="body" idx="63" hasCustomPrompt="1"/>
          </ns0:nvPr>
        </ns0:nvSpPr>
        <ns0:spPr>
          <ns1:xfrm>
            <ns1:off x="6805722" y="8022370"/>
            <ns1:ext cx="4777276" cy="896242"/>
          </ns1:xfrm>
        </ns0:spPr>
        <ns0:txBody>
          <ns1:bodyPr>
            <ns1:noAutofit/>
          </ns1:bodyPr>
          <ns1:lstStyle>
            <ns1:lvl1pPr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22" name="Рисунок 11">
            <ns1:extLst>
              <ns1:ext uri="{FF2B5EF4-FFF2-40B4-BE49-F238E27FC236}">
                <ns2:creationId id="{BC88FC21-980C-A132-3809-13153A3267E5}"/>
              </ns1:ext>
            </ns1:extLst>
          </ns0:cNvPr>
          <ns0:cNvSpPr>
            <ns1:spLocks noGrp="1"/>
          </ns0:cNvSpPr>
          <ns0:nvPr>
            <ns0:ph type="pic" idx="64" hasCustomPrompt="1"/>
          </ns0:nvPr>
        </ns0:nvSpPr>
        <ns0:spPr>
          <ns1:xfrm>
            <ns1:off x="12058302" y="3786611"/>
            <ns1:ext cx="5286372" cy="2537988"/>
          </ns1:xfrm>
          <ns1:prstGeom prst="roundRect">
            <ns1:avLst>
              <ns1:gd name="adj" fmla="val 9025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23" name="Текст 41">
            <ns1:extLst>
              <ns1:ext uri="{FF2B5EF4-FFF2-40B4-BE49-F238E27FC236}">
                <ns2:creationId id="{06AF490C-9C9C-A088-E261-24067EDC5E1C}"/>
              </ns1:ext>
            </ns1:extLst>
          </ns0:cNvPr>
          <ns0:cNvSpPr>
            <ns1:spLocks noGrp="1"/>
          </ns0:cNvSpPr>
          <ns0:nvPr>
            <ns0:ph type="body" idx="65" hasCustomPrompt="1"/>
          </ns0:nvPr>
        </ns0:nvSpPr>
        <ns0:spPr>
          <ns1:xfrm>
            <ns1:off x="12373913" y="4019003"/>
            <ns1:ext cx="503509" cy="503509"/>
          </ns1:xfrm>
          <ns1:prstGeom prst="roundRect">
            <ns1:avLst>
              <ns1:gd name="adj" fmla="val 16667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03</ns1:t>
            </ns1:r>
          </ns1:p>
        </ns0:txBody>
      </ns0:sp>
      <ns0:sp>
        <ns0:nvSpPr>
          <ns0:cNvPr id="24" name="Текст 39">
            <ns1:extLst>
              <ns1:ext uri="{FF2B5EF4-FFF2-40B4-BE49-F238E27FC236}">
                <ns2:creationId id="{53082ED1-BF1B-8746-0CBC-1751C6C9ADA9}"/>
              </ns1:ext>
            </ns1:extLst>
          </ns0:cNvPr>
          <ns0:cNvSpPr>
            <ns1:spLocks noGrp="1"/>
          </ns0:cNvSpPr>
          <ns0:nvPr>
            <ns0:ph type="body" idx="66" hasCustomPrompt="1"/>
          </ns0:nvPr>
        </ns0:nvSpPr>
        <ns0:spPr>
          <ns1:xfrm>
            <ns1:off x="12363102" y="4643633"/>
            <ns1:ext cx="4777277" cy="464376"/>
          </ns1:xfrm>
        </ns0:spPr>
        <ns0:txBody>
          <ns1:bodyPr>
            <ns1:noAutofit/>
          </ns1:bodyPr>
          <ns1:lstStyle>
            <ns1:lvl1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25" name="Текст 39">
            <ns1:extLst>
              <ns1:ext uri="{FF2B5EF4-FFF2-40B4-BE49-F238E27FC236}">
                <ns2:creationId id="{8449C381-8663-35C1-B9B0-56576C5A11F0}"/>
              </ns1:ext>
            </ns1:extLst>
          </ns0:cNvPr>
          <ns0:cNvSpPr>
            <ns1:spLocks noGrp="1"/>
          </ns0:cNvSpPr>
          <ns0:nvPr>
            <ns0:ph type="body" idx="67" hasCustomPrompt="1"/>
          </ns0:nvPr>
        </ns0:nvSpPr>
        <ns0:spPr>
          <ns1:xfrm>
            <ns1:off x="12358624" y="5229294"/>
            <ns1:ext cx="4777276" cy="896242"/>
          </ns1:xfrm>
        </ns0:spPr>
        <ns0:txBody>
          <ns1:bodyPr>
            <ns1:noAutofit/>
          </ns1:bodyPr>
          <ns1:lstStyle>
            <ns1:lvl1pPr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27" name="Рисунок 11">
            <ns1:extLst>
              <ns1:ext uri="{FF2B5EF4-FFF2-40B4-BE49-F238E27FC236}">
                <ns2:creationId id="{5588D73B-E870-9222-F7E8-0B46554FA032}"/>
              </ns1:ext>
            </ns1:extLst>
          </ns0:cNvPr>
          <ns0:cNvSpPr>
            <ns1:spLocks noGrp="1"/>
          </ns0:cNvSpPr>
          <ns0:nvPr>
            <ns0:ph type="pic" idx="68" hasCustomPrompt="1"/>
          </ns0:nvPr>
        </ns0:nvSpPr>
        <ns0:spPr>
          <ns1:xfrm>
            <ns1:off x="12058302" y="6579687"/>
            <ns1:ext cx="5286372" cy="2537988"/>
          </ns1:xfrm>
          <ns1:prstGeom prst="roundRect">
            <ns1:avLst>
              <ns1:gd name="adj" fmla="val 9025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28" name="Текст 41">
            <ns1:extLst>
              <ns1:ext uri="{FF2B5EF4-FFF2-40B4-BE49-F238E27FC236}">
                <ns2:creationId id="{5B8C6A84-0A8B-79D7-1DC8-7A34C546DA59}"/>
              </ns1:ext>
            </ns1:extLst>
          </ns0:cNvPr>
          <ns0:cNvSpPr>
            <ns1:spLocks noGrp="1"/>
          </ns0:cNvSpPr>
          <ns0:nvPr>
            <ns0:ph type="body" idx="69" hasCustomPrompt="1"/>
          </ns0:nvPr>
        </ns0:nvSpPr>
        <ns0:spPr>
          <ns1:xfrm>
            <ns1:off x="12373913" y="6812079"/>
            <ns1:ext cx="503509" cy="503509"/>
          </ns1:xfrm>
          <ns1:prstGeom prst="roundRect">
            <ns1:avLst>
              <ns1:gd name="adj" fmla="val 16667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06</ns1:t>
            </ns1:r>
          </ns1:p>
        </ns0:txBody>
      </ns0:sp>
      <ns0:sp>
        <ns0:nvSpPr>
          <ns0:cNvPr id="29" name="Текст 39">
            <ns1:extLst>
              <ns1:ext uri="{FF2B5EF4-FFF2-40B4-BE49-F238E27FC236}">
                <ns2:creationId id="{D3F9422E-9404-B934-9128-A05261703992}"/>
              </ns1:ext>
            </ns1:extLst>
          </ns0:cNvPr>
          <ns0:cNvSpPr>
            <ns1:spLocks noGrp="1"/>
          </ns0:cNvSpPr>
          <ns0:nvPr>
            <ns0:ph type="body" idx="70" hasCustomPrompt="1"/>
          </ns0:nvPr>
        </ns0:nvSpPr>
        <ns0:spPr>
          <ns1:xfrm>
            <ns1:off x="12363102" y="7436709"/>
            <ns1:ext cx="4777277" cy="464376"/>
          </ns1:xfrm>
        </ns0:spPr>
        <ns0:txBody>
          <ns1:bodyPr>
            <ns1:noAutofit/>
          </ns1:bodyPr>
          <ns1:lstStyle>
            <ns1:lvl1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30" name="Текст 39">
            <ns1:extLst>
              <ns1:ext uri="{FF2B5EF4-FFF2-40B4-BE49-F238E27FC236}">
                <ns2:creationId id="{AE409445-1BC3-A493-6698-B876336A6C85}"/>
              </ns1:ext>
            </ns1:extLst>
          </ns0:cNvPr>
          <ns0:cNvSpPr>
            <ns1:spLocks noGrp="1"/>
          </ns0:cNvSpPr>
          <ns0:nvPr>
            <ns0:ph type="body" idx="71" hasCustomPrompt="1"/>
          </ns0:nvPr>
        </ns0:nvSpPr>
        <ns0:spPr>
          <ns1:xfrm>
            <ns1:off x="12358624" y="8022370"/>
            <ns1:ext cx="4777276" cy="896242"/>
          </ns1:xfrm>
        </ns0:spPr>
        <ns0:txBody>
          <ns1:bodyPr>
            <ns1:noAutofit/>
          </ns1:bodyPr>
          <ns1:lstStyle>
            <ns1:lvl1pPr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5" name="Рисунок 3">
            <ns1:extLst>
              <ns1:ext uri="{FF2B5EF4-FFF2-40B4-BE49-F238E27FC236}">
                <ns2:creationId id="{9C86AE2A-CF62-5140-3F40-2C11A3EECE0E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6" name="Текст 16">
            <ns1:extLst>
              <ns1:ext uri="{FF2B5EF4-FFF2-40B4-BE49-F238E27FC236}">
                <ns2:creationId id="{EF12A807-CD82-5038-004C-C5E04EDDF6ED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1e23957e1ec94451">
              <ns1:extLst>
                <ns1:ext uri="{96DAC541-7B7A-43D3-8B79-37D633B846F1}">
                  <ns4:svgBlip ns3:embed="Reac36631a7c743ad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31" name="Текст 16">
            <ns1:extLst>
              <ns1:ext uri="{FF2B5EF4-FFF2-40B4-BE49-F238E27FC236}">
                <ns2:creationId id="{5AEB976F-9BF8-5D5B-9B27-FC60F3BF9E3C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ccda74c3435b44d0">
              <ns1:extLst>
                <ns1:ext uri="{96DAC541-7B7A-43D3-8B79-37D633B846F1}">
                  <ns4:svgBlip ns3:embed="Rec6d83fc1ca04bf8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17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8 этапов">
    <ns0:bg>
      <ns0:bgPr>
        <ns1:solidFill>
          <ns1:schemeClr val="bg1">
            <ns1:lumMod val="95000"/>
          </ns1:schemeClr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36" name="Текст 39">
            <ns1:extLst>
              <ns1:ext uri="{FF2B5EF4-FFF2-40B4-BE49-F238E27FC236}">
                <ns2:creationId id="{99FD3B5D-673D-08B2-56CA-54BA16EFF269}"/>
              </ns1:ext>
            </ns1:extLst>
          </ns0:cNvPr>
          <ns0:cNvSpPr>
            <ns1:spLocks noGrp="1"/>
          </ns0:cNvSpPr>
          <ns0:nvPr>
            <ns0:ph type="body" idx="35" hasCustomPrompt="1"/>
          </ns0:nvPr>
        </ns0:nvSpPr>
        <ns0:spPr>
          <ns1:xfrm>
            <ns1:off x="952501" y="7460293"/>
            <ns1:ext cx="4051986" cy="464376"/>
          </ns1:xfrm>
        </ns0:spPr>
        <ns0:txBody>
          <ns1:bodyPr>
            <ns1:noAutofit/>
          </ns1:bodyPr>
          <ns1:lstStyle>
            <ns1:lvl1pPr algn="ctr"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38" name="Текст 39">
            <ns1:extLst>
              <ns1:ext uri="{FF2B5EF4-FFF2-40B4-BE49-F238E27FC236}">
                <ns2:creationId id="{1DB19EEA-D907-E05C-D545-0CFBB4BDCD3A}"/>
              </ns1:ext>
            </ns1:extLst>
          </ns0:cNvPr>
          <ns0:cNvSpPr>
            <ns1:spLocks noGrp="1"/>
          </ns0:cNvSpPr>
          <ns0:nvPr>
            <ns0:ph type="body" idx="37" hasCustomPrompt="1"/>
          </ns0:nvPr>
        </ns0:nvSpPr>
        <ns0:spPr>
          <ns1:xfrm>
            <ns1:off x="952501" y="8008883"/>
            <ns1:ext cx="4051986" cy="896242"/>
          </ns1:xfrm>
        </ns0:spPr>
        <ns0:txBody>
          <ns1:bodyPr>
            <ns1:noAutofit/>
          </ns1:bodyPr>
          <ns1:lstStyle>
            <ns1:lvl1pPr algn="ctr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20" name="Рисунок 19">
            <ns1:extLst>
              <ns1:ext uri="{FF2B5EF4-FFF2-40B4-BE49-F238E27FC236}">
                <ns2:creationId id="{27C1C01E-5A8B-7282-4722-032D9A895257}"/>
              </ns1:ext>
            </ns1:extLst>
          </ns0:cNvPr>
          <ns0:cNvSpPr>
            <ns1:spLocks noGrp="1"/>
          </ns0:cNvSpPr>
          <ns0:nvPr>
            <ns0:ph type="pic" idx="50" hasCustomPrompt="1"/>
          </ns0:nvPr>
        </ns0:nvSpPr>
        <ns0:spPr>
          <ns1:xfrm>
            <ns1:off x="2281238" y="5972051"/>
            <ns1:ext cx="1389062" cy="1389062"/>
          </ns1:xfrm>
          <ns1:prstGeom prst="rect">
            <ns1:avLst/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21" name="Текст 39">
            <ns1:extLst>
              <ns1:ext uri="{FF2B5EF4-FFF2-40B4-BE49-F238E27FC236}">
                <ns2:creationId id="{316031ED-B785-4EC0-A68D-949FAD980CA7}"/>
              </ns1:ext>
            </ns1:extLst>
          </ns0:cNvPr>
          <ns0:cNvSpPr>
            <ns1:spLocks noGrp="1"/>
          </ns0:cNvSpPr>
          <ns0:nvPr>
            <ns0:ph type="body" idx="51" hasCustomPrompt="1"/>
          </ns0:nvPr>
        </ns0:nvSpPr>
        <ns0:spPr>
          <ns1:xfrm>
            <ns1:off x="5067301" y="7460293"/>
            <ns1:ext cx="4051986" cy="464376"/>
          </ns1:xfrm>
        </ns0:spPr>
        <ns0:txBody>
          <ns1:bodyPr>
            <ns1:noAutofit/>
          </ns1:bodyPr>
          <ns1:lstStyle>
            <ns1:lvl1pPr algn="ctr"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22" name="Текст 39">
            <ns1:extLst>
              <ns1:ext uri="{FF2B5EF4-FFF2-40B4-BE49-F238E27FC236}">
                <ns2:creationId id="{BABB8EA2-D6A9-C6D2-26F5-25D220F0FE70}"/>
              </ns1:ext>
            </ns1:extLst>
          </ns0:cNvPr>
          <ns0:cNvSpPr>
            <ns1:spLocks noGrp="1"/>
          </ns0:cNvSpPr>
          <ns0:nvPr>
            <ns0:ph type="body" idx="52" hasCustomPrompt="1"/>
          </ns0:nvPr>
        </ns0:nvSpPr>
        <ns0:spPr>
          <ns1:xfrm>
            <ns1:off x="5067301" y="8008883"/>
            <ns1:ext cx="4051986" cy="896242"/>
          </ns1:xfrm>
        </ns0:spPr>
        <ns0:txBody>
          <ns1:bodyPr>
            <ns1:noAutofit/>
          </ns1:bodyPr>
          <ns1:lstStyle>
            <ns1:lvl1pPr algn="ctr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23" name="Рисунок 19">
            <ns1:extLst>
              <ns1:ext uri="{FF2B5EF4-FFF2-40B4-BE49-F238E27FC236}">
                <ns2:creationId id="{4D40010F-4781-392A-F0D5-7F46BD6B539B}"/>
              </ns1:ext>
            </ns1:extLst>
          </ns0:cNvPr>
          <ns0:cNvSpPr>
            <ns1:spLocks noGrp="1"/>
          </ns0:cNvSpPr>
          <ns0:nvPr>
            <ns0:ph type="pic" idx="53" hasCustomPrompt="1"/>
          </ns0:nvPr>
        </ns0:nvSpPr>
        <ns0:spPr>
          <ns1:xfrm>
            <ns1:off x="6396038" y="5972051"/>
            <ns1:ext cx="1389062" cy="1389062"/>
          </ns1:xfrm>
          <ns1:prstGeom prst="rect">
            <ns1:avLst/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28" name="Текст 39">
            <ns1:extLst>
              <ns1:ext uri="{FF2B5EF4-FFF2-40B4-BE49-F238E27FC236}">
                <ns2:creationId id="{8EF4E53F-5C91-F162-2B5D-48BC4146D127}"/>
              </ns1:ext>
            </ns1:extLst>
          </ns0:cNvPr>
          <ns0:cNvSpPr>
            <ns1:spLocks noGrp="1"/>
          </ns0:cNvSpPr>
          <ns0:nvPr>
            <ns0:ph type="body" idx="54" hasCustomPrompt="1"/>
          </ns0:nvPr>
        </ns0:nvSpPr>
        <ns0:spPr>
          <ns1:xfrm>
            <ns1:off x="9182101" y="7460293"/>
            <ns1:ext cx="4051986" cy="464376"/>
          </ns1:xfrm>
        </ns0:spPr>
        <ns0:txBody>
          <ns1:bodyPr>
            <ns1:noAutofit/>
          </ns1:bodyPr>
          <ns1:lstStyle>
            <ns1:lvl1pPr algn="ctr"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29" name="Текст 39">
            <ns1:extLst>
              <ns1:ext uri="{FF2B5EF4-FFF2-40B4-BE49-F238E27FC236}">
                <ns2:creationId id="{A033F90D-DC11-6863-CD34-87FDF80EB90D}"/>
              </ns1:ext>
            </ns1:extLst>
          </ns0:cNvPr>
          <ns0:cNvSpPr>
            <ns1:spLocks noGrp="1"/>
          </ns0:cNvSpPr>
          <ns0:nvPr>
            <ns0:ph type="body" idx="55" hasCustomPrompt="1"/>
          </ns0:nvPr>
        </ns0:nvSpPr>
        <ns0:spPr>
          <ns1:xfrm>
            <ns1:off x="9182101" y="8008883"/>
            <ns1:ext cx="4051986" cy="896242"/>
          </ns1:xfrm>
        </ns0:spPr>
        <ns0:txBody>
          <ns1:bodyPr>
            <ns1:noAutofit/>
          </ns1:bodyPr>
          <ns1:lstStyle>
            <ns1:lvl1pPr algn="ctr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30" name="Рисунок 19">
            <ns1:extLst>
              <ns1:ext uri="{FF2B5EF4-FFF2-40B4-BE49-F238E27FC236}">
                <ns2:creationId id="{2F0189FF-F58A-4726-261E-10470EF73A5A}"/>
              </ns1:ext>
            </ns1:extLst>
          </ns0:cNvPr>
          <ns0:cNvSpPr>
            <ns1:spLocks noGrp="1"/>
          </ns0:cNvSpPr>
          <ns0:nvPr>
            <ns0:ph type="pic" idx="56" hasCustomPrompt="1"/>
          </ns0:nvPr>
        </ns0:nvSpPr>
        <ns0:spPr>
          <ns1:xfrm>
            <ns1:off x="10510838" y="5972051"/>
            <ns1:ext cx="1389062" cy="1389062"/>
          </ns1:xfrm>
          <ns1:prstGeom prst="rect">
            <ns1:avLst/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31" name="Текст 39">
            <ns1:extLst>
              <ns1:ext uri="{FF2B5EF4-FFF2-40B4-BE49-F238E27FC236}">
                <ns2:creationId id="{A5D6D0CD-EF40-1164-C221-928746F0E61E}"/>
              </ns1:ext>
            </ns1:extLst>
          </ns0:cNvPr>
          <ns0:cNvSpPr>
            <ns1:spLocks noGrp="1"/>
          </ns0:cNvSpPr>
          <ns0:nvPr>
            <ns0:ph type="body" idx="57" hasCustomPrompt="1"/>
          </ns0:nvPr>
        </ns0:nvSpPr>
        <ns0:spPr>
          <ns1:xfrm>
            <ns1:off x="13296901" y="7460293"/>
            <ns1:ext cx="4051986" cy="464376"/>
          </ns1:xfrm>
        </ns0:spPr>
        <ns0:txBody>
          <ns1:bodyPr>
            <ns1:noAutofit/>
          </ns1:bodyPr>
          <ns1:lstStyle>
            <ns1:lvl1pPr algn="ctr"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40" name="Текст 39">
            <ns1:extLst>
              <ns1:ext uri="{FF2B5EF4-FFF2-40B4-BE49-F238E27FC236}">
                <ns2:creationId id="{37E3C96E-E8F5-47C6-21B7-E2FA96E895DF}"/>
              </ns1:ext>
            </ns1:extLst>
          </ns0:cNvPr>
          <ns0:cNvSpPr>
            <ns1:spLocks noGrp="1"/>
          </ns0:cNvSpPr>
          <ns0:nvPr>
            <ns0:ph type="body" idx="58" hasCustomPrompt="1"/>
          </ns0:nvPr>
        </ns0:nvSpPr>
        <ns0:spPr>
          <ns1:xfrm>
            <ns1:off x="13296901" y="8008883"/>
            <ns1:ext cx="4051986" cy="896242"/>
          </ns1:xfrm>
        </ns0:spPr>
        <ns0:txBody>
          <ns1:bodyPr>
            <ns1:noAutofit/>
          </ns1:bodyPr>
          <ns1:lstStyle>
            <ns1:lvl1pPr algn="ctr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42" name="Рисунок 19">
            <ns1:extLst>
              <ns1:ext uri="{FF2B5EF4-FFF2-40B4-BE49-F238E27FC236}">
                <ns2:creationId id="{27506846-FE53-A5FB-ABF4-3D01ED953B5E}"/>
              </ns1:ext>
            </ns1:extLst>
          </ns0:cNvPr>
          <ns0:cNvSpPr>
            <ns1:spLocks noGrp="1"/>
          </ns0:cNvSpPr>
          <ns0:nvPr>
            <ns0:ph type="pic" idx="59" hasCustomPrompt="1"/>
          </ns0:nvPr>
        </ns0:nvSpPr>
        <ns0:spPr>
          <ns1:xfrm>
            <ns1:off x="14625638" y="5972051"/>
            <ns1:ext cx="1389062" cy="1389062"/>
          </ns1:xfrm>
          <ns1:prstGeom prst="rect">
            <ns1:avLst/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61" name="Текст 39">
            <ns1:extLst>
              <ns1:ext uri="{FF2B5EF4-FFF2-40B4-BE49-F238E27FC236}">
                <ns2:creationId id="{DC95BF0E-C91B-8DAB-0D95-9AB3CD77F741}"/>
              </ns1:ext>
            </ns1:extLst>
          </ns0:cNvPr>
          <ns0:cNvSpPr>
            <ns1:spLocks noGrp="1"/>
          </ns0:cNvSpPr>
          <ns0:nvPr>
            <ns0:ph type="body" idx="60" hasCustomPrompt="1"/>
          </ns0:nvPr>
        </ns0:nvSpPr>
        <ns0:spPr>
          <ns1:xfrm>
            <ns1:off x="952501" y="4123969"/>
            <ns1:ext cx="4051986" cy="464376"/>
          </ns1:xfrm>
        </ns0:spPr>
        <ns0:txBody>
          <ns1:bodyPr>
            <ns1:noAutofit/>
          </ns1:bodyPr>
          <ns1:lstStyle>
            <ns1:lvl1pPr algn="ctr"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62" name="Текст 39">
            <ns1:extLst>
              <ns1:ext uri="{FF2B5EF4-FFF2-40B4-BE49-F238E27FC236}">
                <ns2:creationId id="{F98843D3-D5EA-3DC7-CEA6-EC6AD58A5370}"/>
              </ns1:ext>
            </ns1:extLst>
          </ns0:cNvPr>
          <ns0:cNvSpPr>
            <ns1:spLocks noGrp="1"/>
          </ns0:cNvSpPr>
          <ns0:nvPr>
            <ns0:ph type="body" idx="61" hasCustomPrompt="1"/>
          </ns0:nvPr>
        </ns0:nvSpPr>
        <ns0:spPr>
          <ns1:xfrm>
            <ns1:off x="952501" y="4672559"/>
            <ns1:ext cx="4051986" cy="896242"/>
          </ns1:xfrm>
        </ns0:spPr>
        <ns0:txBody>
          <ns1:bodyPr>
            <ns1:noAutofit/>
          </ns1:bodyPr>
          <ns1:lstStyle>
            <ns1:lvl1pPr algn="ctr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63" name="Рисунок 19">
            <ns1:extLst>
              <ns1:ext uri="{FF2B5EF4-FFF2-40B4-BE49-F238E27FC236}">
                <ns2:creationId id="{5481B5B0-F4F9-F4FA-DC62-37C3D7ADBB18}"/>
              </ns1:ext>
            </ns1:extLst>
          </ns0:cNvPr>
          <ns0:cNvSpPr>
            <ns1:spLocks noGrp="1"/>
          </ns0:cNvSpPr>
          <ns0:nvPr>
            <ns0:ph type="pic" idx="62" hasCustomPrompt="1"/>
          </ns0:nvPr>
        </ns0:nvSpPr>
        <ns0:spPr>
          <ns1:xfrm>
            <ns1:off x="2281238" y="2635727"/>
            <ns1:ext cx="1389062" cy="1389062"/>
          </ns1:xfrm>
          <ns1:prstGeom prst="rect">
            <ns1:avLst/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64" name="Текст 39">
            <ns1:extLst>
              <ns1:ext uri="{FF2B5EF4-FFF2-40B4-BE49-F238E27FC236}">
                <ns2:creationId id="{5FECBD9B-D73A-711B-31B3-2F5FE09F8490}"/>
              </ns1:ext>
            </ns1:extLst>
          </ns0:cNvPr>
          <ns0:cNvSpPr>
            <ns1:spLocks noGrp="1"/>
          </ns0:cNvSpPr>
          <ns0:nvPr>
            <ns0:ph type="body" idx="63" hasCustomPrompt="1"/>
          </ns0:nvPr>
        </ns0:nvSpPr>
        <ns0:spPr>
          <ns1:xfrm>
            <ns1:off x="5067301" y="4123969"/>
            <ns1:ext cx="4051986" cy="464376"/>
          </ns1:xfrm>
        </ns0:spPr>
        <ns0:txBody>
          <ns1:bodyPr>
            <ns1:noAutofit/>
          </ns1:bodyPr>
          <ns1:lstStyle>
            <ns1:lvl1pPr algn="ctr"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65" name="Текст 39">
            <ns1:extLst>
              <ns1:ext uri="{FF2B5EF4-FFF2-40B4-BE49-F238E27FC236}">
                <ns2:creationId id="{50D085C9-983E-D8AF-3985-CAF16F201459}"/>
              </ns1:ext>
            </ns1:extLst>
          </ns0:cNvPr>
          <ns0:cNvSpPr>
            <ns1:spLocks noGrp="1"/>
          </ns0:cNvSpPr>
          <ns0:nvPr>
            <ns0:ph type="body" idx="64" hasCustomPrompt="1"/>
          </ns0:nvPr>
        </ns0:nvSpPr>
        <ns0:spPr>
          <ns1:xfrm>
            <ns1:off x="5067301" y="4672559"/>
            <ns1:ext cx="4051986" cy="896242"/>
          </ns1:xfrm>
        </ns0:spPr>
        <ns0:txBody>
          <ns1:bodyPr>
            <ns1:noAutofit/>
          </ns1:bodyPr>
          <ns1:lstStyle>
            <ns1:lvl1pPr algn="ctr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66" name="Рисунок 19">
            <ns1:extLst>
              <ns1:ext uri="{FF2B5EF4-FFF2-40B4-BE49-F238E27FC236}">
                <ns2:creationId id="{9247369E-1A39-4DE3-E262-E39148556D14}"/>
              </ns1:ext>
            </ns1:extLst>
          </ns0:cNvPr>
          <ns0:cNvSpPr>
            <ns1:spLocks noGrp="1"/>
          </ns0:cNvSpPr>
          <ns0:nvPr>
            <ns0:ph type="pic" idx="65" hasCustomPrompt="1"/>
          </ns0:nvPr>
        </ns0:nvSpPr>
        <ns0:spPr>
          <ns1:xfrm>
            <ns1:off x="6396038" y="2635727"/>
            <ns1:ext cx="1389062" cy="1389062"/>
          </ns1:xfrm>
          <ns1:prstGeom prst="rect">
            <ns1:avLst/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67" name="Текст 39">
            <ns1:extLst>
              <ns1:ext uri="{FF2B5EF4-FFF2-40B4-BE49-F238E27FC236}">
                <ns2:creationId id="{1F0832CD-1538-9F00-AC56-8DB1A849D967}"/>
              </ns1:ext>
            </ns1:extLst>
          </ns0:cNvPr>
          <ns0:cNvSpPr>
            <ns1:spLocks noGrp="1"/>
          </ns0:cNvSpPr>
          <ns0:nvPr>
            <ns0:ph type="body" idx="66" hasCustomPrompt="1"/>
          </ns0:nvPr>
        </ns0:nvSpPr>
        <ns0:spPr>
          <ns1:xfrm>
            <ns1:off x="9182101" y="4123969"/>
            <ns1:ext cx="4051986" cy="464376"/>
          </ns1:xfrm>
        </ns0:spPr>
        <ns0:txBody>
          <ns1:bodyPr>
            <ns1:noAutofit/>
          </ns1:bodyPr>
          <ns1:lstStyle>
            <ns1:lvl1pPr algn="ctr"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68" name="Текст 39">
            <ns1:extLst>
              <ns1:ext uri="{FF2B5EF4-FFF2-40B4-BE49-F238E27FC236}">
                <ns2:creationId id="{CEE6CC86-467C-11A2-BA71-781DE0BCB49C}"/>
              </ns1:ext>
            </ns1:extLst>
          </ns0:cNvPr>
          <ns0:cNvSpPr>
            <ns1:spLocks noGrp="1"/>
          </ns0:cNvSpPr>
          <ns0:nvPr>
            <ns0:ph type="body" idx="67" hasCustomPrompt="1"/>
          </ns0:nvPr>
        </ns0:nvSpPr>
        <ns0:spPr>
          <ns1:xfrm>
            <ns1:off x="9182101" y="4672559"/>
            <ns1:ext cx="4051986" cy="896242"/>
          </ns1:xfrm>
        </ns0:spPr>
        <ns0:txBody>
          <ns1:bodyPr>
            <ns1:noAutofit/>
          </ns1:bodyPr>
          <ns1:lstStyle>
            <ns1:lvl1pPr algn="ctr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69" name="Рисунок 19">
            <ns1:extLst>
              <ns1:ext uri="{FF2B5EF4-FFF2-40B4-BE49-F238E27FC236}">
                <ns2:creationId id="{4D9F017F-D904-A723-C7A9-641B15AE568C}"/>
              </ns1:ext>
            </ns1:extLst>
          </ns0:cNvPr>
          <ns0:cNvSpPr>
            <ns1:spLocks noGrp="1"/>
          </ns0:cNvSpPr>
          <ns0:nvPr>
            <ns0:ph type="pic" idx="68" hasCustomPrompt="1"/>
          </ns0:nvPr>
        </ns0:nvSpPr>
        <ns0:spPr>
          <ns1:xfrm>
            <ns1:off x="10510838" y="2635727"/>
            <ns1:ext cx="1389062" cy="1389062"/>
          </ns1:xfrm>
          <ns1:prstGeom prst="rect">
            <ns1:avLst/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70" name="Текст 39">
            <ns1:extLst>
              <ns1:ext uri="{FF2B5EF4-FFF2-40B4-BE49-F238E27FC236}">
                <ns2:creationId id="{51FFEF56-C60C-9018-2321-4B6AF3A71703}"/>
              </ns1:ext>
            </ns1:extLst>
          </ns0:cNvPr>
          <ns0:cNvSpPr>
            <ns1:spLocks noGrp="1"/>
          </ns0:cNvSpPr>
          <ns0:nvPr>
            <ns0:ph type="body" idx="69" hasCustomPrompt="1"/>
          </ns0:nvPr>
        </ns0:nvSpPr>
        <ns0:spPr>
          <ns1:xfrm>
            <ns1:off x="13296901" y="4123969"/>
            <ns1:ext cx="4051986" cy="464376"/>
          </ns1:xfrm>
        </ns0:spPr>
        <ns0:txBody>
          <ns1:bodyPr>
            <ns1:noAutofit/>
          </ns1:bodyPr>
          <ns1:lstStyle>
            <ns1:lvl1pPr algn="ctr"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71" name="Текст 39">
            <ns1:extLst>
              <ns1:ext uri="{FF2B5EF4-FFF2-40B4-BE49-F238E27FC236}">
                <ns2:creationId id="{3B4159F2-5360-D214-E9B2-57997D9A7412}"/>
              </ns1:ext>
            </ns1:extLst>
          </ns0:cNvPr>
          <ns0:cNvSpPr>
            <ns1:spLocks noGrp="1"/>
          </ns0:cNvSpPr>
          <ns0:nvPr>
            <ns0:ph type="body" idx="70" hasCustomPrompt="1"/>
          </ns0:nvPr>
        </ns0:nvSpPr>
        <ns0:spPr>
          <ns1:xfrm>
            <ns1:off x="13296901" y="4672559"/>
            <ns1:ext cx="4051986" cy="896242"/>
          </ns1:xfrm>
        </ns0:spPr>
        <ns0:txBody>
          <ns1:bodyPr>
            <ns1:noAutofit/>
          </ns1:bodyPr>
          <ns1:lstStyle>
            <ns1:lvl1pPr algn="ctr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72" name="Рисунок 19">
            <ns1:extLst>
              <ns1:ext uri="{FF2B5EF4-FFF2-40B4-BE49-F238E27FC236}">
                <ns2:creationId id="{7286199C-9EA1-6143-BB52-065459DC1423}"/>
              </ns1:ext>
            </ns1:extLst>
          </ns0:cNvPr>
          <ns0:cNvSpPr>
            <ns1:spLocks noGrp="1"/>
          </ns0:cNvSpPr>
          <ns0:nvPr>
            <ns0:ph type="pic" idx="71" hasCustomPrompt="1"/>
          </ns0:nvPr>
        </ns0:nvSpPr>
        <ns0:spPr>
          <ns1:xfrm>
            <ns1:off x="14625638" y="2635727"/>
            <ns1:ext cx="1389062" cy="1389062"/>
          </ns1:xfrm>
          <ns1:prstGeom prst="rect">
            <ns1:avLst/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3" name="Рисунок 3">
            <ns1:extLst>
              <ns1:ext uri="{FF2B5EF4-FFF2-40B4-BE49-F238E27FC236}">
                <ns2:creationId id="{95809B94-C2BB-FFD5-F212-302347D964DF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4" name="Текст 16">
            <ns1:extLst>
              <ns1:ext uri="{FF2B5EF4-FFF2-40B4-BE49-F238E27FC236}">
                <ns2:creationId id="{80816998-E432-2F98-7D21-A22A2301C20B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fa6b44c016ac4ce2">
              <ns1:extLst>
                <ns1:ext uri="{96DAC541-7B7A-43D3-8B79-37D633B846F1}">
                  <ns4:svgBlip ns3:embed="Rfebd98bb20ea4efe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7" name="Текст 16">
            <ns1:extLst>
              <ns1:ext uri="{FF2B5EF4-FFF2-40B4-BE49-F238E27FC236}">
                <ns2:creationId id="{F0BD6557-C797-8E49-E8DC-74950C884B04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6421be6181a542d1">
              <ns1:extLst>
                <ns1:ext uri="{96DAC541-7B7A-43D3-8B79-37D633B846F1}">
                  <ns4:svgBlip ns3:embed="Rf13004a000fe4bc0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18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4 шага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" name="Рисунок 7">
            <ns1:extLst>
              <ns1:ext uri="{FF2B5EF4-FFF2-40B4-BE49-F238E27FC236}">
                <ns2:creationId id="{A5DBAB01-31E7-F736-0EB5-016231118217}"/>
              </ns1:ext>
            </ns1:extLst>
          </ns0:cNvPr>
          <ns0:cNvSpPr>
            <ns1:spLocks noGrp="1"/>
          </ns0:cNvSpPr>
          <ns0:nvPr>
            <ns0:ph type="pic" idx="34" hasCustomPrompt="1"/>
          </ns0:nvPr>
        </ns0:nvSpPr>
        <ns0:spPr>
          <ns1:xfrm>
            <ns1:off x="952500" y="2177878"/>
            <ns1:ext cx="3924300" cy="7048500"/>
          </ns1:xfrm>
          <ns1:prstGeom prst="roundRect">
            <ns1:avLst>
              <ns1:gd name="adj" fmla="val 7574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/>
            </ns1:lvl1pPr>
          </ns1:lstStyle>
          <ns1:p>
            <ns1:r>
              <ns1:t> </ns1:t>
            </ns1:r>
          </ns1:p>
        </ns0:txBody>
      </ns0:sp>
      <ns0:sp>
        <ns0:nvSpPr>
          <ns0:cNvPr id="5" name="Рисунок 7">
            <ns1:extLst>
              <ns1:ext uri="{FF2B5EF4-FFF2-40B4-BE49-F238E27FC236}">
                <ns2:creationId id="{EFF6EC7D-DC95-C51A-AF52-87E57624AB7D}"/>
              </ns1:ext>
            </ns1:extLst>
          </ns0:cNvPr>
          <ns0:cNvSpPr>
            <ns1:spLocks noGrp="1"/>
          </ns0:cNvSpPr>
          <ns0:nvPr>
            <ns0:ph type="pic" idx="35" hasCustomPrompt="1"/>
          </ns0:nvPr>
        </ns0:nvSpPr>
        <ns0:spPr>
          <ns1:xfrm>
            <ns1:off x="5129285" y="2177878"/>
            <ns1:ext cx="3924300" cy="7048500"/>
          </ns1:xfrm>
          <ns1:prstGeom prst="roundRect">
            <ns1:avLst>
              <ns1:gd name="adj" fmla="val 7574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/>
            </ns1:lvl1pPr>
          </ns1:lstStyle>
          <ns1:p>
            <ns1:r>
              <ns1:t> </ns1:t>
            </ns1:r>
          </ns1:p>
        </ns0:txBody>
      </ns0:sp>
      <ns0:sp>
        <ns0:nvSpPr>
          <ns0:cNvPr id="6" name="Рисунок 7">
            <ns1:extLst>
              <ns1:ext uri="{FF2B5EF4-FFF2-40B4-BE49-F238E27FC236}">
                <ns2:creationId id="{B7CF5C4A-36C2-0860-1150-D64087BBCE80}"/>
              </ns1:ext>
            </ns1:extLst>
          </ns0:cNvPr>
          <ns0:cNvSpPr>
            <ns1:spLocks noGrp="1"/>
          </ns0:cNvSpPr>
          <ns0:nvPr>
            <ns0:ph type="pic" idx="36" hasCustomPrompt="1"/>
          </ns0:nvPr>
        </ns0:nvSpPr>
        <ns0:spPr>
          <ns1:xfrm>
            <ns1:off x="9243884" y="2177878"/>
            <ns1:ext cx="3924300" cy="7048500"/>
          </ns1:xfrm>
          <ns1:prstGeom prst="roundRect">
            <ns1:avLst>
              <ns1:gd name="adj" fmla="val 7574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/>
            </ns1:lvl1pPr>
          </ns1:lstStyle>
          <ns1:p>
            <ns1:r>
              <ns1:t> </ns1:t>
            </ns1:r>
          </ns1:p>
        </ns0:txBody>
      </ns0:sp>
      <ns0:sp>
        <ns0:nvSpPr>
          <ns0:cNvPr id="7" name="Рисунок 7">
            <ns1:extLst>
              <ns1:ext uri="{FF2B5EF4-FFF2-40B4-BE49-F238E27FC236}">
                <ns2:creationId id="{770D135E-9173-11C2-9005-76DABD7C5467}"/>
              </ns1:ext>
            </ns1:extLst>
          </ns0:cNvPr>
          <ns0:cNvSpPr>
            <ns1:spLocks noGrp="1"/>
          </ns0:cNvSpPr>
          <ns0:nvPr>
            <ns0:ph type="pic" idx="37" hasCustomPrompt="1"/>
          </ns0:nvPr>
        </ns0:nvSpPr>
        <ns0:spPr>
          <ns1:xfrm>
            <ns1:off x="13408358" y="2177878"/>
            <ns1:ext cx="3924300" cy="7048500"/>
          </ns1:xfrm>
          <ns1:prstGeom prst="roundRect">
            <ns1:avLst>
              <ns1:gd name="adj" fmla="val 7574"/>
            </ns1:avLst>
          </ns1:prstGeom>
          <ns1:solidFill>
            <ns1:srgbClr val="EA0B4C"/>
          </ns1:solidFill>
        </ns0:spPr>
        <ns0:txBody>
          <ns1:bodyPr>
            <ns1:normAutofit/>
          </ns1:bodyPr>
          <ns1:lstStyle>
            <ns1:lvl1pPr>
              <ns1:buNone/>
              <ns1:defRPr sz="400"/>
            </ns1:lvl1pPr>
          </ns1:lstStyle>
          <ns1:p>
            <ns1:r>
              <ns1:t> </ns1:t>
            </ns1:r>
          </ns1:p>
        </ns0:txBody>
      </ns0:sp>
      <ns0:sp>
        <ns0:nvSpPr>
          <ns0:cNvPr id="63" name="Текст 39">
            <ns1:extLst>
              <ns1:ext uri="{FF2B5EF4-FFF2-40B4-BE49-F238E27FC236}">
                <ns2:creationId id="{94A63208-FE20-AAE2-D8A9-EF3911C008EA}"/>
              </ns1:ext>
            </ns1:extLst>
          </ns0:cNvPr>
          <ns0:cNvSpPr>
            <ns1:spLocks noGrp="1"/>
          </ns0:cNvSpPr>
          <ns0:nvPr>
            <ns0:ph type="body" idx="31" hasCustomPrompt="1"/>
          </ns0:nvPr>
        </ns0:nvSpPr>
        <ns0:spPr>
          <ns1:xfrm>
            <ns1:off x="13711182" y="2926396"/>
            <ns1:ext cx="3268662" cy="617695"/>
          </ns1:xfrm>
        </ns0:spPr>
        <ns0:txBody>
          <ns1:bodyPr anchor="ctr">
            <ns1:noAutofit/>
          </ns1:bodyPr>
          <ns1:lstStyle>
            <ns1:lvl1pPr>
              <ns1:buNone/>
              <ns1:defRPr sz="40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2024</ns1:t>
            </ns1:r>
          </ns1:p>
        </ns0:txBody>
      </ns0:sp>
      <ns0:sp>
        <ns0:nvSpPr>
          <ns0:cNvPr id="64" name="Текст 39">
            <ns1:extLst>
              <ns1:ext uri="{FF2B5EF4-FFF2-40B4-BE49-F238E27FC236}">
                <ns2:creationId id="{20857279-B04C-D7F7-B337-323E52C99AC7}"/>
              </ns1:ext>
            </ns1:extLst>
          </ns0:cNvPr>
          <ns0:cNvSpPr>
            <ns1:spLocks noGrp="1"/>
          </ns0:cNvSpPr>
          <ns0:nvPr>
            <ns0:ph type="body" idx="32" hasCustomPrompt="1"/>
          </ns0:nvPr>
        </ns0:nvSpPr>
        <ns0:spPr>
          <ns1:xfrm>
            <ns1:off x="13711182" y="3899528"/>
            <ns1:ext cx="3268662" cy="2538169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ns1:t>
            </ns1:r>
          </ns1:p>
        </ns0:txBody>
      </ns0:sp>
      <ns0:sp>
        <ns0:nvSpPr>
          <ns0:cNvPr id="65" name="Текст 39">
            <ns1:extLst>
              <ns1:ext uri="{FF2B5EF4-FFF2-40B4-BE49-F238E27FC236}">
                <ns2:creationId id="{419B4550-79CD-8138-E207-B12867B9DB09}"/>
              </ns1:ext>
            </ns1:extLst>
          </ns0:cNvPr>
          <ns0:cNvSpPr>
            <ns1:spLocks noGrp="1"/>
          </ns0:cNvSpPr>
          <ns0:nvPr>
            <ns0:ph type="body" idx="33" hasCustomPrompt="1"/>
          </ns0:nvPr>
        </ns0:nvSpPr>
        <ns0:spPr>
          <ns1:xfrm>
            <ns1:off x="13711182" y="6568589"/>
            <ns1:ext cx="3268662" cy="919606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45" name="Текст 39">
            <ns1:extLst>
              <ns1:ext uri="{FF2B5EF4-FFF2-40B4-BE49-F238E27FC236}">
                <ns2:creationId id="{CD6289F8-1AFB-2714-15A7-BA8906B93AE7}"/>
              </ns1:ext>
            </ns1:extLst>
          </ns0:cNvPr>
          <ns0:cNvSpPr>
            <ns1:spLocks noGrp="1"/>
          </ns0:cNvSpPr>
          <ns0:nvPr>
            <ns0:ph type="body" idx="14" hasCustomPrompt="1"/>
          </ns0:nvPr>
        </ns0:nvSpPr>
        <ns0:spPr>
          <ns1:xfrm>
            <ns1:off x="5419798" y="2926396"/>
            <ns1:ext cx="3268662" cy="617695"/>
          </ns1:xfrm>
        </ns0:spPr>
        <ns0:txBody>
          <ns1:bodyPr anchor="ctr">
            <ns1:noAutofit/>
          </ns1:bodyPr>
          <ns1:lstStyle>
            <ns1:lvl1pPr>
              <ns1:buNone/>
              <ns1:defRPr sz="40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2023</ns1:t>
            </ns1:r>
          </ns1:p>
        </ns0:txBody>
      </ns0:sp>
      <ns0:sp>
        <ns0:nvSpPr>
          <ns0:cNvPr id="4" name="Текст 39">
            <ns1:extLst>
              <ns1:ext uri="{FF2B5EF4-FFF2-40B4-BE49-F238E27FC236}">
                <ns2:creationId id="{CBAF15B9-1C94-6222-A486-D86AEAA63484}"/>
              </ns1:ext>
            </ns1:extLst>
          </ns0:cNvPr>
          <ns0:cNvSpPr>
            <ns1:spLocks noGrp="1"/>
          </ns0:cNvSpPr>
          <ns0:nvPr>
            <ns0:ph type="body" idx="23" hasCustomPrompt="1"/>
          </ns0:nvPr>
        </ns0:nvSpPr>
        <ns0:spPr>
          <ns1:xfrm>
            <ns1:off x="5419798" y="3899528"/>
            <ns1:ext cx="3268662" cy="2538169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ns1:t>
            </ns1:r>
          </ns1:p>
        </ns0:txBody>
      </ns0:sp>
      <ns0:sp>
        <ns0:nvSpPr>
          <ns0:cNvPr id="31" name="Текст 39">
            <ns1:extLst>
              <ns1:ext uri="{FF2B5EF4-FFF2-40B4-BE49-F238E27FC236}">
                <ns2:creationId id="{3857EBB6-01BC-CC07-576F-D6D4489E39B8}"/>
              </ns1:ext>
            </ns1:extLst>
          </ns0:cNvPr>
          <ns0:cNvSpPr>
            <ns1:spLocks noGrp="1"/>
          </ns0:cNvSpPr>
          <ns0:nvPr>
            <ns0:ph type="body" idx="24" hasCustomPrompt="1"/>
          </ns0:nvPr>
        </ns0:nvSpPr>
        <ns0:spPr>
          <ns1:xfrm>
            <ns1:off x="5419798" y="6568589"/>
            <ns1:ext cx="3268662" cy="919606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</ns1:t>
            </ns1:r>
          </ns1:p>
        </ns0:txBody>
      </ns0:sp>
      <ns0:sp>
        <ns0:nvSpPr>
          <ns0:cNvPr id="34" name="Текст 39">
            <ns1:extLst>
              <ns1:ext uri="{FF2B5EF4-FFF2-40B4-BE49-F238E27FC236}">
                <ns2:creationId id="{3D5565F1-4EBE-68C0-704A-C7D52971F756}"/>
              </ns1:ext>
            </ns1:extLst>
          </ns0:cNvPr>
          <ns0:cNvSpPr>
            <ns1:spLocks noGrp="1"/>
          </ns0:cNvSpPr>
          <ns0:nvPr>
            <ns0:ph type="body" idx="25" hasCustomPrompt="1"/>
          </ns0:nvPr>
        </ns0:nvSpPr>
        <ns0:spPr>
          <ns1:xfrm>
            <ns1:off x="1255570" y="2926396"/>
            <ns1:ext cx="3268662" cy="617695"/>
          </ns1:xfrm>
        </ns0:spPr>
        <ns0:txBody>
          <ns1:bodyPr anchor="ctr">
            <ns1:noAutofit/>
          </ns1:bodyPr>
          <ns1:lstStyle>
            <ns1:lvl1pPr>
              <ns1:buNone/>
              <ns1:defRPr sz="40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2022</ns1:t>
            </ns1:r>
          </ns1:p>
        </ns0:txBody>
      </ns0:sp>
      <ns0:sp>
        <ns0:nvSpPr>
          <ns0:cNvPr id="35" name="Текст 39">
            <ns1:extLst>
              <ns1:ext uri="{FF2B5EF4-FFF2-40B4-BE49-F238E27FC236}">
                <ns2:creationId id="{439E9E56-2DF6-97AF-9137-3976FD6CE41D}"/>
              </ns1:ext>
            </ns1:extLst>
          </ns0:cNvPr>
          <ns0:cNvSpPr>
            <ns1:spLocks noGrp="1"/>
          </ns0:cNvSpPr>
          <ns0:nvPr>
            <ns0:ph type="body" idx="26" hasCustomPrompt="1"/>
          </ns0:nvPr>
        </ns0:nvSpPr>
        <ns0:spPr>
          <ns1:xfrm>
            <ns1:off x="1255570" y="3899528"/>
            <ns1:ext cx="3268662" cy="2538169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ns1:t>
            </ns1:r>
          </ns1:p>
        </ns0:txBody>
      </ns0:sp>
      <ns0:sp>
        <ns0:nvSpPr>
          <ns0:cNvPr id="38" name="Текст 39">
            <ns1:extLst>
              <ns1:ext uri="{FF2B5EF4-FFF2-40B4-BE49-F238E27FC236}">
                <ns2:creationId id="{A347D77A-962B-C844-2A21-1DBC98808F49}"/>
              </ns1:ext>
            </ns1:extLst>
          </ns0:cNvPr>
          <ns0:cNvSpPr>
            <ns1:spLocks noGrp="1"/>
          </ns0:cNvSpPr>
          <ns0:nvPr>
            <ns0:ph type="body" idx="27" hasCustomPrompt="1"/>
          </ns0:nvPr>
        </ns0:nvSpPr>
        <ns0:spPr>
          <ns1:xfrm>
            <ns1:off x="1255570" y="6568589"/>
            <ns1:ext cx="3268662" cy="919606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</ns1:t>
            </ns1:r>
          </ns1:p>
        </ns0:txBody>
      </ns0:sp>
      <ns0:sp>
        <ns0:nvSpPr>
          <ns0:cNvPr id="41" name="Текст 39">
            <ns1:extLst>
              <ns1:ext uri="{FF2B5EF4-FFF2-40B4-BE49-F238E27FC236}">
                <ns2:creationId id="{F777938B-1249-E312-5667-047E1E3E0C59}"/>
              </ns1:ext>
            </ns1:extLst>
          </ns0:cNvPr>
          <ns0:cNvSpPr>
            <ns1:spLocks noGrp="1"/>
          </ns0:cNvSpPr>
          <ns0:nvPr>
            <ns0:ph type="body" idx="28" hasCustomPrompt="1"/>
          </ns0:nvPr>
        </ns0:nvSpPr>
        <ns0:spPr>
          <ns1:xfrm>
            <ns1:off x="9546955" y="2926396"/>
            <ns1:ext cx="3268662" cy="617695"/>
          </ns1:xfrm>
        </ns0:spPr>
        <ns0:txBody>
          <ns1:bodyPr anchor="ctr">
            <ns1:noAutofit/>
          </ns1:bodyPr>
          <ns1:lstStyle>
            <ns1:lvl1pPr>
              <ns1:buNone/>
              <ns1:defRPr sz="40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2024</ns1:t>
            </ns1:r>
          </ns1:p>
        </ns0:txBody>
      </ns0:sp>
      <ns0:sp>
        <ns0:nvSpPr>
          <ns0:cNvPr id="59" name="Текст 39">
            <ns1:extLst>
              <ns1:ext uri="{FF2B5EF4-FFF2-40B4-BE49-F238E27FC236}">
                <ns2:creationId id="{ADCBA8E7-7030-43CC-A577-6A496D48038E}"/>
              </ns1:ext>
            </ns1:extLst>
          </ns0:cNvPr>
          <ns0:cNvSpPr>
            <ns1:spLocks noGrp="1"/>
          </ns0:cNvSpPr>
          <ns0:nvPr>
            <ns0:ph type="body" idx="29" hasCustomPrompt="1"/>
          </ns0:nvPr>
        </ns0:nvSpPr>
        <ns0:spPr>
          <ns1:xfrm>
            <ns1:off x="9546955" y="3899528"/>
            <ns1:ext cx="3268662" cy="2538169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ns1:t>
            </ns1:r>
          </ns1:p>
        </ns0:txBody>
      </ns0:sp>
      <ns0:sp>
        <ns0:nvSpPr>
          <ns0:cNvPr id="61" name="Текст 39">
            <ns1:extLst>
              <ns1:ext uri="{FF2B5EF4-FFF2-40B4-BE49-F238E27FC236}">
                <ns2:creationId id="{920CA4B6-0AC9-1760-D6E6-14DE95C8B97C}"/>
              </ns1:ext>
            </ns1:extLst>
          </ns0:cNvPr>
          <ns0:cNvSpPr>
            <ns1:spLocks noGrp="1"/>
          </ns0:cNvSpPr>
          <ns0:nvPr>
            <ns0:ph type="body" idx="30" hasCustomPrompt="1"/>
          </ns0:nvPr>
        </ns0:nvSpPr>
        <ns0:spPr>
          <ns1:xfrm>
            <ns1:off x="9546955" y="6568589"/>
            <ns1:ext cx="3268662" cy="919606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</ns1:t>
            </ns1:r>
          </ns1:p>
        </ns0:txBody>
      </ns0:sp>
      <ns0:sp>
        <ns0:nvSpPr>
          <ns0:cNvPr id="9" name="Рисунок 8">
            <ns1:extLst>
              <ns1:ext uri="{FF2B5EF4-FFF2-40B4-BE49-F238E27FC236}">
                <ns2:creationId id="{473CFB07-C41F-B0FE-A01F-B33A6ED2CDB5}"/>
              </ns1:ext>
            </ns1:extLst>
          </ns0:cNvPr>
          <ns0:cNvSpPr>
            <ns1:spLocks noGrp="1"/>
          </ns0:cNvSpPr>
          <ns0:nvPr>
            <ns0:ph type="pic" idx="38" hasCustomPrompt="1"/>
          </ns0:nvPr>
        </ns0:nvSpPr>
        <ns0:spPr>
          <ns1:xfrm flipV="1">
            <ns1:off x="1255569" y="3615390"/>
            <ns1:ext cx="3343275" cy="96775"/>
          </ns1:xfrm>
          <ns1:prstGeom prst="rightArrow">
            <ns1:avLst>
              <ns1:gd name="adj1" fmla="val 50000"/>
              <ns1:gd name="adj2" fmla="val 129486"/>
            </ns1:avLst>
          </ns1:prstGeom>
          <ns1:solidFill>
            <ns1:schemeClr val="accent2"/>
          </ns1:solidFill>
          <ns1:ln w="12700">
            <ns1:noFill/>
          </ns1:ln>
        </ns0:spPr>
        <ns0:txBody>
          <ns1:bodyPr>
            <ns1:normAutofit/>
          </ns1:bodyPr>
          <ns1:lstStyle>
            <ns1:lvl1pPr>
              <ns1:buNone/>
              <ns1:defRPr sz="1000"/>
            </ns1:lvl1pPr>
          </ns1:lstStyle>
          <ns1:p>
            <ns1:r>
              <ns1:t> </ns1:t>
            </ns1:r>
          </ns1:p>
        </ns0:txBody>
      </ns0:sp>
      <ns0:sp>
        <ns0:nvSpPr>
          <ns0:cNvPr id="10" name="Рисунок 8">
            <ns1:extLst>
              <ns1:ext uri="{FF2B5EF4-FFF2-40B4-BE49-F238E27FC236}">
                <ns2:creationId id="{E4B0F277-7367-AC7D-D90A-AA5CA97A5635}"/>
              </ns1:ext>
            </ns1:extLst>
          </ns0:cNvPr>
          <ns0:cNvSpPr>
            <ns1:spLocks noGrp="1"/>
          </ns0:cNvSpPr>
          <ns0:nvPr>
            <ns0:ph type="pic" idx="39" hasCustomPrompt="1"/>
          </ns0:nvPr>
        </ns0:nvSpPr>
        <ns0:spPr>
          <ns1:xfrm flipV="1">
            <ns1:off x="5404659" y="3615390"/>
            <ns1:ext cx="3343275" cy="96775"/>
          </ns1:xfrm>
          <ns1:prstGeom prst="rightArrow">
            <ns1:avLst>
              <ns1:gd name="adj1" fmla="val 50000"/>
              <ns1:gd name="adj2" fmla="val 129486"/>
            </ns1:avLst>
          </ns1:prstGeom>
          <ns1:solidFill>
            <ns1:schemeClr val="accent2"/>
          </ns1:solidFill>
          <ns1:ln w="12700">
            <ns1:noFill/>
          </ns1:ln>
        </ns0:spPr>
        <ns0:txBody>
          <ns1:bodyPr>
            <ns1:normAutofit/>
          </ns1:bodyPr>
          <ns1:lstStyle>
            <ns1:lvl1pPr>
              <ns1:buNone/>
              <ns1:defRPr sz="1000"/>
            </ns1:lvl1pPr>
          </ns1:lstStyle>
          <ns1:p>
            <ns1:r>
              <ns1:t> </ns1:t>
            </ns1:r>
          </ns1:p>
        </ns0:txBody>
      </ns0:sp>
      <ns0:sp>
        <ns0:nvSpPr>
          <ns0:cNvPr id="16" name="Рисунок 8">
            <ns1:extLst>
              <ns1:ext uri="{FF2B5EF4-FFF2-40B4-BE49-F238E27FC236}">
                <ns2:creationId id="{75FAB0EF-774B-19BB-345B-E42640C139D9}"/>
              </ns1:ext>
            </ns1:extLst>
          </ns0:cNvPr>
          <ns0:cNvSpPr>
            <ns1:spLocks noGrp="1"/>
          </ns0:cNvSpPr>
          <ns0:nvPr>
            <ns0:ph type="pic" idx="40" hasCustomPrompt="1"/>
          </ns0:nvPr>
        </ns0:nvSpPr>
        <ns0:spPr>
          <ns1:xfrm flipV="1">
            <ns1:off x="9542319" y="3615390"/>
            <ns1:ext cx="3343275" cy="96775"/>
          </ns1:xfrm>
          <ns1:prstGeom prst="rightArrow">
            <ns1:avLst>
              <ns1:gd name="adj1" fmla="val 50000"/>
              <ns1:gd name="adj2" fmla="val 129486"/>
            </ns1:avLst>
          </ns1:prstGeom>
          <ns1:solidFill>
            <ns1:schemeClr val="accent2"/>
          </ns1:solidFill>
          <ns1:ln w="12700">
            <ns1:noFill/>
          </ns1:ln>
        </ns0:spPr>
        <ns0:txBody>
          <ns1:bodyPr>
            <ns1:normAutofit/>
          </ns1:bodyPr>
          <ns1:lstStyle>
            <ns1:lvl1pPr>
              <ns1:buNone/>
              <ns1:defRPr sz="1000"/>
            </ns1:lvl1pPr>
          </ns1:lstStyle>
          <ns1:p>
            <ns1:r>
              <ns1:t> </ns1:t>
            </ns1:r>
          </ns1:p>
        </ns0:txBody>
      </ns0:sp>
      <ns0:sp>
        <ns0:nvSpPr>
          <ns0:cNvPr id="17" name="Рисунок 8">
            <ns1:extLst>
              <ns1:ext uri="{FF2B5EF4-FFF2-40B4-BE49-F238E27FC236}">
                <ns2:creationId id="{2C5BECFB-4D5E-4842-9F85-8FB5D6C4A55C}"/>
              </ns1:ext>
            </ns1:extLst>
          </ns0:cNvPr>
          <ns0:cNvSpPr>
            <ns1:spLocks noGrp="1"/>
          </ns0:cNvSpPr>
          <ns0:nvPr>
            <ns0:ph type="pic" idx="41" hasCustomPrompt="1"/>
          </ns0:nvPr>
        </ns0:nvSpPr>
        <ns0:spPr>
          <ns1:xfrm flipV="1">
            <ns1:off x="13691409" y="3615390"/>
            <ns1:ext cx="3343275" cy="96775"/>
          </ns1:xfrm>
          <ns1:prstGeom prst="rightArrow">
            <ns1:avLst>
              <ns1:gd name="adj1" fmla="val 50000"/>
              <ns1:gd name="adj2" fmla="val 129486"/>
            </ns1:avLst>
          </ns1:prstGeom>
          <ns1:solidFill>
            <ns1:schemeClr val="bg1"/>
          </ns1:solidFill>
          <ns1:ln w="12700">
            <ns1:noFill/>
          </ns1:ln>
        </ns0:spPr>
        <ns0:txBody>
          <ns1:bodyPr>
            <ns1:normAutofit/>
          </ns1:bodyPr>
          <ns1:lstStyle>
            <ns1:lvl1pPr>
              <ns1:buNone/>
              <ns1:defRPr sz="1000"/>
            </ns1:lvl1pPr>
          </ns1:lstStyle>
          <ns1:p>
            <ns1:r>
              <ns1:t> </ns1:t>
            </ns1:r>
          </ns1:p>
        </ns0:txBody>
      </ns0:sp>
      <ns0:sp>
        <ns0:nvSpPr>
          <ns0:cNvPr id="8" name="Рисунок 3">
            <ns1:extLst>
              <ns1:ext uri="{FF2B5EF4-FFF2-40B4-BE49-F238E27FC236}">
                <ns2:creationId id="{D20F43C3-E1E3-49F2-DC36-89109C2FA2B9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1" name="Текст 16">
            <ns1:extLst>
              <ns1:ext uri="{FF2B5EF4-FFF2-40B4-BE49-F238E27FC236}">
                <ns2:creationId id="{6BF24FF9-7141-4A4D-692F-8B140FA9C873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4c53797d96fe4154">
              <ns1:extLst>
                <ns1:ext uri="{96DAC541-7B7A-43D3-8B79-37D633B846F1}">
                  <ns4:svgBlip ns3:embed="Rfac6107b46a342f3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4" name="Текст 16">
            <ns1:extLst>
              <ns1:ext uri="{FF2B5EF4-FFF2-40B4-BE49-F238E27FC236}">
                <ns2:creationId id="{6E85FD79-6F06-6B93-E52E-C94AB21014D0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3c0c22980d034334">
              <ns1:extLst>
                <ns1:ext uri="{96DAC541-7B7A-43D3-8B79-37D633B846F1}">
                  <ns4:svgBlip ns3:embed="Rd3fe1eedec44415c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19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8 шагов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4" name="Скругленный прямоугольник 23">
            <ns1:extLst>
              <ns1:ext uri="{FF2B5EF4-FFF2-40B4-BE49-F238E27FC236}">
                <ns2:creationId id="{C516D04D-7760-1E35-F0F0-DC5783BDCE60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2771774"/>
            <ns1:ext cx="3924300" cy="2962275"/>
          </ns1:xfrm>
          <ns1:prstGeom prst="roundRect">
            <ns1:avLst>
              <ns1:gd name="adj" fmla="val 8165"/>
            </ns1:avLst>
          </ns1:prstGeom>
          <ns1:gradFill rotWithShape="1">
            <ns1:gsLst>
              <ns1:gs pos="100000">
                <ns1:srgbClr val="F5042B"/>
              </ns1:gs>
              <ns1:gs pos="50000">
                <ns1:srgbClr val="ED0944"/>
              </ns1:gs>
              <ns1:gs pos="0">
                <ns1:srgbClr val="E41060"/>
              </ns1:gs>
            </ns1:gsLst>
            <ns1:lin ang="13500000" scaled="1"/>
            <ns1:tileRect/>
          </ns1:gradFill>
          <ns1:ln>
            <ns1:noFill/>
          </ns1:ln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/>
          <ns1:lstStyle/>
          <ns1:p>
            <ns1:pPr algn="ctr">
              <ns1:buNone/>
            </ns1:pPr>
            <ns1:endParaRPr/>
          </ns1:p>
        </ns0:txBody>
      </ns0:sp>
      <ns0:sp>
        <ns0:nvSpPr>
          <ns0:cNvPr id="4" name="Рисунок 11">
            <ns1:extLst>
              <ns1:ext uri="{FF2B5EF4-FFF2-40B4-BE49-F238E27FC236}">
                <ns2:creationId id="{380EC7D2-6B61-91B8-55ED-2833599871CF}"/>
              </ns1:ext>
            </ns1:extLst>
          </ns0:cNvPr>
          <ns0:cNvSpPr>
            <ns1:spLocks noGrp="1"/>
          </ns0:cNvSpPr>
          <ns0:nvPr>
            <ns0:ph type="pic" idx="37" hasCustomPrompt="1"/>
          </ns0:nvPr>
        </ns0:nvSpPr>
        <ns0:spPr>
          <ns1:xfrm>
            <ns1:off x="952500" y="2771774"/>
            <ns1:ext cx="3924299" cy="2962274"/>
          </ns1:xfrm>
          <ns1:prstGeom prst="roundRect">
            <ns1:avLst>
              <ns1:gd name="adj" fmla="val 12318"/>
            </ns1:avLst>
          </ns1:prstGeom>
          <ns1:solidFill>
            <ns1:srgbClr val="EA0B4C"/>
          </ns1:solidFill>
          <ns1:ln>
            <ns1:solidFill>
              <ns1:schemeClr val="accent1"/>
            </ns1:solidFill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5" name="Текст 41">
            <ns1:extLst>
              <ns1:ext uri="{FF2B5EF4-FFF2-40B4-BE49-F238E27FC236}">
                <ns2:creationId id="{D576D517-3BBE-B0B7-86A5-FC719C975C23}"/>
              </ns1:ext>
            </ns1:extLst>
          </ns0:cNvPr>
          <ns0:cNvSpPr>
            <ns1:spLocks noGrp="1"/>
          </ns0:cNvSpPr>
          <ns0:nvPr>
            <ns0:ph type="body" idx="43" hasCustomPrompt="1"/>
          </ns0:nvPr>
        </ns0:nvSpPr>
        <ns0:spPr>
          <ns1:xfrm>
            <ns1:off x="1227521" y="3039243"/>
            <ns1:ext cx="613636" cy="613636"/>
          </ns1:xfrm>
          <ns1:prstGeom prst="roundRect">
            <ns1:avLst>
              <ns1:gd name="adj" fmla="val 16667"/>
            </ns1:avLst>
          </ns1:prstGeom>
          <ns1:solidFill>
            <ns1:schemeClr val="bg1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900" b="0" i="0" spc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40" name="Текст 39">
            <ns1:extLst>
              <ns1:ext uri="{FF2B5EF4-FFF2-40B4-BE49-F238E27FC236}">
                <ns2:creationId id="{CB25F473-D73D-9900-E6F1-3D7C8865ED59}"/>
              </ns1:ext>
            </ns1:extLst>
          </ns0:cNvPr>
          <ns0:cNvSpPr>
            <ns1:spLocks noGrp="1"/>
          </ns0:cNvSpPr>
          <ns0:nvPr>
            <ns0:ph type="body" idx="11" hasCustomPrompt="1"/>
          </ns0:nvPr>
        </ns0:nvSpPr>
        <ns0:spPr>
          <ns1:xfrm>
            <ns1:off x="1997061" y="3111855"/>
            <ns1:ext cx="1994172" cy="464376"/>
          </ns1:xfrm>
        </ns0:spPr>
        <ns0:txBody>
          <ns1:bodyPr anchor="ctr">
            <ns1:noAutofit/>
          </ns1:bodyPr>
          <ns1:lstStyle>
            <ns1:lvl1pPr>
              <ns1:buNone/>
              <ns1:defRPr sz="40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</ns1:t>
            </ns1:r>
          </ns1:p>
        </ns0:txBody>
      </ns0:sp>
      <ns0:sp>
        <ns0:nvSpPr>
          <ns0:cNvPr id="3" name="Текст 39">
            <ns1:extLst>
              <ns1:ext uri="{FF2B5EF4-FFF2-40B4-BE49-F238E27FC236}">
                <ns2:creationId id="{C3282441-619B-D553-0F1E-C736626B6C50}"/>
              </ns1:ext>
            </ns1:extLst>
          </ns0:cNvPr>
          <ns0:cNvSpPr>
            <ns1:spLocks noGrp="1"/>
          </ns0:cNvSpPr>
          <ns0:nvPr>
            <ns0:ph type="body" idx="22" hasCustomPrompt="1"/>
          </ns0:nvPr>
        </ns0:nvSpPr>
        <ns0:spPr>
          <ns1:xfrm>
            <ns1:off x="1265238" y="3829049"/>
            <ns1:ext cx="3294405" cy="1050878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23" name="Текст 39">
            <ns1:extLst>
              <ns1:ext uri="{FF2B5EF4-FFF2-40B4-BE49-F238E27FC236}">
                <ns2:creationId id="{69E8F311-097D-3623-C2A6-0D2F7FE9E53C}"/>
              </ns1:ext>
            </ns1:extLst>
          </ns0:cNvPr>
          <ns0:cNvSpPr>
            <ns1:spLocks noGrp="1"/>
          </ns0:cNvSpPr>
          <ns0:nvPr>
            <ns0:ph type="body" idx="23" hasCustomPrompt="1"/>
          </ns0:nvPr>
        </ns0:nvSpPr>
        <ns0:spPr>
          <ns1:xfrm>
            <ns1:off x="1997061" y="6299898"/>
            <ns1:ext cx="1994172" cy="464376"/>
          </ns1:xfrm>
        </ns0:spPr>
        <ns0:txBody>
          <ns1:bodyPr anchor="ctr">
            <ns1:noAutofit/>
          </ns1:bodyPr>
          <ns1:lstStyle>
            <ns1:lvl1pPr>
              <ns1:buNone/>
              <ns1:defRPr sz="4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05</ns1:t>
            </ns1:r>
          </ns1:p>
        </ns0:txBody>
      </ns0:sp>
      <ns0:sp>
        <ns0:nvSpPr>
          <ns0:cNvPr id="25" name="Текст 39">
            <ns1:extLst>
              <ns1:ext uri="{FF2B5EF4-FFF2-40B4-BE49-F238E27FC236}">
                <ns2:creationId id="{BA531176-49C7-B7D4-76E5-AC47A7B740CB}"/>
              </ns1:ext>
            </ns1:extLst>
          </ns0:cNvPr>
          <ns0:cNvSpPr>
            <ns1:spLocks noGrp="1"/>
          </ns0:cNvSpPr>
          <ns0:nvPr>
            <ns0:ph type="body" idx="24" hasCustomPrompt="1"/>
          </ns0:nvPr>
        </ns0:nvSpPr>
        <ns0:spPr>
          <ns1:xfrm>
            <ns1:off x="1265238" y="7017092"/>
            <ns1:ext cx="3294405" cy="1050878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28" name="Текст 39">
            <ns1:extLst>
              <ns1:ext uri="{FF2B5EF4-FFF2-40B4-BE49-F238E27FC236}">
                <ns2:creationId id="{A208BAF6-BB5D-F8F9-9381-DAB8EE920AC7}"/>
              </ns1:ext>
            </ns1:extLst>
          </ns0:cNvPr>
          <ns0:cNvSpPr>
            <ns1:spLocks noGrp="1"/>
          </ns0:cNvSpPr>
          <ns0:nvPr>
            <ns0:ph type="body" idx="25" hasCustomPrompt="1"/>
          </ns0:nvPr>
        </ns0:nvSpPr>
        <ns0:spPr>
          <ns1:xfrm>
            <ns1:off x="6124217" y="3111855"/>
            <ns1:ext cx="1994172" cy="464376"/>
          </ns1:xfrm>
        </ns0:spPr>
        <ns0:txBody>
          <ns1:bodyPr anchor="ctr">
            <ns1:noAutofit/>
          </ns1:bodyPr>
          <ns1:lstStyle>
            <ns1:lvl1pPr>
              <ns1:buNone/>
              <ns1:defRPr sz="4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02</ns1:t>
            </ns1:r>
          </ns1:p>
        </ns0:txBody>
      </ns0:sp>
      <ns0:sp>
        <ns0:nvSpPr>
          <ns0:cNvPr id="29" name="Текст 39">
            <ns1:extLst>
              <ns1:ext uri="{FF2B5EF4-FFF2-40B4-BE49-F238E27FC236}">
                <ns2:creationId id="{C71FD782-46B3-434E-69FC-D953E06A4F3E}"/>
              </ns1:ext>
            </ns1:extLst>
          </ns0:cNvPr>
          <ns0:cNvSpPr>
            <ns1:spLocks noGrp="1"/>
          </ns0:cNvSpPr>
          <ns0:nvPr>
            <ns0:ph type="body" idx="26" hasCustomPrompt="1"/>
          </ns0:nvPr>
        </ns0:nvSpPr>
        <ns0:spPr>
          <ns1:xfrm>
            <ns1:off x="5392394" y="3829049"/>
            <ns1:ext cx="3294405" cy="1050878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32" name="Текст 39">
            <ns1:extLst>
              <ns1:ext uri="{FF2B5EF4-FFF2-40B4-BE49-F238E27FC236}">
                <ns2:creationId id="{CC4ADCAD-C80A-02BA-59A9-4EADDCA7630C}"/>
              </ns1:ext>
            </ns1:extLst>
          </ns0:cNvPr>
          <ns0:cNvSpPr>
            <ns1:spLocks noGrp="1"/>
          </ns0:cNvSpPr>
          <ns0:nvPr>
            <ns0:ph type="body" idx="27" hasCustomPrompt="1"/>
          </ns0:nvPr>
        </ns0:nvSpPr>
        <ns0:spPr>
          <ns1:xfrm>
            <ns1:off x="6124217" y="6299898"/>
            <ns1:ext cx="1994172" cy="464376"/>
          </ns1:xfrm>
        </ns0:spPr>
        <ns0:txBody>
          <ns1:bodyPr anchor="ctr">
            <ns1:noAutofit/>
          </ns1:bodyPr>
          <ns1:lstStyle>
            <ns1:lvl1pPr>
              <ns1:buNone/>
              <ns1:defRPr sz="4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06</ns1:t>
            </ns1:r>
          </ns1:p>
        </ns0:txBody>
      </ns0:sp>
      <ns0:sp>
        <ns0:nvSpPr>
          <ns0:cNvPr id="34" name="Текст 39">
            <ns1:extLst>
              <ns1:ext uri="{FF2B5EF4-FFF2-40B4-BE49-F238E27FC236}">
                <ns2:creationId id="{D1514734-2660-13B5-74CE-CAF6F4C2A3BD}"/>
              </ns1:ext>
            </ns1:extLst>
          </ns0:cNvPr>
          <ns0:cNvSpPr>
            <ns1:spLocks noGrp="1"/>
          </ns0:cNvSpPr>
          <ns0:nvPr>
            <ns0:ph type="body" idx="28" hasCustomPrompt="1"/>
          </ns0:nvPr>
        </ns0:nvSpPr>
        <ns0:spPr>
          <ns1:xfrm>
            <ns1:off x="5392394" y="7017092"/>
            <ns1:ext cx="3294405" cy="1050878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65" name="Текст 39">
            <ns1:extLst>
              <ns1:ext uri="{FF2B5EF4-FFF2-40B4-BE49-F238E27FC236}">
                <ns2:creationId id="{91C69624-9648-5088-2A3E-8E3133BAC99D}"/>
              </ns1:ext>
            </ns1:extLst>
          </ns0:cNvPr>
          <ns0:cNvSpPr>
            <ns1:spLocks noGrp="1"/>
          </ns0:cNvSpPr>
          <ns0:nvPr>
            <ns0:ph type="body" idx="29" hasCustomPrompt="1"/>
          </ns0:nvPr>
        </ns0:nvSpPr>
        <ns0:spPr>
          <ns1:xfrm>
            <ns1:off x="10325514" y="3111855"/>
            <ns1:ext cx="1994172" cy="464376"/>
          </ns1:xfrm>
        </ns0:spPr>
        <ns0:txBody>
          <ns1:bodyPr anchor="ctr">
            <ns1:noAutofit/>
          </ns1:bodyPr>
          <ns1:lstStyle>
            <ns1:lvl1pPr>
              <ns1:buNone/>
              <ns1:defRPr sz="4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03</ns1:t>
            </ns1:r>
          </ns1:p>
        </ns0:txBody>
      </ns0:sp>
      <ns0:sp>
        <ns0:nvSpPr>
          <ns0:cNvPr id="66" name="Текст 39">
            <ns1:extLst>
              <ns1:ext uri="{FF2B5EF4-FFF2-40B4-BE49-F238E27FC236}">
                <ns2:creationId id="{79AF4B9E-CB76-67D5-C52F-E3676138D1C4}"/>
              </ns1:ext>
            </ns1:extLst>
          </ns0:cNvPr>
          <ns0:cNvSpPr>
            <ns1:spLocks noGrp="1"/>
          </ns0:cNvSpPr>
          <ns0:nvPr>
            <ns0:ph type="body" idx="30" hasCustomPrompt="1"/>
          </ns0:nvPr>
        </ns0:nvSpPr>
        <ns0:spPr>
          <ns1:xfrm>
            <ns1:off x="9593691" y="3829049"/>
            <ns1:ext cx="3294405" cy="1050878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69" name="Текст 39">
            <ns1:extLst>
              <ns1:ext uri="{FF2B5EF4-FFF2-40B4-BE49-F238E27FC236}">
                <ns2:creationId id="{EFCED85A-F8A9-AA27-F97F-7D94D6CD78A8}"/>
              </ns1:ext>
            </ns1:extLst>
          </ns0:cNvPr>
          <ns0:cNvSpPr>
            <ns1:spLocks noGrp="1"/>
          </ns0:cNvSpPr>
          <ns0:nvPr>
            <ns0:ph type="body" idx="31" hasCustomPrompt="1"/>
          </ns0:nvPr>
        </ns0:nvSpPr>
        <ns0:spPr>
          <ns1:xfrm>
            <ns1:off x="10325514" y="6299898"/>
            <ns1:ext cx="1994172" cy="464376"/>
          </ns1:xfrm>
        </ns0:spPr>
        <ns0:txBody>
          <ns1:bodyPr anchor="ctr">
            <ns1:noAutofit/>
          </ns1:bodyPr>
          <ns1:lstStyle>
            <ns1:lvl1pPr>
              <ns1:buNone/>
              <ns1:defRPr sz="4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07</ns1:t>
            </ns1:r>
          </ns1:p>
        </ns0:txBody>
      </ns0:sp>
      <ns0:sp>
        <ns0:nvSpPr>
          <ns0:cNvPr id="70" name="Текст 39">
            <ns1:extLst>
              <ns1:ext uri="{FF2B5EF4-FFF2-40B4-BE49-F238E27FC236}">
                <ns2:creationId id="{A8A17C71-4455-4018-F81F-45AD20A4B796}"/>
              </ns1:ext>
            </ns1:extLst>
          </ns0:cNvPr>
          <ns0:cNvSpPr>
            <ns1:spLocks noGrp="1"/>
          </ns0:cNvSpPr>
          <ns0:nvPr>
            <ns0:ph type="body" idx="32" hasCustomPrompt="1"/>
          </ns0:nvPr>
        </ns0:nvSpPr>
        <ns0:spPr>
          <ns1:xfrm>
            <ns1:off x="9593691" y="7017092"/>
            <ns1:ext cx="3294405" cy="1050878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73" name="Текст 39">
            <ns1:extLst>
              <ns1:ext uri="{FF2B5EF4-FFF2-40B4-BE49-F238E27FC236}">
                <ns2:creationId id="{9C3878FF-D9A9-E1B9-A001-993A656C6F88}"/>
              </ns1:ext>
            </ns1:extLst>
          </ns0:cNvPr>
          <ns0:cNvSpPr>
            <ns1:spLocks noGrp="1"/>
          </ns0:cNvSpPr>
          <ns0:nvPr>
            <ns0:ph type="body" idx="33" hasCustomPrompt="1"/>
          </ns0:nvPr>
        </ns0:nvSpPr>
        <ns0:spPr>
          <ns1:xfrm>
            <ns1:off x="14452671" y="3111855"/>
            <ns1:ext cx="1994172" cy="464376"/>
          </ns1:xfrm>
        </ns0:spPr>
        <ns0:txBody>
          <ns1:bodyPr anchor="ctr">
            <ns1:noAutofit/>
          </ns1:bodyPr>
          <ns1:lstStyle>
            <ns1:lvl1pPr>
              <ns1:buNone/>
              <ns1:defRPr sz="4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04</ns1:t>
            </ns1:r>
          </ns1:p>
        </ns0:txBody>
      </ns0:sp>
      <ns0:sp>
        <ns0:nvSpPr>
          <ns0:cNvPr id="74" name="Текст 39">
            <ns1:extLst>
              <ns1:ext uri="{FF2B5EF4-FFF2-40B4-BE49-F238E27FC236}">
                <ns2:creationId id="{B92FC9AE-A102-4CD3-5FF2-23D2E4116FCA}"/>
              </ns1:ext>
            </ns1:extLst>
          </ns0:cNvPr>
          <ns0:cNvSpPr>
            <ns1:spLocks noGrp="1"/>
          </ns0:cNvSpPr>
          <ns0:nvPr>
            <ns0:ph type="body" idx="34" hasCustomPrompt="1"/>
          </ns0:nvPr>
        </ns0:nvSpPr>
        <ns0:spPr>
          <ns1:xfrm>
            <ns1:off x="13720848" y="3829049"/>
            <ns1:ext cx="3294405" cy="1050878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77" name="Текст 39">
            <ns1:extLst>
              <ns1:ext uri="{FF2B5EF4-FFF2-40B4-BE49-F238E27FC236}">
                <ns2:creationId id="{080973A4-169C-22D5-1D38-3340566C32B4}"/>
              </ns1:ext>
            </ns1:extLst>
          </ns0:cNvPr>
          <ns0:cNvSpPr>
            <ns1:spLocks noGrp="1"/>
          </ns0:cNvSpPr>
          <ns0:nvPr>
            <ns0:ph type="body" idx="35" hasCustomPrompt="1"/>
          </ns0:nvPr>
        </ns0:nvSpPr>
        <ns0:spPr>
          <ns1:xfrm>
            <ns1:off x="14452671" y="6299898"/>
            <ns1:ext cx="1994172" cy="464376"/>
          </ns1:xfrm>
        </ns0:spPr>
        <ns0:txBody>
          <ns1:bodyPr anchor="ctr">
            <ns1:noAutofit/>
          </ns1:bodyPr>
          <ns1:lstStyle>
            <ns1:lvl1pPr>
              <ns1:buNone/>
              <ns1:defRPr sz="4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08</ns1:t>
            </ns1:r>
          </ns1:p>
        </ns0:txBody>
      </ns0:sp>
      <ns0:sp>
        <ns0:nvSpPr>
          <ns0:cNvPr id="78" name="Текст 39">
            <ns1:extLst>
              <ns1:ext uri="{FF2B5EF4-FFF2-40B4-BE49-F238E27FC236}">
                <ns2:creationId id="{A36FF331-F3CD-D204-42CC-75F3EEE73FA9}"/>
              </ns1:ext>
            </ns1:extLst>
          </ns0:cNvPr>
          <ns0:cNvSpPr>
            <ns1:spLocks noGrp="1"/>
          </ns0:cNvSpPr>
          <ns0:nvPr>
            <ns0:ph type="body" idx="36" hasCustomPrompt="1"/>
          </ns0:nvPr>
        </ns0:nvSpPr>
        <ns0:spPr>
          <ns1:xfrm>
            <ns1:off x="13720848" y="7017092"/>
            <ns1:ext cx="3294405" cy="1050878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6" name="Текст 41">
            <ns1:extLst>
              <ns1:ext uri="{FF2B5EF4-FFF2-40B4-BE49-F238E27FC236}">
                <ns2:creationId id="{2ECCB046-F48E-9706-2CBF-F4A85FD444C1}"/>
              </ns1:ext>
            </ns1:extLst>
          </ns0:cNvPr>
          <ns0:cNvSpPr>
            <ns1:spLocks noGrp="1"/>
          </ns0:cNvSpPr>
          <ns0:nvPr>
            <ns0:ph type="body" idx="44" hasCustomPrompt="1"/>
          </ns0:nvPr>
        </ns0:nvSpPr>
        <ns0:spPr>
          <ns1:xfrm>
            <ns1:off x="1265238" y="6225268"/>
            <ns1:ext cx="613636" cy="613636"/>
          </ns1:xfrm>
          <ns1:prstGeom prst="roundRect">
            <ns1:avLst>
              <ns1:gd name="adj" fmla="val 16667"/>
            </ns1:avLst>
          </ns1:prstGeom>
          <ns1:solidFill>
            <ns1:schemeClr val="bg1">
              <ns1:lumMod val="8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900" b="0" i="0" spc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7" name="Текст 41">
            <ns1:extLst>
              <ns1:ext uri="{FF2B5EF4-FFF2-40B4-BE49-F238E27FC236}">
                <ns2:creationId id="{5A22093E-7E2A-ABA0-3456-6A9C4D9DADE3}"/>
              </ns1:ext>
            </ns1:extLst>
          </ns0:cNvPr>
          <ns0:cNvSpPr>
            <ns1:spLocks noGrp="1"/>
          </ns0:cNvSpPr>
          <ns0:nvPr>
            <ns0:ph type="body" idx="45" hasCustomPrompt="1"/>
          </ns0:nvPr>
        </ns0:nvSpPr>
        <ns0:spPr>
          <ns1:xfrm>
            <ns1:off x="5392394" y="6225268"/>
            <ns1:ext cx="613636" cy="613636"/>
          </ns1:xfrm>
          <ns1:prstGeom prst="roundRect">
            <ns1:avLst>
              <ns1:gd name="adj" fmla="val 16667"/>
            </ns1:avLst>
          </ns1:prstGeom>
          <ns1:solidFill>
            <ns1:schemeClr val="bg1">
              <ns1:lumMod val="8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900" b="0" i="0" spc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8" name="Текст 41">
            <ns1:extLst>
              <ns1:ext uri="{FF2B5EF4-FFF2-40B4-BE49-F238E27FC236}">
                <ns2:creationId id="{E0445B83-7DA5-970F-1399-C628A28E7376}"/>
              </ns1:ext>
            </ns1:extLst>
          </ns0:cNvPr>
          <ns0:cNvSpPr>
            <ns1:spLocks noGrp="1"/>
          </ns0:cNvSpPr>
          <ns0:nvPr>
            <ns0:ph type="body" idx="46" hasCustomPrompt="1"/>
          </ns0:nvPr>
        </ns0:nvSpPr>
        <ns0:spPr>
          <ns1:xfrm>
            <ns1:off x="5392394" y="3049807"/>
            <ns1:ext cx="613636" cy="613636"/>
          </ns1:xfrm>
          <ns1:prstGeom prst="roundRect">
            <ns1:avLst>
              <ns1:gd name="adj" fmla="val 16667"/>
            </ns1:avLst>
          </ns1:prstGeom>
          <ns1:solidFill>
            <ns1:schemeClr val="bg1">
              <ns1:lumMod val="8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900" b="0" i="0" spc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9" name="Текст 41">
            <ns1:extLst>
              <ns1:ext uri="{FF2B5EF4-FFF2-40B4-BE49-F238E27FC236}">
                <ns2:creationId id="{CA7E41AC-53B3-A279-2442-94D94C945E5E}"/>
              </ns1:ext>
            </ns1:extLst>
          </ns0:cNvPr>
          <ns0:cNvSpPr>
            <ns1:spLocks noGrp="1"/>
          </ns0:cNvSpPr>
          <ns0:nvPr>
            <ns0:ph type="body" idx="47" hasCustomPrompt="1"/>
          </ns0:nvPr>
        </ns0:nvSpPr>
        <ns0:spPr>
          <ns1:xfrm>
            <ns1:off x="9598634" y="6225268"/>
            <ns1:ext cx="613636" cy="613636"/>
          </ns1:xfrm>
          <ns1:prstGeom prst="roundRect">
            <ns1:avLst>
              <ns1:gd name="adj" fmla="val 16667"/>
            </ns1:avLst>
          </ns1:prstGeom>
          <ns1:solidFill>
            <ns1:schemeClr val="bg1">
              <ns1:lumMod val="8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900" b="0" i="0" spc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0" name="Текст 41">
            <ns1:extLst>
              <ns1:ext uri="{FF2B5EF4-FFF2-40B4-BE49-F238E27FC236}">
                <ns2:creationId id="{2FF5EBFA-D5CD-F172-DF9C-12282E754A22}"/>
              </ns1:ext>
            </ns1:extLst>
          </ns0:cNvPr>
          <ns0:cNvSpPr>
            <ns1:spLocks noGrp="1"/>
          </ns0:cNvSpPr>
          <ns0:nvPr>
            <ns0:ph type="body" idx="48" hasCustomPrompt="1"/>
          </ns0:nvPr>
        </ns0:nvSpPr>
        <ns0:spPr>
          <ns1:xfrm>
            <ns1:off x="9598634" y="3049807"/>
            <ns1:ext cx="613636" cy="613636"/>
          </ns1:xfrm>
          <ns1:prstGeom prst="roundRect">
            <ns1:avLst>
              <ns1:gd name="adj" fmla="val 16667"/>
            </ns1:avLst>
          </ns1:prstGeom>
          <ns1:solidFill>
            <ns1:schemeClr val="bg1">
              <ns1:lumMod val="8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900" b="0" i="0" spc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1" name="Текст 41">
            <ns1:extLst>
              <ns1:ext uri="{FF2B5EF4-FFF2-40B4-BE49-F238E27FC236}">
                <ns2:creationId id="{A9A543A1-A11D-FBA9-E058-7B8514B4F0EF}"/>
              </ns1:ext>
            </ns1:extLst>
          </ns0:cNvPr>
          <ns0:cNvSpPr>
            <ns1:spLocks noGrp="1"/>
          </ns0:cNvSpPr>
          <ns0:nvPr>
            <ns0:ph type="body" idx="49" hasCustomPrompt="1"/>
          </ns0:nvPr>
        </ns0:nvSpPr>
        <ns0:spPr>
          <ns1:xfrm>
            <ns1:off x="13688496" y="6225268"/>
            <ns1:ext cx="613636" cy="613636"/>
          </ns1:xfrm>
          <ns1:prstGeom prst="roundRect">
            <ns1:avLst>
              <ns1:gd name="adj" fmla="val 16667"/>
            </ns1:avLst>
          </ns1:prstGeom>
          <ns1:solidFill>
            <ns1:schemeClr val="bg1">
              <ns1:lumMod val="8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900" b="0" i="0" spc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2" name="Текст 41">
            <ns1:extLst>
              <ns1:ext uri="{FF2B5EF4-FFF2-40B4-BE49-F238E27FC236}">
                <ns2:creationId id="{C621918F-786D-BACB-C76E-A45A55166084}"/>
              </ns1:ext>
            </ns1:extLst>
          </ns0:cNvPr>
          <ns0:cNvSpPr>
            <ns1:spLocks noGrp="1"/>
          </ns0:cNvSpPr>
          <ns0:nvPr>
            <ns0:ph type="body" idx="50" hasCustomPrompt="1"/>
          </ns0:nvPr>
        </ns0:nvSpPr>
        <ns0:spPr>
          <ns1:xfrm>
            <ns1:off x="13688496" y="3049807"/>
            <ns1:ext cx="613636" cy="613636"/>
          </ns1:xfrm>
          <ns1:prstGeom prst="roundRect">
            <ns1:avLst>
              <ns1:gd name="adj" fmla="val 16667"/>
            </ns1:avLst>
          </ns1:prstGeom>
          <ns1:solidFill>
            <ns1:schemeClr val="bg1">
              <ns1:lumMod val="8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900" b="0" i="0" spc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3" name="Рисунок 3">
            <ns1:extLst>
              <ns1:ext uri="{FF2B5EF4-FFF2-40B4-BE49-F238E27FC236}">
                <ns2:creationId id="{B9500145-3CC1-0399-F624-52192205D27C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4" name="Текст 16">
            <ns1:extLst>
              <ns1:ext uri="{FF2B5EF4-FFF2-40B4-BE49-F238E27FC236}">
                <ns2:creationId id="{FF7C4D75-8723-2FBF-7C05-6D8002B3AD4D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c819e9691fa04ee8">
              <ns1:extLst>
                <ns1:ext uri="{96DAC541-7B7A-43D3-8B79-37D633B846F1}">
                  <ns4:svgBlip ns3:embed="R3bb0c1bd8f004271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7" name="Текст 16">
            <ns1:extLst>
              <ns1:ext uri="{FF2B5EF4-FFF2-40B4-BE49-F238E27FC236}">
                <ns2:creationId id="{11A2E68A-BD75-1ECB-78A9-4C443BFCB65F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460cfe05d82e4a5b">
              <ns1:extLst>
                <ns1:ext uri="{96DAC541-7B7A-43D3-8B79-37D633B846F1}">
                  <ns4:svgBlip ns3:embed="R61f1eed80e1a47cb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20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2 части по 4 шага">
    <ns0:bg>
      <ns0:bgPr>
        <ns1:solidFill>
          <ns1:schemeClr val="bg1">
            <ns1:lumMod val="95000"/>
          </ns1:schemeClr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5" name="Рисунок 11">
            <ns1:extLst>
              <ns1:ext uri="{FF2B5EF4-FFF2-40B4-BE49-F238E27FC236}">
                <ns2:creationId id="{839D9983-4D8B-9F88-FC88-9AF1218BF481}"/>
              </ns1:ext>
            </ns1:extLst>
          </ns0:cNvPr>
          <ns0:cNvSpPr>
            <ns1:spLocks noGrp="1"/>
          </ns0:cNvSpPr>
          <ns0:nvPr>
            <ns0:ph type="pic" idx="72" hasCustomPrompt="1"/>
          </ns0:nvPr>
        </ns0:nvSpPr>
        <ns0:spPr>
          <ns1:xfrm>
            <ns1:off x="964987" y="3100627"/>
            <ns1:ext cx="2531050" cy="2495550"/>
          </ns1:xfrm>
          <ns1:prstGeom prst="roundRect">
            <ns1:avLst>
              <ns1:gd name="adj" fmla="val 9025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7" name="Рисунок 11">
            <ns1:extLst>
              <ns1:ext uri="{FF2B5EF4-FFF2-40B4-BE49-F238E27FC236}">
                <ns2:creationId id="{6C513FD5-E6AE-7049-EA8A-2C5FDDEB0232}"/>
              </ns1:ext>
            </ns1:extLst>
          </ns0:cNvPr>
          <ns0:cNvSpPr>
            <ns1:spLocks noGrp="1"/>
          </ns0:cNvSpPr>
          <ns0:nvPr>
            <ns0:ph type="pic" idx="73" hasCustomPrompt="1"/>
          </ns0:nvPr>
        </ns0:nvSpPr>
        <ns0:spPr>
          <ns1:xfrm>
            <ns1:off x="3683473" y="3100627"/>
            <ns1:ext cx="2531050" cy="2495550"/>
          </ns1:xfrm>
          <ns1:prstGeom prst="roundRect">
            <ns1:avLst>
              <ns1:gd name="adj" fmla="val 9025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8" name="Рисунок 11">
            <ns1:extLst>
              <ns1:ext uri="{FF2B5EF4-FFF2-40B4-BE49-F238E27FC236}">
                <ns2:creationId id="{A46936F4-6066-361E-7EB0-F5A18DE4525B}"/>
              </ns1:ext>
            </ns1:extLst>
          </ns0:cNvPr>
          <ns0:cNvSpPr>
            <ns1:spLocks noGrp="1"/>
          </ns0:cNvSpPr>
          <ns0:nvPr>
            <ns0:ph type="pic" idx="74" hasCustomPrompt="1"/>
          </ns0:nvPr>
        </ns0:nvSpPr>
        <ns0:spPr>
          <ns1:xfrm>
            <ns1:off x="6398098" y="3100627"/>
            <ns1:ext cx="2531050" cy="2495550"/>
          </ns1:xfrm>
          <ns1:prstGeom prst="roundRect">
            <ns1:avLst>
              <ns1:gd name="adj" fmla="val 9025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9" name="Рисунок 11">
            <ns1:extLst>
              <ns1:ext uri="{FF2B5EF4-FFF2-40B4-BE49-F238E27FC236}">
                <ns2:creationId id="{C2DE73A2-D787-EB49-5C3C-8A9EDA089C21}"/>
              </ns1:ext>
            </ns1:extLst>
          </ns0:cNvPr>
          <ns0:cNvSpPr>
            <ns1:spLocks noGrp="1"/>
          </ns0:cNvSpPr>
          <ns0:nvPr>
            <ns0:ph type="pic" idx="75" hasCustomPrompt="1"/>
          </ns0:nvPr>
        </ns0:nvSpPr>
        <ns0:spPr>
          <ns1:xfrm>
            <ns1:off x="9169873" y="3100627"/>
            <ns1:ext cx="2531050" cy="2495550"/>
          </ns1:xfrm>
          <ns1:prstGeom prst="roundRect">
            <ns1:avLst>
              <ns1:gd name="adj" fmla="val 9025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0" name="Рисунок 11">
            <ns1:extLst>
              <ns1:ext uri="{FF2B5EF4-FFF2-40B4-BE49-F238E27FC236}">
                <ns2:creationId id="{BADF7078-3DA3-4B4F-7664-EFAF153563E6}"/>
              </ns1:ext>
            </ns1:extLst>
          </ns0:cNvPr>
          <ns0:cNvSpPr>
            <ns1:spLocks noGrp="1"/>
          </ns0:cNvSpPr>
          <ns0:nvPr>
            <ns0:ph type="pic" idx="76" hasCustomPrompt="1"/>
          </ns0:nvPr>
        </ns0:nvSpPr>
        <ns0:spPr>
          <ns1:xfrm>
            <ns1:off x="11890955" y="3100627"/>
            <ns1:ext cx="5432058" cy="2495550"/>
          </ns1:xfrm>
          <ns1:prstGeom prst="roundRect">
            <ns1:avLst>
              <ns1:gd name="adj" fmla="val 9025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1" name="Рисунок 11">
            <ns1:extLst>
              <ns1:ext uri="{FF2B5EF4-FFF2-40B4-BE49-F238E27FC236}">
                <ns2:creationId id="{683DF28D-72B8-71A5-9D7A-6754BDD561C4}"/>
              </ns1:ext>
            </ns1:extLst>
          </ns0:cNvPr>
          <ns0:cNvSpPr>
            <ns1:spLocks noGrp="1"/>
          </ns0:cNvSpPr>
          <ns0:nvPr>
            <ns0:ph type="pic" idx="77" hasCustomPrompt="1"/>
          </ns0:nvPr>
        </ns0:nvSpPr>
        <ns0:spPr>
          <ns1:xfrm>
            <ns1:off x="964987" y="6629639"/>
            <ns1:ext cx="2531050" cy="2495550"/>
          </ns1:xfrm>
          <ns1:prstGeom prst="roundRect">
            <ns1:avLst>
              <ns1:gd name="adj" fmla="val 9025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2" name="Рисунок 11">
            <ns1:extLst>
              <ns1:ext uri="{FF2B5EF4-FFF2-40B4-BE49-F238E27FC236}">
                <ns2:creationId id="{99D8D89C-5DE5-FD1C-785B-C98DDEB9C657}"/>
              </ns1:ext>
            </ns1:extLst>
          </ns0:cNvPr>
          <ns0:cNvSpPr>
            <ns1:spLocks noGrp="1"/>
          </ns0:cNvSpPr>
          <ns0:nvPr>
            <ns0:ph type="pic" idx="78" hasCustomPrompt="1"/>
          </ns0:nvPr>
        </ns0:nvSpPr>
        <ns0:spPr>
          <ns1:xfrm>
            <ns1:off x="3683473" y="6629639"/>
            <ns1:ext cx="2531050" cy="2495550"/>
          </ns1:xfrm>
          <ns1:prstGeom prst="roundRect">
            <ns1:avLst>
              <ns1:gd name="adj" fmla="val 9025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3" name="Рисунок 11">
            <ns1:extLst>
              <ns1:ext uri="{FF2B5EF4-FFF2-40B4-BE49-F238E27FC236}">
                <ns2:creationId id="{53FE36F2-3975-10B8-98E8-E1EB785ED534}"/>
              </ns1:ext>
            </ns1:extLst>
          </ns0:cNvPr>
          <ns0:cNvSpPr>
            <ns1:spLocks noGrp="1"/>
          </ns0:cNvSpPr>
          <ns0:nvPr>
            <ns0:ph type="pic" idx="79" hasCustomPrompt="1"/>
          </ns0:nvPr>
        </ns0:nvSpPr>
        <ns0:spPr>
          <ns1:xfrm>
            <ns1:off x="6398098" y="6629639"/>
            <ns1:ext cx="2531050" cy="2495550"/>
          </ns1:xfrm>
          <ns1:prstGeom prst="roundRect">
            <ns1:avLst>
              <ns1:gd name="adj" fmla="val 9025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4" name="Рисунок 11">
            <ns1:extLst>
              <ns1:ext uri="{FF2B5EF4-FFF2-40B4-BE49-F238E27FC236}">
                <ns2:creationId id="{03B55780-13E5-314C-10A0-64D27E6C8360}"/>
              </ns1:ext>
            </ns1:extLst>
          </ns0:cNvPr>
          <ns0:cNvSpPr>
            <ns1:spLocks noGrp="1"/>
          </ns0:cNvSpPr>
          <ns0:nvPr>
            <ns0:ph type="pic" idx="80" hasCustomPrompt="1"/>
          </ns0:nvPr>
        </ns0:nvSpPr>
        <ns0:spPr>
          <ns1:xfrm>
            <ns1:off x="9169873" y="6629639"/>
            <ns1:ext cx="2531050" cy="2495550"/>
          </ns1:xfrm>
          <ns1:prstGeom prst="roundRect">
            <ns1:avLst>
              <ns1:gd name="adj" fmla="val 9025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5" name="Рисунок 11">
            <ns1:extLst>
              <ns1:ext uri="{FF2B5EF4-FFF2-40B4-BE49-F238E27FC236}">
                <ns2:creationId id="{DFC3CDD1-967A-8A3D-4EEF-C4FB3EF37748}"/>
              </ns1:ext>
            </ns1:extLst>
          </ns0:cNvPr>
          <ns0:cNvSpPr>
            <ns1:spLocks noGrp="1"/>
          </ns0:cNvSpPr>
          <ns0:nvPr>
            <ns0:ph type="pic" idx="81" hasCustomPrompt="1"/>
          </ns0:nvPr>
        </ns0:nvSpPr>
        <ns0:spPr>
          <ns1:xfrm>
            <ns1:off x="11890955" y="6629639"/>
            <ns1:ext cx="5432058" cy="2495550"/>
          </ns1:xfrm>
          <ns1:prstGeom prst="roundRect">
            <ns1:avLst>
              <ns1:gd name="adj" fmla="val 9025"/>
            </ns1:avLst>
          </ns1:prstGeom>
          <ns1:solidFill>
            <ns1:schemeClr val="accent1">
              <ns1:lumMod val="20000"/>
              <ns1:lumOff val="8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6" name="Текст 39">
            <ns1:extLst>
              <ns1:ext uri="{FF2B5EF4-FFF2-40B4-BE49-F238E27FC236}">
                <ns2:creationId id="{9B91557A-DBF0-7253-FCE0-FD13CD88E2F0}"/>
              </ns1:ext>
            </ns1:extLst>
          </ns0:cNvPr>
          <ns0:cNvSpPr>
            <ns1:spLocks noGrp="1"/>
          </ns0:cNvSpPr>
          <ns0:nvPr>
            <ns0:ph type="body" idx="31" hasCustomPrompt="1"/>
          </ns0:nvPr>
        </ns0:nvSpPr>
        <ns0:spPr>
          <ns1:xfrm>
            <ns1:off x="1129252" y="3846434"/>
            <ns1:ext cx="2182359" cy="1593117"/>
          </ns1:xfrm>
        </ns0:spPr>
        <ns0:txBody>
          <ns1:bodyPr>
            <ns1:noAutofit/>
          </ns1:bodyPr>
          <ns1:lstStyle>
            <ns1:lvl1pPr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62" name="Текст 39">
            <ns1:extLst>
              <ns1:ext uri="{FF2B5EF4-FFF2-40B4-BE49-F238E27FC236}">
                <ns2:creationId id="{B7DBA190-6C81-605E-366F-6E749C2DDF5A}"/>
              </ns1:ext>
            </ns1:extLst>
          </ns0:cNvPr>
          <ns0:cNvSpPr>
            <ns1:spLocks noGrp="1"/>
          </ns0:cNvSpPr>
          <ns0:nvPr>
            <ns0:ph type="body" idx="50" hasCustomPrompt="1"/>
          </ns0:nvPr>
        </ns0:nvSpPr>
        <ns0:spPr>
          <ns1:xfrm>
            <ns1:off x="1533039" y="2479636"/>
            <ns1:ext cx="4777277" cy="419100"/>
          </ns1:xfrm>
        </ns0:spPr>
        <ns0:txBody>
          <ns1:bodyPr>
            <ns1:noAutofit/>
          </ns1:bodyPr>
          <ns1:lstStyle>
            <ns1:lvl1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64" name="Текст 39">
            <ns1:extLst>
              <ns1:ext uri="{FF2B5EF4-FFF2-40B4-BE49-F238E27FC236}">
                <ns2:creationId id="{10A4B0FF-DEFD-9054-0A09-ABF3A1C61C99}"/>
              </ns1:ext>
            </ns1:extLst>
          </ns0:cNvPr>
          <ns0:cNvSpPr>
            <ns1:spLocks noGrp="1"/>
          </ns0:cNvSpPr>
          <ns0:nvPr>
            <ns0:ph type="body" idx="14" hasCustomPrompt="1"/>
          </ns0:nvPr>
        </ns0:nvSpPr>
        <ns0:spPr>
          <ns1:xfrm>
            <ns1:off x="1129252" y="3294213"/>
            <ns1:ext cx="2182359" cy="464376"/>
          </ns1:xfrm>
        </ns0:spPr>
        <ns0:txBody>
          <ns1:bodyPr anchor="ctr">
            <ns1:noAutofit/>
          </ns1:bodyPr>
          <ns1:lstStyle>
            <ns1:lvl1pPr>
              <ns1:buNone/>
              <ns1:defRPr sz="40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1.1</ns1:t>
            </ns1:r>
          </ns1:p>
        </ns0:txBody>
      </ns0:sp>
      <ns0:sp>
        <ns0:nvSpPr>
          <ns0:cNvPr id="73" name="Текст 39">
            <ns1:extLst>
              <ns1:ext uri="{FF2B5EF4-FFF2-40B4-BE49-F238E27FC236}">
                <ns2:creationId id="{AD057903-C08B-ECE6-03FC-53B608045EA6}"/>
              </ns1:ext>
            </ns1:extLst>
          </ns0:cNvPr>
          <ns0:cNvSpPr>
            <ns1:spLocks noGrp="1"/>
          </ns0:cNvSpPr>
          <ns0:nvPr>
            <ns0:ph type="body" idx="52" hasCustomPrompt="1"/>
          </ns0:nvPr>
        </ns0:nvSpPr>
        <ns0:spPr>
          <ns1:xfrm>
            <ns1:off x="3847738" y="3846434"/>
            <ns1:ext cx="2182359" cy="1593117"/>
          </ns1:xfrm>
        </ns0:spPr>
        <ns0:txBody>
          <ns1:bodyPr>
            <ns1:noAutofit/>
          </ns1:bodyPr>
          <ns1:lstStyle>
            <ns1:lvl1pPr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74" name="Текст 39">
            <ns1:extLst>
              <ns1:ext uri="{FF2B5EF4-FFF2-40B4-BE49-F238E27FC236}">
                <ns2:creationId id="{12099295-8A27-1724-C652-8FB1FACC66B1}"/>
              </ns1:ext>
            </ns1:extLst>
          </ns0:cNvPr>
          <ns0:cNvSpPr>
            <ns1:spLocks noGrp="1"/>
          </ns0:cNvSpPr>
          <ns0:nvPr>
            <ns0:ph type="body" idx="53" hasCustomPrompt="1"/>
          </ns0:nvPr>
        </ns0:nvSpPr>
        <ns0:spPr>
          <ns1:xfrm>
            <ns1:off x="3847738" y="3294213"/>
            <ns1:ext cx="2182359" cy="464376"/>
          </ns1:xfrm>
        </ns0:spPr>
        <ns0:txBody>
          <ns1:bodyPr anchor="ctr">
            <ns1:noAutofit/>
          </ns1:bodyPr>
          <ns1:lstStyle>
            <ns1:lvl1pPr>
              <ns1:buNone/>
              <ns1:defRPr sz="40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1.2</ns1:t>
            </ns1:r>
          </ns1:p>
        </ns0:txBody>
      </ns0:sp>
      <ns0:sp>
        <ns0:nvSpPr>
          <ns0:cNvPr id="76" name="Текст 39">
            <ns1:extLst>
              <ns1:ext uri="{FF2B5EF4-FFF2-40B4-BE49-F238E27FC236}">
                <ns2:creationId id="{9A49267E-ACB9-BA2E-5DF4-25549388B42D}"/>
              </ns1:ext>
            </ns1:extLst>
          </ns0:cNvPr>
          <ns0:cNvSpPr>
            <ns1:spLocks noGrp="1"/>
          </ns0:cNvSpPr>
          <ns0:nvPr>
            <ns0:ph type="body" idx="54" hasCustomPrompt="1"/>
          </ns0:nvPr>
        </ns0:nvSpPr>
        <ns0:spPr>
          <ns1:xfrm>
            <ns1:off x="6566224" y="3846434"/>
            <ns1:ext cx="2182359" cy="1593117"/>
          </ns1:xfrm>
        </ns0:spPr>
        <ns0:txBody>
          <ns1:bodyPr>
            <ns1:noAutofit/>
          </ns1:bodyPr>
          <ns1:lstStyle>
            <ns1:lvl1pPr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77" name="Текст 39">
            <ns1:extLst>
              <ns1:ext uri="{FF2B5EF4-FFF2-40B4-BE49-F238E27FC236}">
                <ns2:creationId id="{26C80241-5D59-07BF-6EBB-E85D31941CF8}"/>
              </ns1:ext>
            </ns1:extLst>
          </ns0:cNvPr>
          <ns0:cNvSpPr>
            <ns1:spLocks noGrp="1"/>
          </ns0:cNvSpPr>
          <ns0:nvPr>
            <ns0:ph type="body" idx="55" hasCustomPrompt="1"/>
          </ns0:nvPr>
        </ns0:nvSpPr>
        <ns0:spPr>
          <ns1:xfrm>
            <ns1:off x="6566224" y="3294213"/>
            <ns1:ext cx="2182359" cy="464376"/>
          </ns1:xfrm>
        </ns0:spPr>
        <ns0:txBody>
          <ns1:bodyPr anchor="ctr">
            <ns1:noAutofit/>
          </ns1:bodyPr>
          <ns1:lstStyle>
            <ns1:lvl1pPr>
              <ns1:buNone/>
              <ns1:defRPr sz="40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1.3</ns1:t>
            </ns1:r>
          </ns1:p>
        </ns0:txBody>
      </ns0:sp>
      <ns0:sp>
        <ns0:nvSpPr>
          <ns0:cNvPr id="79" name="Текст 39">
            <ns1:extLst>
              <ns1:ext uri="{FF2B5EF4-FFF2-40B4-BE49-F238E27FC236}">
                <ns2:creationId id="{504581FF-B296-3AA1-37E7-05876E2EA32F}"/>
              </ns1:ext>
            </ns1:extLst>
          </ns0:cNvPr>
          <ns0:cNvSpPr>
            <ns1:spLocks noGrp="1"/>
          </ns0:cNvSpPr>
          <ns0:nvPr>
            <ns0:ph type="body" idx="56" hasCustomPrompt="1"/>
          </ns0:nvPr>
        </ns0:nvSpPr>
        <ns0:spPr>
          <ns1:xfrm>
            <ns1:off x="9334138" y="3846434"/>
            <ns1:ext cx="2182359" cy="1593117"/>
          </ns1:xfrm>
        </ns0:spPr>
        <ns0:txBody>
          <ns1:bodyPr>
            <ns1:noAutofit/>
          </ns1:bodyPr>
          <ns1:lstStyle>
            <ns1:lvl1pPr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80" name="Текст 39">
            <ns1:extLst>
              <ns1:ext uri="{FF2B5EF4-FFF2-40B4-BE49-F238E27FC236}">
                <ns2:creationId id="{B0EC3201-0577-863A-241B-7732C85C78C9}"/>
              </ns1:ext>
            </ns1:extLst>
          </ns0:cNvPr>
          <ns0:cNvSpPr>
            <ns1:spLocks noGrp="1"/>
          </ns0:cNvSpPr>
          <ns0:nvPr>
            <ns0:ph type="body" idx="57" hasCustomPrompt="1"/>
          </ns0:nvPr>
        </ns0:nvSpPr>
        <ns0:spPr>
          <ns1:xfrm>
            <ns1:off x="9334138" y="3294213"/>
            <ns1:ext cx="2182359" cy="464376"/>
          </ns1:xfrm>
        </ns0:spPr>
        <ns0:txBody>
          <ns1:bodyPr anchor="ctr">
            <ns1:noAutofit/>
          </ns1:bodyPr>
          <ns1:lstStyle>
            <ns1:lvl1pPr>
              <ns1:buNone/>
              <ns1:defRPr sz="40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1.4</ns1:t>
            </ns1:r>
          </ns1:p>
        </ns0:txBody>
      </ns0:sp>
      <ns0:sp>
        <ns0:nvSpPr>
          <ns0:cNvPr id="82" name="Текст 39">
            <ns1:extLst>
              <ns1:ext uri="{FF2B5EF4-FFF2-40B4-BE49-F238E27FC236}">
                <ns2:creationId id="{1A454BE5-6FD1-C07C-CAB9-2D27ADE07F5F}"/>
              </ns1:ext>
            </ns1:extLst>
          </ns0:cNvPr>
          <ns0:cNvSpPr>
            <ns1:spLocks noGrp="1"/>
          </ns0:cNvSpPr>
          <ns0:nvPr>
            <ns0:ph type="body" idx="58" hasCustomPrompt="1"/>
          </ns0:nvPr>
        </ns0:nvSpPr>
        <ns0:spPr>
          <ns1:xfrm>
            <ns1:off x="12052625" y="3294213"/>
            <ns1:ext cx="5106123" cy="2145338"/>
          </ns1:xfrm>
        </ns0:spPr>
        <ns0:txBody>
          <ns1:bodyPr>
            <ns1:noAutofit/>
          </ns1:bodyPr>
          <ns1:lstStyle>
            <ns1:lvl1pPr marL="285750" indent="-285750">
              <ns1:buFont typeface="Golos Text"/>
              <ns1:buChar char="•"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  <ns1:p>
            <ns1:pPr marL="285750" marR="0" lvl="0" indent="-285750" algn="l" defTabSz="914400">
              <ns1:lnSpc>
                <ns1:spcPct val="100000"/>
              </ns1:lnSpc>
              <ns1:spcBef>
                <ns1:spcPct val="20000"/>
              </ns1:spcBef>
              <ns1:spcAft>
                <ns1:spcPts val="0"/>
              </ns1:spcAft>
              <ns1:buClrTx/>
              <ns1:buSzTx/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  <ns1:p>
            <ns1:pPr marL="285750" marR="0" lvl="0" indent="-285750" algn="l" defTabSz="914400">
              <ns1:lnSpc>
                <ns1:spcPct val="100000"/>
              </ns1:lnSpc>
              <ns1:spcBef>
                <ns1:spcPct val="20000"/>
              </ns1:spcBef>
              <ns1:spcAft>
                <ns1:spcPts val="0"/>
              </ns1:spcAft>
              <ns1:buClrTx/>
              <ns1:buSzTx/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84" name="Текст 39">
            <ns1:extLst>
              <ns1:ext uri="{FF2B5EF4-FFF2-40B4-BE49-F238E27FC236}">
                <ns2:creationId id="{0B93A7AC-54DA-0323-D2A5-9C9D8A20E8A5}"/>
              </ns1:ext>
            </ns1:extLst>
          </ns0:cNvPr>
          <ns0:cNvSpPr>
            <ns1:spLocks noGrp="1"/>
          </ns0:cNvSpPr>
          <ns0:nvPr>
            <ns0:ph type="body" idx="59" hasCustomPrompt="1"/>
          </ns0:nvPr>
        </ns0:nvSpPr>
        <ns0:spPr>
          <ns1:xfrm>
            <ns1:off x="1129252" y="7378641"/>
            <ns1:ext cx="2182359" cy="1593117"/>
          </ns1:xfrm>
        </ns0:spPr>
        <ns0:txBody>
          <ns1:bodyPr>
            <ns1:noAutofit/>
          </ns1:bodyPr>
          <ns1:lstStyle>
            <ns1:lvl1pPr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86" name="Текст 39">
            <ns1:extLst>
              <ns1:ext uri="{FF2B5EF4-FFF2-40B4-BE49-F238E27FC236}">
                <ns2:creationId id="{BE2F67E3-4DE2-CC10-F450-E5EFB65E3091}"/>
              </ns1:ext>
            </ns1:extLst>
          </ns0:cNvPr>
          <ns0:cNvSpPr>
            <ns1:spLocks noGrp="1"/>
          </ns0:cNvSpPr>
          <ns0:nvPr>
            <ns0:ph type="body" idx="60" hasCustomPrompt="1"/>
          </ns0:nvPr>
        </ns0:nvSpPr>
        <ns0:spPr>
          <ns1:xfrm>
            <ns1:off x="1533039" y="6011843"/>
            <ns1:ext cx="4777277" cy="419100"/>
          </ns1:xfrm>
        </ns0:spPr>
        <ns0:txBody>
          <ns1:bodyPr>
            <ns1:noAutofit/>
          </ns1:bodyPr>
          <ns1:lstStyle>
            <ns1:lvl1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88" name="Текст 39">
            <ns1:extLst>
              <ns1:ext uri="{FF2B5EF4-FFF2-40B4-BE49-F238E27FC236}">
                <ns2:creationId id="{47F66DE2-B882-F413-3BC3-460202D79B1B}"/>
              </ns1:ext>
            </ns1:extLst>
          </ns0:cNvPr>
          <ns0:cNvSpPr>
            <ns1:spLocks noGrp="1"/>
          </ns0:cNvSpPr>
          <ns0:nvPr>
            <ns0:ph type="body" idx="62" hasCustomPrompt="1"/>
          </ns0:nvPr>
        </ns0:nvSpPr>
        <ns0:spPr>
          <ns1:xfrm>
            <ns1:off x="1129252" y="6826420"/>
            <ns1:ext cx="2182359" cy="464376"/>
          </ns1:xfrm>
        </ns0:spPr>
        <ns0:txBody>
          <ns1:bodyPr anchor="ctr">
            <ns1:noAutofit/>
          </ns1:bodyPr>
          <ns1:lstStyle>
            <ns1:lvl1pPr>
              <ns1:buNone/>
              <ns1:defRPr sz="40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2.1</ns1:t>
            </ns1:r>
          </ns1:p>
        </ns0:txBody>
      </ns0:sp>
      <ns0:sp>
        <ns0:nvSpPr>
          <ns0:cNvPr id="90" name="Текст 39">
            <ns1:extLst>
              <ns1:ext uri="{FF2B5EF4-FFF2-40B4-BE49-F238E27FC236}">
                <ns2:creationId id="{DAB84D3C-583E-D9F3-3F32-54653DACEC0E}"/>
              </ns1:ext>
            </ns1:extLst>
          </ns0:cNvPr>
          <ns0:cNvSpPr>
            <ns1:spLocks noGrp="1"/>
          </ns0:cNvSpPr>
          <ns0:nvPr>
            <ns0:ph type="body" idx="63" hasCustomPrompt="1"/>
          </ns0:nvPr>
        </ns0:nvSpPr>
        <ns0:spPr>
          <ns1:xfrm>
            <ns1:off x="3847738" y="7378641"/>
            <ns1:ext cx="2182359" cy="1593117"/>
          </ns1:xfrm>
        </ns0:spPr>
        <ns0:txBody>
          <ns1:bodyPr>
            <ns1:noAutofit/>
          </ns1:bodyPr>
          <ns1:lstStyle>
            <ns1:lvl1pPr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91" name="Текст 39">
            <ns1:extLst>
              <ns1:ext uri="{FF2B5EF4-FFF2-40B4-BE49-F238E27FC236}">
                <ns2:creationId id="{2D63F116-B9CB-DA7B-79D1-4844EF977EC7}"/>
              </ns1:ext>
            </ns1:extLst>
          </ns0:cNvPr>
          <ns0:cNvSpPr>
            <ns1:spLocks noGrp="1"/>
          </ns0:cNvSpPr>
          <ns0:nvPr>
            <ns0:ph type="body" idx="64" hasCustomPrompt="1"/>
          </ns0:nvPr>
        </ns0:nvSpPr>
        <ns0:spPr>
          <ns1:xfrm>
            <ns1:off x="3847738" y="6826420"/>
            <ns1:ext cx="2182359" cy="464376"/>
          </ns1:xfrm>
        </ns0:spPr>
        <ns0:txBody>
          <ns1:bodyPr anchor="ctr">
            <ns1:noAutofit/>
          </ns1:bodyPr>
          <ns1:lstStyle>
            <ns1:lvl1pPr>
              <ns1:buNone/>
              <ns1:defRPr sz="40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2.2</ns1:t>
            </ns1:r>
          </ns1:p>
        </ns0:txBody>
      </ns0:sp>
      <ns0:sp>
        <ns0:nvSpPr>
          <ns0:cNvPr id="93" name="Текст 39">
            <ns1:extLst>
              <ns1:ext uri="{FF2B5EF4-FFF2-40B4-BE49-F238E27FC236}">
                <ns2:creationId id="{777B19E1-2A64-CA3A-74E3-B0B6EE6CDED5}"/>
              </ns1:ext>
            </ns1:extLst>
          </ns0:cNvPr>
          <ns0:cNvSpPr>
            <ns1:spLocks noGrp="1"/>
          </ns0:cNvSpPr>
          <ns0:nvPr>
            <ns0:ph type="body" idx="65" hasCustomPrompt="1"/>
          </ns0:nvPr>
        </ns0:nvSpPr>
        <ns0:spPr>
          <ns1:xfrm>
            <ns1:off x="6566224" y="7378641"/>
            <ns1:ext cx="2182359" cy="1593117"/>
          </ns1:xfrm>
        </ns0:spPr>
        <ns0:txBody>
          <ns1:bodyPr>
            <ns1:noAutofit/>
          </ns1:bodyPr>
          <ns1:lstStyle>
            <ns1:lvl1pPr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94" name="Текст 39">
            <ns1:extLst>
              <ns1:ext uri="{FF2B5EF4-FFF2-40B4-BE49-F238E27FC236}">
                <ns2:creationId id="{EFBD73CF-6D9F-17F3-7422-767B7C9D22E4}"/>
              </ns1:ext>
            </ns1:extLst>
          </ns0:cNvPr>
          <ns0:cNvSpPr>
            <ns1:spLocks noGrp="1"/>
          </ns0:cNvSpPr>
          <ns0:nvPr>
            <ns0:ph type="body" idx="66" hasCustomPrompt="1"/>
          </ns0:nvPr>
        </ns0:nvSpPr>
        <ns0:spPr>
          <ns1:xfrm>
            <ns1:off x="6566224" y="6826420"/>
            <ns1:ext cx="2182359" cy="464376"/>
          </ns1:xfrm>
        </ns0:spPr>
        <ns0:txBody>
          <ns1:bodyPr anchor="ctr">
            <ns1:noAutofit/>
          </ns1:bodyPr>
          <ns1:lstStyle>
            <ns1:lvl1pPr>
              <ns1:buNone/>
              <ns1:defRPr sz="40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2.3</ns1:t>
            </ns1:r>
          </ns1:p>
        </ns0:txBody>
      </ns0:sp>
      <ns0:sp>
        <ns0:nvSpPr>
          <ns0:cNvPr id="96" name="Текст 39">
            <ns1:extLst>
              <ns1:ext uri="{FF2B5EF4-FFF2-40B4-BE49-F238E27FC236}">
                <ns2:creationId id="{6C78B184-7A18-09D5-F0B0-1369F55EC471}"/>
              </ns1:ext>
            </ns1:extLst>
          </ns0:cNvPr>
          <ns0:cNvSpPr>
            <ns1:spLocks noGrp="1"/>
          </ns0:cNvSpPr>
          <ns0:nvPr>
            <ns0:ph type="body" idx="67" hasCustomPrompt="1"/>
          </ns0:nvPr>
        </ns0:nvSpPr>
        <ns0:spPr>
          <ns1:xfrm>
            <ns1:off x="9334138" y="7378641"/>
            <ns1:ext cx="2182359" cy="1593117"/>
          </ns1:xfrm>
        </ns0:spPr>
        <ns0:txBody>
          <ns1:bodyPr>
            <ns1:noAutofit/>
          </ns1:bodyPr>
          <ns1:lstStyle>
            <ns1:lvl1pPr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97" name="Текст 39">
            <ns1:extLst>
              <ns1:ext uri="{FF2B5EF4-FFF2-40B4-BE49-F238E27FC236}">
                <ns2:creationId id="{6144FB1E-8020-DF7B-03CA-8CA34E26474E}"/>
              </ns1:ext>
            </ns1:extLst>
          </ns0:cNvPr>
          <ns0:cNvSpPr>
            <ns1:spLocks noGrp="1"/>
          </ns0:cNvSpPr>
          <ns0:nvPr>
            <ns0:ph type="body" idx="68" hasCustomPrompt="1"/>
          </ns0:nvPr>
        </ns0:nvSpPr>
        <ns0:spPr>
          <ns1:xfrm>
            <ns1:off x="9334138" y="6826420"/>
            <ns1:ext cx="2182359" cy="464376"/>
          </ns1:xfrm>
        </ns0:spPr>
        <ns0:txBody>
          <ns1:bodyPr anchor="ctr">
            <ns1:noAutofit/>
          </ns1:bodyPr>
          <ns1:lstStyle>
            <ns1:lvl1pPr>
              <ns1:buNone/>
              <ns1:defRPr sz="40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2.4</ns1:t>
            </ns1:r>
          </ns1:p>
        </ns0:txBody>
      </ns0:sp>
      <ns0:sp>
        <ns0:nvSpPr>
          <ns0:cNvPr id="99" name="Текст 39">
            <ns1:extLst>
              <ns1:ext uri="{FF2B5EF4-FFF2-40B4-BE49-F238E27FC236}">
                <ns2:creationId id="{F4EAF638-B6BC-AB73-27EE-44BAA3631745}"/>
              </ns1:ext>
            </ns1:extLst>
          </ns0:cNvPr>
          <ns0:cNvSpPr>
            <ns1:spLocks noGrp="1"/>
          </ns0:cNvSpPr>
          <ns0:nvPr>
            <ns0:ph type="body" idx="69" hasCustomPrompt="1"/>
          </ns0:nvPr>
        </ns0:nvSpPr>
        <ns0:spPr>
          <ns1:xfrm>
            <ns1:off x="12052625" y="7378640"/>
            <ns1:ext cx="5106123" cy="1593117"/>
          </ns1:xfrm>
        </ns0:spPr>
        <ns0:txBody>
          <ns1:bodyPr>
            <ns1:noAutofit/>
          </ns1:bodyPr>
          <ns1:lstStyle>
            <ns1:lvl1pPr marL="285750" indent="-285750">
              <ns1:buFont typeface="Golos Text"/>
              <ns1:buChar char="•"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  <ns1:p>
            <ns1:pPr marL="285750" marR="0" lvl="0" indent="-285750" algn="l" defTabSz="914400">
              <ns1:lnSpc>
                <ns1:spcPct val="100000"/>
              </ns1:lnSpc>
              <ns1:spcBef>
                <ns1:spcPct val="20000"/>
              </ns1:spcBef>
              <ns1:spcAft>
                <ns1:spcPts val="0"/>
              </ns1:spcAft>
              <ns1:buClrTx/>
              <ns1:buSzTx/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100" name="Текст 39">
            <ns1:extLst>
              <ns1:ext uri="{FF2B5EF4-FFF2-40B4-BE49-F238E27FC236}">
                <ns2:creationId id="{5AD3217A-D88B-571F-5DE9-C889AB8806ED}"/>
              </ns1:ext>
            </ns1:extLst>
          </ns0:cNvPr>
          <ns0:cNvSpPr>
            <ns1:spLocks noGrp="1"/>
          </ns0:cNvSpPr>
          <ns0:nvPr>
            <ns0:ph type="body" idx="70" hasCustomPrompt="1"/>
          </ns0:nvPr>
        </ns0:nvSpPr>
        <ns0:spPr>
          <ns1:xfrm>
            <ns1:off x="12052625" y="6822586"/>
            <ns1:ext cx="5106123" cy="399428"/>
          </ns1:xfrm>
        </ns0:spPr>
        <ns0:txBody>
          <ns1:bodyPr>
            <ns1:noAutofit/>
          </ns1:bodyPr>
          <ns1:lstStyle>
            <ns1:lvl1pPr marL="0" indent="0">
              <ns1:buFont typeface="Golos Text"/>
              <ns1:buNone/>
              <ns1:defRPr sz="16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Вывод напишите здесь</ns1:t>
            </ns1:r>
          </ns1:p>
        </ns0:txBody>
      </ns0:sp>
      <ns0:sp>
        <ns0:nvSpPr>
          <ns0:cNvPr id="3" name="Текст 41">
            <ns1:extLst>
              <ns1:ext uri="{FF2B5EF4-FFF2-40B4-BE49-F238E27FC236}">
                <ns2:creationId id="{AE03DB8A-A686-4202-58E9-B13D287AE9C5}"/>
              </ns1:ext>
            </ns1:extLst>
          </ns0:cNvPr>
          <ns0:cNvSpPr>
            <ns1:spLocks noGrp="1"/>
          </ns0:cNvSpPr>
          <ns0:nvPr>
            <ns0:ph type="body" idx="51" hasCustomPrompt="1"/>
          </ns0:nvPr>
        </ns0:nvSpPr>
        <ns0:spPr>
          <ns1:xfrm>
            <ns1:off x="952228" y="2456216"/>
            <ns1:ext cx="503509" cy="503509"/>
          </ns1:xfrm>
          <ns1:prstGeom prst="roundRect">
            <ns1:avLst>
              <ns1:gd name="adj" fmla="val 16667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01</ns1:t>
            </ns1:r>
          </ns1:p>
        </ns0:txBody>
      </ns0:sp>
      <ns0:sp>
        <ns0:nvSpPr>
          <ns0:cNvPr id="4" name="Текст 41">
            <ns1:extLst>
              <ns1:ext uri="{FF2B5EF4-FFF2-40B4-BE49-F238E27FC236}">
                <ns2:creationId id="{480C749C-4DFE-775C-F43A-15FDD77B8ADE}"/>
              </ns1:ext>
            </ns1:extLst>
          </ns0:cNvPr>
          <ns0:cNvSpPr>
            <ns1:spLocks noGrp="1"/>
          </ns0:cNvSpPr>
          <ns0:nvPr>
            <ns0:ph type="body" idx="71" hasCustomPrompt="1"/>
          </ns0:nvPr>
        </ns0:nvSpPr>
        <ns0:spPr>
          <ns1:xfrm>
            <ns1:off x="952228" y="5985230"/>
            <ns1:ext cx="503509" cy="503509"/>
          </ns1:xfrm>
          <ns1:prstGeom prst="roundRect">
            <ns1:avLst>
              <ns1:gd name="adj" fmla="val 16667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02</ns1:t>
            </ns1:r>
          </ns1:p>
        </ns0:txBody>
      </ns0:sp>
      <ns0:sp>
        <ns0:nvSpPr>
          <ns0:cNvPr id="17" name="Рисунок 16">
            <ns1:extLst>
              <ns1:ext uri="{FF2B5EF4-FFF2-40B4-BE49-F238E27FC236}">
                <ns2:creationId id="{04126F45-40F5-25E4-BE6C-626B52B24995}"/>
              </ns1:ext>
            </ns1:extLst>
          </ns0:cNvPr>
          <ns0:cNvSpPr>
            <ns1:spLocks noGrp="1"/>
          </ns0:cNvSpPr>
          <ns0:nvPr>
            <ns0:ph type="pic" idx="82" hasCustomPrompt="1"/>
          </ns0:nvPr>
        </ns0:nvSpPr>
        <ns0:spPr>
          <ns1:xfrm>
            <ns1:off x="15849600" y="5985230"/>
            <ns1:ext cx="1485899" cy="1485898"/>
          </ns1:xfrm>
          <ns1:prstGeom prst="rect">
            <ns1:avLst/>
          </ns1:prstGeom>
          <ns1:blipFill>
            <ns1:blip ns3:embed="Rff37227fe014441b"/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6" name="Рисунок 3">
            <ns1:extLst>
              <ns1:ext uri="{FF2B5EF4-FFF2-40B4-BE49-F238E27FC236}">
                <ns2:creationId id="{4B85C205-CECC-4785-5AC1-C2C61CC32159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8" name="Текст 16">
            <ns1:extLst>
              <ns1:ext uri="{FF2B5EF4-FFF2-40B4-BE49-F238E27FC236}">
                <ns2:creationId id="{41A526B7-9711-E2E4-0A44-5758EF21C7C6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d51925c215164b17">
              <ns1:extLst>
                <ns1:ext uri="{96DAC541-7B7A-43D3-8B79-37D633B846F1}">
                  <ns4:svgBlip ns3:embed="R1c1136f1af49417a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21" name="Текст 16">
            <ns1:extLst>
              <ns1:ext uri="{FF2B5EF4-FFF2-40B4-BE49-F238E27FC236}">
                <ns2:creationId id="{B5DF96C5-AA81-C8B8-863F-17B03EBB300D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a0199da5255f4114">
              <ns1:extLst>
                <ns1:ext uri="{96DAC541-7B7A-43D3-8B79-37D633B846F1}">
                  <ns4:svgBlip ns3:embed="R9e6fc64d73bf4681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21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Путь: 10 шагов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18" name="Текст 39">
            <ns1:extLst>
              <ns1:ext uri="{FF2B5EF4-FFF2-40B4-BE49-F238E27FC236}">
                <ns2:creationId id="{80316F50-9BF0-28D8-0FD8-12BB69AF2D40}"/>
              </ns1:ext>
            </ns1:extLst>
          </ns0:cNvPr>
          <ns0:cNvSpPr>
            <ns1:spLocks noGrp="1"/>
          </ns0:cNvSpPr>
          <ns0:nvPr>
            <ns0:ph type="body" idx="26" hasCustomPrompt="1"/>
          </ns0:nvPr>
        </ns0:nvSpPr>
        <ns0:spPr>
          <ns1:xfrm>
            <ns1:off x="955913" y="3406322"/>
            <ns1:ext cx="2144631" cy="815523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Заголовок средней длины максимум в 3 строки</ns1:t>
            </ns1:r>
          </ns1:p>
        </ns0:txBody>
      </ns0:sp>
      <ns0:pic>
        <ns0:nvPicPr>
          <ns0:cNvPr id="153" name="Frame 2087329752 --&gt; Frame 2087329752"/>
          <ns0:cNvPicPr>
            <ns1:picLocks noChangeAspect="1"/>
          </ns0:cNvPicPr>
          <ns0:nvPr/>
        </ns0:nvPicPr>
        <ns0:blipFill>
          <ns1:blip ns3:embed="R63ca8ca0250f4221"/>
          <ns1:srcRect l="0" t="0" r="0" b="0"/>
          <ns1:stretch/>
        </ns0:blipFill>
        <ns0:spPr>
          <ns1:xfrm>
            <ns1:off x="952500" y="6324595"/>
            <ns1:ext cx="13544550" cy="19059"/>
          </ns1:xfrm>
          <ns1:prstGeom prst="rect">
            <ns1:avLst/>
          </ns1:prstGeom>
        </ns0:spPr>
      </ns0:pic>
      <ns0:pic>
        <ns0:nvPicPr>
          <ns0:cNvPr id="154" name="Frame 2087329752 --&gt; Frame 2087329752"/>
          <ns0:cNvPicPr>
            <ns1:picLocks noChangeAspect="1"/>
          </ns0:cNvPicPr>
          <ns0:nvPr/>
        </ns0:nvPicPr>
        <ns0:blipFill>
          <ns1:blip ns3:embed="Ra4a55f90e84f401c"/>
          <ns1:srcRect l="0" t="0" r="0" b="0"/>
          <ns1:stretch/>
        </ns0:blipFill>
        <ns0:spPr>
          <ns1:xfrm>
            <ns1:off x="1545729" y="3001952"/>
            <ns1:ext cx="2867025" cy="19059"/>
          </ns1:xfrm>
          <ns1:prstGeom prst="rect">
            <ns1:avLst/>
          </ns1:prstGeom>
        </ns0:spPr>
      </ns0:pic>
      <ns0:pic>
        <ns0:nvPicPr>
          <ns0:cNvPr id="155" name="Frame 2087329752 --&gt; Frame 2087329752"/>
          <ns0:cNvPicPr>
            <ns1:picLocks noChangeAspect="1"/>
          </ns0:cNvPicPr>
          <ns0:nvPr/>
        </ns0:nvPicPr>
        <ns0:blipFill>
          <ns1:blip ns3:embed="Rf4c23107778a4eeb"/>
          <ns1:srcRect l="0" t="0" r="0" b="0"/>
          <ns1:stretch/>
        </ns0:blipFill>
        <ns0:spPr>
          <ns1:xfrm>
            <ns1:off x="4423023" y="3001952"/>
            <ns1:ext cx="10153650" cy="19059"/>
          </ns1:xfrm>
          <ns1:prstGeom prst="rect">
            <ns1:avLst/>
          </ns1:prstGeom>
        </ns0:spPr>
      </ns0:pic>
      <ns0:pic>
        <ns0:nvPicPr>
          <ns0:cNvPr id="156" name="Frame 2087329752 --&gt; Frame 2087329752"/>
          <ns0:cNvPicPr>
            <ns1:picLocks noChangeAspect="1"/>
          </ns0:cNvPicPr>
          <ns0:nvPr/>
        </ns0:nvPicPr>
        <ns0:blipFill>
          <ns1:blip ns3:embed="R31c30098e3454ab2"/>
          <ns1:srcRect l="0" t="0" r="0" b="0"/>
          <ns1:stretch/>
        </ns0:blipFill>
        <ns0:spPr>
          <ns1:xfrm>
            <ns1:off x="7300317" y="3001952"/>
            <ns1:ext cx="2286000" cy="19059"/>
          </ns1:xfrm>
          <ns1:prstGeom prst="rect">
            <ns1:avLst/>
          </ns1:prstGeom>
        </ns0:spPr>
      </ns0:pic>
      <ns0:pic>
        <ns0:nvPicPr>
          <ns0:cNvPr id="157" name="Frame 2087329752 --&gt; Frame 2087329752"/>
          <ns0:cNvPicPr>
            <ns1:picLocks noChangeAspect="1"/>
          </ns0:cNvPicPr>
          <ns0:nvPr/>
        </ns0:nvPicPr>
        <ns0:blipFill>
          <ns1:blip ns3:embed="R31c30098e3454ab2"/>
          <ns1:srcRect l="0" t="0" r="0" b="0"/>
          <ns1:stretch/>
        </ns0:blipFill>
        <ns0:spPr>
          <ns1:xfrm>
            <ns1:off x="7300317" y="6327070"/>
            <ns1:ext cx="2286000" cy="19059"/>
          </ns1:xfrm>
          <ns1:prstGeom prst="rect">
            <ns1:avLst/>
          </ns1:prstGeom>
        </ns0:spPr>
      </ns0:pic>
      <ns0:pic>
        <ns0:nvPicPr>
          <ns0:cNvPr id="158" name="Frame 2087329752 --&gt; Frame 2087329752"/>
          <ns0:cNvPicPr>
            <ns1:picLocks noChangeAspect="1"/>
          </ns0:cNvPicPr>
          <ns0:nvPr/>
        </ns0:nvPicPr>
        <ns0:blipFill>
          <ns1:blip ns3:embed="Rfae2951920d94d6e">
            <ns1:extLst>
              <ns1:ext uri="{96DAC541-7B7A-43D3-8B79-37D633B846F1}">
                <ns4:svgBlip ns3:embed="Rf8544db8c42c428f"/>
              </ns1:ext>
            </ns1:extLst>
          </ns1:blip>
          <ns1:srcRect l="0" t="0" r="0" b="0"/>
          <ns1:stretch/>
        </ns0:blipFill>
        <ns0:spPr>
          <ns1:xfrm>
            <ns1:off x="10175751" y="3000426"/>
            <ns1:ext cx="7019927" cy="3343284"/>
          </ns1:xfrm>
          <ns1:prstGeom prst="rect">
            <ns1:avLst/>
          </ns1:prstGeom>
        </ns0:spPr>
      </ns0:pic>
      <ns0:pic>
        <ns0:nvPicPr>
          <ns0:cNvPr id="159" name="Frame 2087329752"/>
          <ns0:cNvPicPr>
            <ns1:picLocks noChangeAspect="1"/>
          </ns0:cNvPicPr>
          <ns0:nvPr/>
        </ns0:nvPicPr>
        <ns0:blipFill>
          <ns1:blip ns3:embed="R965971b86b1c47b3"/>
          <ns1:srcRect l="0" t="0" r="0" b="0"/>
          <ns1:stretch/>
        </ns0:blipFill>
        <ns0:spPr>
          <ns1:xfrm>
            <ns1:off x="955030" y="2714625"/>
            <ns1:ext cx="590550" cy="590550"/>
          </ns1:xfrm>
          <ns1:prstGeom prst="rect">
            <ns1:avLst/>
          </ns1:prstGeom>
        </ns0:spPr>
      </ns0:pic>
      <ns0:pic>
        <ns0:nvPicPr>
          <ns0:cNvPr id="160" name="Frame 2087329752"/>
          <ns0:cNvPicPr>
            <ns1:picLocks noChangeAspect="1"/>
          </ns0:cNvPicPr>
          <ns0:nvPr/>
        </ns0:nvPicPr>
        <ns0:blipFill>
          <ns1:blip ns3:embed="R8a220cdb94fe468a"/>
          <ns1:srcRect l="0" t="0" r="0" b="0"/>
          <ns1:stretch/>
        </ns0:blipFill>
        <ns0:spPr>
          <ns1:xfrm>
            <ns1:off x="4251306" y="2714625"/>
            <ns1:ext cx="590550" cy="590550"/>
          </ns1:xfrm>
          <ns1:prstGeom prst="rect">
            <ns1:avLst/>
          </ns1:prstGeom>
        </ns0:spPr>
      </ns0:pic>
      <ns0:pic>
        <ns0:nvPicPr>
          <ns0:cNvPr id="161" name="Frame 2087329752"/>
          <ns0:cNvPicPr>
            <ns1:picLocks noChangeAspect="1"/>
          </ns0:cNvPicPr>
          <ns0:nvPr/>
        </ns0:nvPicPr>
        <ns0:blipFill>
          <ns1:blip ns3:embed="Rd1371117a7f24e32"/>
          <ns1:srcRect l="0" t="0" r="0" b="0"/>
          <ns1:stretch/>
        </ns0:blipFill>
        <ns0:spPr>
          <ns1:xfrm>
            <ns1:off x="7547581" y="2714625"/>
            <ns1:ext cx="590550" cy="590550"/>
          </ns1:xfrm>
          <ns1:prstGeom prst="rect">
            <ns1:avLst/>
          </ns1:prstGeom>
        </ns0:spPr>
      </ns0:pic>
      <ns0:pic>
        <ns0:nvPicPr>
          <ns0:cNvPr id="162" name="Frame 2087329752"/>
          <ns0:cNvPicPr>
            <ns1:picLocks noChangeAspect="1"/>
          </ns0:cNvPicPr>
          <ns0:nvPr/>
        </ns0:nvPicPr>
        <ns0:blipFill>
          <ns1:blip ns3:embed="Ra409d00bd47d49a8"/>
          <ns1:srcRect l="0" t="0" r="0" b="0"/>
          <ns1:stretch/>
        </ns0:blipFill>
        <ns0:spPr>
          <ns1:xfrm>
            <ns1:off x="10831500" y="2714625"/>
            <ns1:ext cx="590550" cy="590550"/>
          </ns1:xfrm>
          <ns1:prstGeom prst="rect">
            <ns1:avLst/>
          </ns1:prstGeom>
        </ns0:spPr>
      </ns0:pic>
      <ns0:pic>
        <ns0:nvPicPr>
          <ns0:cNvPr id="163" name="Frame 2087329752"/>
          <ns0:cNvPicPr>
            <ns1:picLocks noChangeAspect="1"/>
          </ns0:cNvPicPr>
          <ns0:nvPr/>
        </ns0:nvPicPr>
        <ns0:blipFill>
          <ns1:blip ns3:embed="R950e305164174853"/>
          <ns1:srcRect l="0" t="0" r="0" b="0"/>
          <ns1:stretch/>
        </ns0:blipFill>
        <ns0:spPr>
          <ns1:xfrm>
            <ns1:off x="14140132" y="2714625"/>
            <ns1:ext cx="590550" cy="590550"/>
          </ns1:xfrm>
          <ns1:prstGeom prst="rect">
            <ns1:avLst/>
          </ns1:prstGeom>
        </ns0:spPr>
      </ns0:pic>
      <ns0:pic>
        <ns0:nvPicPr>
          <ns0:cNvPr id="164" name="Frame 2087329752"/>
          <ns0:cNvPicPr>
            <ns1:picLocks noChangeAspect="1"/>
          </ns0:cNvPicPr>
          <ns0:nvPr/>
        </ns0:nvPicPr>
        <ns0:blipFill>
          <ns1:blip ns3:embed="R8cad49cfb40e4c01"/>
          <ns1:srcRect l="0" t="0" r="0" b="0"/>
          <ns1:stretch/>
        </ns0:blipFill>
        <ns0:spPr>
          <ns1:xfrm>
            <ns1:off x="952500" y="6029325"/>
            <ns1:ext cx="590550" cy="590550"/>
          </ns1:xfrm>
          <ns1:prstGeom prst="rect">
            <ns1:avLst/>
          </ns1:prstGeom>
        </ns0:spPr>
      </ns0:pic>
      <ns0:pic>
        <ns0:nvPicPr>
          <ns0:cNvPr id="165" name="Frame 2087329752"/>
          <ns0:cNvPicPr>
            <ns1:picLocks noChangeAspect="1"/>
          </ns0:cNvPicPr>
          <ns0:nvPr/>
        </ns0:nvPicPr>
        <ns0:blipFill>
          <ns1:blip ns3:embed="R310f01320bba41e0"/>
          <ns1:srcRect l="0" t="0" r="0" b="0"/>
          <ns1:stretch/>
        </ns0:blipFill>
        <ns0:spPr>
          <ns1:xfrm>
            <ns1:off x="4248776" y="6029325"/>
            <ns1:ext cx="590550" cy="590550"/>
          </ns1:xfrm>
          <ns1:prstGeom prst="rect">
            <ns1:avLst/>
          </ns1:prstGeom>
        </ns0:spPr>
      </ns0:pic>
      <ns0:pic>
        <ns0:nvPicPr>
          <ns0:cNvPr id="166" name="Frame 2087329752"/>
          <ns0:cNvPicPr>
            <ns1:picLocks noChangeAspect="1"/>
          </ns0:cNvPicPr>
          <ns0:nvPr/>
        </ns0:nvPicPr>
        <ns0:blipFill>
          <ns1:blip ns3:embed="Rb6720ab83df343df"/>
          <ns1:srcRect l="0" t="0" r="0" b="0"/>
          <ns1:stretch/>
        </ns0:blipFill>
        <ns0:spPr>
          <ns1:xfrm>
            <ns1:off x="7545051" y="6029325"/>
            <ns1:ext cx="590550" cy="590550"/>
          </ns1:xfrm>
          <ns1:prstGeom prst="rect">
            <ns1:avLst/>
          </ns1:prstGeom>
        </ns0:spPr>
      </ns0:pic>
      <ns0:pic>
        <ns0:nvPicPr>
          <ns0:cNvPr id="167" name="Frame 2087329752"/>
          <ns0:cNvPicPr>
            <ns1:picLocks noChangeAspect="1"/>
          </ns0:cNvPicPr>
          <ns0:nvPr/>
        </ns0:nvPicPr>
        <ns0:blipFill>
          <ns1:blip ns3:embed="Re8a1dfc05a554da9"/>
          <ns1:srcRect l="0" t="0" r="0" b="0"/>
          <ns1:stretch/>
        </ns0:blipFill>
        <ns0:spPr>
          <ns1:xfrm>
            <ns1:off x="10841327" y="6029325"/>
            <ns1:ext cx="590550" cy="590550"/>
          </ns1:xfrm>
          <ns1:prstGeom prst="rect">
            <ns1:avLst/>
          </ns1:prstGeom>
        </ns0:spPr>
      </ns0:pic>
      <ns0:pic>
        <ns0:nvPicPr>
          <ns0:cNvPr id="168" name="Frame 2087329752"/>
          <ns0:cNvPicPr>
            <ns1:picLocks noChangeAspect="1"/>
          </ns0:cNvPicPr>
          <ns0:nvPr/>
        </ns0:nvPicPr>
        <ns0:blipFill>
          <ns1:blip ns3:embed="R54b5ee66240b41c5"/>
          <ns1:srcRect l="0" t="0" r="0" b="0"/>
          <ns1:stretch/>
        </ns0:blipFill>
        <ns0:spPr>
          <ns1:xfrm>
            <ns1:off x="14137602" y="6029325"/>
            <ns1:ext cx="590550" cy="590550"/>
          </ns1:xfrm>
          <ns1:prstGeom prst="rect">
            <ns1:avLst/>
          </ns1:prstGeom>
        </ns0:spPr>
      </ns0:pic>
      <ns0:sp>
        <ns0:nvSpPr>
          <ns0:cNvPr id="19" name="Текст 41">
            <ns1:extLst>
              <ns1:ext uri="{FF2B5EF4-FFF2-40B4-BE49-F238E27FC236}">
                <ns2:creationId id="{C004A22B-2DA4-CDAE-AE11-079D6E26FAF7}"/>
              </ns1:ext>
            </ns1:extLst>
          </ns0:cNvPr>
          <ns0:cNvSpPr>
            <ns1:spLocks noGrp="1"/>
          </ns0:cNvSpPr>
          <ns0:nvPr>
            <ns0:ph type="body" idx="27" hasCustomPrompt="1"/>
          </ns0:nvPr>
        </ns0:nvSpPr>
        <ns0:spPr>
          <ns1:xfrm>
            <ns1:off x="972620" y="2729061"/>
            <ns1:ext cx="562840" cy="566750"/>
          </ns1:xfrm>
        </ns0:spPr>
        <ns0:txBody>
          <ns1:bodyPr anchor="ctr">
            <ns1:noAutofit/>
          </ns1:bodyPr>
          <ns1:lstStyle>
            <ns1:lvl1pPr algn="ctr">
              <ns1:buNone/>
              <ns1:defRPr sz="2400" b="0" i="0" spc="-15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1</ns1:t>
            </ns1:r>
          </ns1:p>
        </ns0:txBody>
      </ns0:sp>
      <ns0:sp>
        <ns0:nvSpPr>
          <ns0:cNvPr id="67" name="Текст 41">
            <ns1:extLst>
              <ns1:ext uri="{FF2B5EF4-FFF2-40B4-BE49-F238E27FC236}">
                <ns2:creationId id="{1B424E61-0988-B34A-2DD7-D3960A8CB6C5}"/>
              </ns1:ext>
            </ns1:extLst>
          </ns0:cNvPr>
          <ns0:cNvSpPr>
            <ns1:spLocks noGrp="1"/>
          </ns0:cNvSpPr>
          <ns0:nvPr>
            <ns0:ph type="body" idx="32" hasCustomPrompt="1"/>
          </ns0:nvPr>
        </ns0:nvSpPr>
        <ns0:spPr>
          <ns1:xfrm>
            <ns1:off x="4259517" y="2729061"/>
            <ns1:ext cx="562840" cy="566750"/>
          </ns1:xfrm>
        </ns0:spPr>
        <ns0:txBody>
          <ns1:bodyPr anchor="ctr">
            <ns1:noAutofit/>
          </ns1:bodyPr>
          <ns1:lstStyle>
            <ns1:lvl1pPr algn="ctr">
              <ns1:buNone/>
              <ns1:defRPr sz="2400" b="0" i="0" spc="-15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2</ns1:t>
            </ns1:r>
          </ns1:p>
        </ns0:txBody>
      </ns0:sp>
      <ns0:sp>
        <ns0:nvSpPr>
          <ns0:cNvPr id="68" name="Текст 41">
            <ns1:extLst>
              <ns1:ext uri="{FF2B5EF4-FFF2-40B4-BE49-F238E27FC236}">
                <ns2:creationId id="{124A51CF-F8F4-372F-5F98-FAAE3ED664CE}"/>
              </ns1:ext>
            </ns1:extLst>
          </ns0:cNvPr>
          <ns0:cNvSpPr>
            <ns1:spLocks noGrp="1"/>
          </ns0:cNvSpPr>
          <ns0:nvPr>
            <ns0:ph type="body" idx="33" hasCustomPrompt="1"/>
          </ns0:nvPr>
        </ns0:nvSpPr>
        <ns0:spPr>
          <ns1:xfrm>
            <ns1:off x="7558772" y="2729061"/>
            <ns1:ext cx="562840" cy="566750"/>
          </ns1:xfrm>
        </ns0:spPr>
        <ns0:txBody>
          <ns1:bodyPr anchor="ctr">
            <ns1:noAutofit/>
          </ns1:bodyPr>
          <ns1:lstStyle>
            <ns1:lvl1pPr algn="ctr">
              <ns1:buNone/>
              <ns1:defRPr sz="2400" b="0" i="0" spc="-15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3</ns1:t>
            </ns1:r>
          </ns1:p>
        </ns0:txBody>
      </ns0:sp>
      <ns0:sp>
        <ns0:nvSpPr>
          <ns0:cNvPr id="69" name="Текст 41">
            <ns1:extLst>
              <ns1:ext uri="{FF2B5EF4-FFF2-40B4-BE49-F238E27FC236}">
                <ns2:creationId id="{0A2320A0-614A-97F4-2A06-1401A6D4ED71}"/>
              </ns1:ext>
            </ns1:extLst>
          </ns0:cNvPr>
          <ns0:cNvSpPr>
            <ns1:spLocks noGrp="1"/>
          </ns0:cNvSpPr>
          <ns0:nvPr>
            <ns0:ph type="body" idx="34" hasCustomPrompt="1"/>
          </ns0:nvPr>
        </ns0:nvSpPr>
        <ns0:spPr>
          <ns1:xfrm>
            <ns1:off x="10845669" y="2729061"/>
            <ns1:ext cx="562840" cy="566750"/>
          </ns1:xfrm>
        </ns0:spPr>
        <ns0:txBody>
          <ns1:bodyPr anchor="ctr">
            <ns1:noAutofit/>
          </ns1:bodyPr>
          <ns1:lstStyle>
            <ns1:lvl1pPr algn="ctr">
              <ns1:buNone/>
              <ns1:defRPr sz="2400" b="0" i="0" spc="-15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4</ns1:t>
            </ns1:r>
          </ns1:p>
        </ns0:txBody>
      </ns0:sp>
      <ns0:sp>
        <ns0:nvSpPr>
          <ns0:cNvPr id="70" name="Текст 41">
            <ns1:extLst>
              <ns1:ext uri="{FF2B5EF4-FFF2-40B4-BE49-F238E27FC236}">
                <ns2:creationId id="{44C7CC2D-5911-DCE4-DFE7-891574C54277}"/>
              </ns1:ext>
            </ns1:extLst>
          </ns0:cNvPr>
          <ns0:cNvSpPr>
            <ns1:spLocks noGrp="1"/>
          </ns0:cNvSpPr>
          <ns0:nvPr>
            <ns0:ph type="body" idx="35" hasCustomPrompt="1"/>
          </ns0:nvPr>
        </ns0:nvSpPr>
        <ns0:spPr>
          <ns1:xfrm>
            <ns1:off x="14144923" y="2729061"/>
            <ns1:ext cx="562840" cy="566750"/>
          </ns1:xfrm>
        </ns0:spPr>
        <ns0:txBody>
          <ns1:bodyPr anchor="ctr">
            <ns1:noAutofit/>
          </ns1:bodyPr>
          <ns1:lstStyle>
            <ns1:lvl1pPr algn="ctr">
              <ns1:buNone/>
              <ns1:defRPr sz="2400" b="0" i="0" spc="-15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5</ns1:t>
            </ns1:r>
          </ns1:p>
        </ns0:txBody>
      </ns0:sp>
      <ns0:sp>
        <ns0:nvSpPr>
          <ns0:cNvPr id="73" name="Текст 41">
            <ns1:extLst>
              <ns1:ext uri="{FF2B5EF4-FFF2-40B4-BE49-F238E27FC236}">
                <ns2:creationId id="{4329B035-C806-6691-D03B-C3C81BD19086}"/>
              </ns1:ext>
            </ns1:extLst>
          </ns0:cNvPr>
          <ns0:cNvSpPr>
            <ns1:spLocks noGrp="1"/>
          </ns0:cNvSpPr>
          <ns0:nvPr>
            <ns0:ph type="body" idx="36" hasCustomPrompt="1"/>
          </ns0:nvPr>
        </ns0:nvSpPr>
        <ns0:spPr>
          <ns1:xfrm>
            <ns1:off x="972620" y="6040672"/>
            <ns1:ext cx="562840" cy="566750"/>
          </ns1:xfrm>
        </ns0:spPr>
        <ns0:txBody>
          <ns1:bodyPr anchor="ctr">
            <ns1:noAutofit/>
          </ns1:bodyPr>
          <ns1:lstStyle>
            <ns1:lvl1pPr algn="ctr">
              <ns1:buNone/>
              <ns1:defRPr sz="2400" b="0" i="0" spc="-15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10</ns1:t>
            </ns1:r>
          </ns1:p>
        </ns0:txBody>
      </ns0:sp>
      <ns0:sp>
        <ns0:nvSpPr>
          <ns0:cNvPr id="74" name="Текст 41">
            <ns1:extLst>
              <ns1:ext uri="{FF2B5EF4-FFF2-40B4-BE49-F238E27FC236}">
                <ns2:creationId id="{EB5370DB-09A1-2BD5-4306-3A4BB015F15A}"/>
              </ns1:ext>
            </ns1:extLst>
          </ns0:cNvPr>
          <ns0:cNvSpPr>
            <ns1:spLocks noGrp="1"/>
          </ns0:cNvSpPr>
          <ns0:nvPr>
            <ns0:ph type="body" idx="37" hasCustomPrompt="1"/>
          </ns0:nvPr>
        </ns0:nvSpPr>
        <ns0:spPr>
          <ns1:xfrm>
            <ns1:off x="10845669" y="6040672"/>
            <ns1:ext cx="562840" cy="566750"/>
          </ns1:xfrm>
        </ns0:spPr>
        <ns0:txBody>
          <ns1:bodyPr anchor="ctr">
            <ns1:noAutofit/>
          </ns1:bodyPr>
          <ns1:lstStyle>
            <ns1:lvl1pPr algn="ctr">
              <ns1:buNone/>
              <ns1:defRPr sz="2400" b="0" i="0" spc="-15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7</ns1:t>
            </ns1:r>
          </ns1:p>
        </ns0:txBody>
      </ns0:sp>
      <ns0:sp>
        <ns0:nvSpPr>
          <ns0:cNvPr id="75" name="Текст 41">
            <ns1:extLst>
              <ns1:ext uri="{FF2B5EF4-FFF2-40B4-BE49-F238E27FC236}">
                <ns2:creationId id="{DE00CA78-A669-C245-9AF8-76A44D955DA6}"/>
              </ns1:ext>
            </ns1:extLst>
          </ns0:cNvPr>
          <ns0:cNvSpPr>
            <ns1:spLocks noGrp="1"/>
          </ns0:cNvSpPr>
          <ns0:nvPr>
            <ns0:ph type="body" idx="38" hasCustomPrompt="1"/>
          </ns0:nvPr>
        </ns0:nvSpPr>
        <ns0:spPr>
          <ns1:xfrm>
            <ns1:off x="14144923" y="6040672"/>
            <ns1:ext cx="562840" cy="566750"/>
          </ns1:xfrm>
        </ns0:spPr>
        <ns0:txBody>
          <ns1:bodyPr anchor="ctr">
            <ns1:noAutofit/>
          </ns1:bodyPr>
          <ns1:lstStyle>
            <ns1:lvl1pPr algn="ctr">
              <ns1:buNone/>
              <ns1:defRPr sz="2400" b="0" i="0" spc="-15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6</ns1:t>
            </ns1:r>
          </ns1:p>
        </ns0:txBody>
      </ns0:sp>
      <ns0:sp>
        <ns0:nvSpPr>
          <ns0:cNvPr id="76" name="Текст 41">
            <ns1:extLst>
              <ns1:ext uri="{FF2B5EF4-FFF2-40B4-BE49-F238E27FC236}">
                <ns2:creationId id="{DB492D02-49F0-FCAF-A49E-E52ABCD1EB07}"/>
              </ns1:ext>
            </ns1:extLst>
          </ns0:cNvPr>
          <ns0:cNvSpPr>
            <ns1:spLocks noGrp="1"/>
          </ns0:cNvSpPr>
          <ns0:nvPr>
            <ns0:ph type="body" idx="39" hasCustomPrompt="1"/>
          </ns0:nvPr>
        </ns0:nvSpPr>
        <ns0:spPr>
          <ns1:xfrm>
            <ns1:off x="4259517" y="6040672"/>
            <ns1:ext cx="562840" cy="566750"/>
          </ns1:xfrm>
        </ns0:spPr>
        <ns0:txBody>
          <ns1:bodyPr anchor="ctr">
            <ns1:noAutofit/>
          </ns1:bodyPr>
          <ns1:lstStyle>
            <ns1:lvl1pPr algn="ctr">
              <ns1:buNone/>
              <ns1:defRPr sz="2400" b="0" i="0" spc="-15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9</ns1:t>
            </ns1:r>
          </ns1:p>
        </ns0:txBody>
      </ns0:sp>
      <ns0:sp>
        <ns0:nvSpPr>
          <ns0:cNvPr id="77" name="Текст 41">
            <ns1:extLst>
              <ns1:ext uri="{FF2B5EF4-FFF2-40B4-BE49-F238E27FC236}">
                <ns2:creationId id="{B6509D05-D7EE-1C79-F6B0-CC38DD588444}"/>
              </ns1:ext>
            </ns1:extLst>
          </ns0:cNvPr>
          <ns0:cNvSpPr>
            <ns1:spLocks noGrp="1"/>
          </ns0:cNvSpPr>
          <ns0:nvPr>
            <ns0:ph type="body" idx="40" hasCustomPrompt="1"/>
          </ns0:nvPr>
        </ns0:nvSpPr>
        <ns0:spPr>
          <ns1:xfrm>
            <ns1:off x="7558772" y="6040672"/>
            <ns1:ext cx="562840" cy="566750"/>
          </ns1:xfrm>
        </ns0:spPr>
        <ns0:txBody>
          <ns1:bodyPr anchor="ctr">
            <ns1:noAutofit/>
          </ns1:bodyPr>
          <ns1:lstStyle>
            <ns1:lvl1pPr algn="ctr">
              <ns1:buNone/>
              <ns1:defRPr sz="2400" b="0" i="0" spc="-15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8</ns1:t>
            </ns1:r>
          </ns1:p>
        </ns0:txBody>
      </ns0:sp>
      <ns0:sp>
        <ns0:nvSpPr>
          <ns0:cNvPr id="79" name="Текст 39">
            <ns1:extLst>
              <ns1:ext uri="{FF2B5EF4-FFF2-40B4-BE49-F238E27FC236}">
                <ns2:creationId id="{D3A15577-237B-5861-2B81-BCA0A253BA43}"/>
              </ns1:ext>
            </ns1:extLst>
          </ns0:cNvPr>
          <ns0:cNvSpPr>
            <ns1:spLocks noGrp="1"/>
          </ns0:cNvSpPr>
          <ns0:nvPr>
            <ns0:ph type="body" idx="41" hasCustomPrompt="1"/>
          </ns0:nvPr>
        </ns0:nvSpPr>
        <ns0:spPr>
          <ns1:xfrm>
            <ns1:off x="955913" y="4246581"/>
            <ns1:ext cx="2144631" cy="690856"/>
          </ns1:xfrm>
        </ns0:spPr>
        <ns0:txBody>
          <ns1:bodyPr>
            <ns1:noAutofit/>
          </ns1:bodyPr>
          <ns1:lstStyle>
            <ns1:lvl1pPr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элемента также максимум в 3 строки</ns1:t>
            </ns1:r>
          </ns1:p>
        </ns0:txBody>
      </ns0:sp>
      <ns0:sp>
        <ns0:nvSpPr>
          <ns0:cNvPr id="6" name="Текст 39">
            <ns1:extLst>
              <ns1:ext uri="{FF2B5EF4-FFF2-40B4-BE49-F238E27FC236}">
                <ns2:creationId id="{9B91557A-DBF0-7253-FCE0-FD13CD88E2F0}"/>
              </ns1:ext>
            </ns1:extLst>
          </ns0:cNvPr>
          <ns0:cNvSpPr>
            <ns1:spLocks noGrp="1"/>
          </ns0:cNvSpPr>
          <ns0:nvPr>
            <ns0:ph type="body" idx="31" hasCustomPrompt="1"/>
          </ns0:nvPr>
        </ns0:nvSpPr>
        <ns0:spPr>
          <ns1:xfrm>
            <ns1:off x="952500" y="5036703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Статус</ns1:t>
            </ns1:r>
          </ns1:p>
        </ns0:txBody>
      </ns0:sp>
      <ns0:sp>
        <ns0:nvSpPr>
          <ns0:cNvPr id="80" name="Текст 39">
            <ns1:extLst>
              <ns1:ext uri="{FF2B5EF4-FFF2-40B4-BE49-F238E27FC236}">
                <ns2:creationId id="{23896982-5807-5BF4-782C-E41B88CEB5EE}"/>
              </ns1:ext>
            </ns1:extLst>
          </ns0:cNvPr>
          <ns0:cNvSpPr>
            <ns1:spLocks noGrp="1"/>
          </ns0:cNvSpPr>
          <ns0:nvPr>
            <ns0:ph type="body" idx="42" hasCustomPrompt="1"/>
          </ns0:nvPr>
        </ns0:nvSpPr>
        <ns0:spPr>
          <ns1:xfrm>
            <ns1:off x="952500" y="5469189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01.01.2000</ns1:t>
            </ns1:r>
          </ns1:p>
        </ns0:txBody>
      </ns0:sp>
      <ns0:sp>
        <ns0:nvSpPr>
          <ns0:cNvPr id="85" name="Текст 39">
            <ns1:extLst>
              <ns1:ext uri="{FF2B5EF4-FFF2-40B4-BE49-F238E27FC236}">
                <ns2:creationId id="{90F65A72-557B-CAA5-8500-F61537825C24}"/>
              </ns1:ext>
            </ns1:extLst>
          </ns0:cNvPr>
          <ns0:cNvSpPr>
            <ns1:spLocks noGrp="1"/>
          </ns0:cNvSpPr>
          <ns0:nvPr>
            <ns0:ph type="body" idx="43" hasCustomPrompt="1"/>
          </ns0:nvPr>
        </ns0:nvSpPr>
        <ns0:spPr>
          <ns1:xfrm>
            <ns1:off x="4255167" y="3406322"/>
            <ns1:ext cx="2144631" cy="815523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Заголовок средней длины максимум в 3 строки</ns1:t>
            </ns1:r>
          </ns1:p>
        </ns0:txBody>
      </ns0:sp>
      <ns0:sp>
        <ns0:nvSpPr>
          <ns0:cNvPr id="86" name="Текст 39">
            <ns1:extLst>
              <ns1:ext uri="{FF2B5EF4-FFF2-40B4-BE49-F238E27FC236}">
                <ns2:creationId id="{D7FEB9A2-14C2-6981-D780-355586FC262C}"/>
              </ns1:ext>
            </ns1:extLst>
          </ns0:cNvPr>
          <ns0:cNvSpPr>
            <ns1:spLocks noGrp="1"/>
          </ns0:cNvSpPr>
          <ns0:nvPr>
            <ns0:ph type="body" idx="44" hasCustomPrompt="1"/>
          </ns0:nvPr>
        </ns0:nvSpPr>
        <ns0:spPr>
          <ns1:xfrm>
            <ns1:off x="4255167" y="4246581"/>
            <ns1:ext cx="2144631" cy="690856"/>
          </ns1:xfrm>
        </ns0:spPr>
        <ns0:txBody>
          <ns1:bodyPr>
            <ns1:noAutofit/>
          </ns1:bodyPr>
          <ns1:lstStyle>
            <ns1:lvl1pPr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элемента также максимум в 3 строки</ns1:t>
            </ns1:r>
          </ns1:p>
        </ns0:txBody>
      </ns0:sp>
      <ns0:sp>
        <ns0:nvSpPr>
          <ns0:cNvPr id="91" name="Текст 39">
            <ns1:extLst>
              <ns1:ext uri="{FF2B5EF4-FFF2-40B4-BE49-F238E27FC236}">
                <ns2:creationId id="{C2BF4D7E-7303-D7E2-45A8-84E74132A6D6}"/>
              </ns1:ext>
            </ns1:extLst>
          </ns0:cNvPr>
          <ns0:cNvSpPr>
            <ns1:spLocks noGrp="1"/>
          </ns0:cNvSpPr>
          <ns0:nvPr>
            <ns0:ph type="body" idx="47" hasCustomPrompt="1"/>
          </ns0:nvPr>
        </ns0:nvSpPr>
        <ns0:spPr>
          <ns1:xfrm>
            <ns1:off x="7517351" y="3406322"/>
            <ns1:ext cx="2144631" cy="815523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Заголовок средней длины максимум в 3 строки</ns1:t>
            </ns1:r>
          </ns1:p>
        </ns0:txBody>
      </ns0:sp>
      <ns0:sp>
        <ns0:nvSpPr>
          <ns0:cNvPr id="92" name="Текст 39">
            <ns1:extLst>
              <ns1:ext uri="{FF2B5EF4-FFF2-40B4-BE49-F238E27FC236}">
                <ns2:creationId id="{E6323280-6FA6-3910-53F1-8D2A26932C9D}"/>
              </ns1:ext>
            </ns1:extLst>
          </ns0:cNvPr>
          <ns0:cNvSpPr>
            <ns1:spLocks noGrp="1"/>
          </ns0:cNvSpPr>
          <ns0:nvPr>
            <ns0:ph type="body" idx="48" hasCustomPrompt="1"/>
          </ns0:nvPr>
        </ns0:nvSpPr>
        <ns0:spPr>
          <ns1:xfrm>
            <ns1:off x="7517351" y="4246581"/>
            <ns1:ext cx="2144631" cy="690856"/>
          </ns1:xfrm>
        </ns0:spPr>
        <ns0:txBody>
          <ns1:bodyPr>
            <ns1:noAutofit/>
          </ns1:bodyPr>
          <ns1:lstStyle>
            <ns1:lvl1pPr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элемента также максимум в 3 строки</ns1:t>
            </ns1:r>
          </ns1:p>
        </ns0:txBody>
      </ns0:sp>
      <ns0:sp>
        <ns0:nvSpPr>
          <ns0:cNvPr id="97" name="Текст 39">
            <ns1:extLst>
              <ns1:ext uri="{FF2B5EF4-FFF2-40B4-BE49-F238E27FC236}">
                <ns2:creationId id="{6C05DE2A-DDC9-8320-D6FE-0CCE6AF3DC5B}"/>
              </ns1:ext>
            </ns1:extLst>
          </ns0:cNvPr>
          <ns0:cNvSpPr>
            <ns1:spLocks noGrp="1"/>
          </ns0:cNvSpPr>
          <ns0:nvPr>
            <ns0:ph type="body" idx="51" hasCustomPrompt="1"/>
          </ns0:nvPr>
        </ns0:nvSpPr>
        <ns0:spPr>
          <ns1:xfrm>
            <ns1:off x="10816605" y="3406322"/>
            <ns1:ext cx="2144631" cy="815523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Заголовок средней длины максимум в 3 строки</ns1:t>
            </ns1:r>
          </ns1:p>
        </ns0:txBody>
      </ns0:sp>
      <ns0:sp>
        <ns0:nvSpPr>
          <ns0:cNvPr id="98" name="Текст 39">
            <ns1:extLst>
              <ns1:ext uri="{FF2B5EF4-FFF2-40B4-BE49-F238E27FC236}">
                <ns2:creationId id="{E4C9C283-8D54-F4F2-3A99-99508C2A60D9}"/>
              </ns1:ext>
            </ns1:extLst>
          </ns0:cNvPr>
          <ns0:cNvSpPr>
            <ns1:spLocks noGrp="1"/>
          </ns0:cNvSpPr>
          <ns0:nvPr>
            <ns0:ph type="body" idx="52" hasCustomPrompt="1"/>
          </ns0:nvPr>
        </ns0:nvSpPr>
        <ns0:spPr>
          <ns1:xfrm>
            <ns1:off x="10816605" y="4246581"/>
            <ns1:ext cx="2144631" cy="690856"/>
          </ns1:xfrm>
        </ns0:spPr>
        <ns0:txBody>
          <ns1:bodyPr>
            <ns1:noAutofit/>
          </ns1:bodyPr>
          <ns1:lstStyle>
            <ns1:lvl1pPr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элемента также максимум в 3 строки</ns1:t>
            </ns1:r>
          </ns1:p>
        </ns0:txBody>
      </ns0:sp>
      <ns0:sp>
        <ns0:nvSpPr>
          <ns0:cNvPr id="103" name="Текст 39">
            <ns1:extLst>
              <ns1:ext uri="{FF2B5EF4-FFF2-40B4-BE49-F238E27FC236}">
                <ns2:creationId id="{F648767F-14AB-E814-7DA3-C6F97C05DB96}"/>
              </ns1:ext>
            </ns1:extLst>
          </ns0:cNvPr>
          <ns0:cNvSpPr>
            <ns1:spLocks noGrp="1"/>
          </ns0:cNvSpPr>
          <ns0:nvPr>
            <ns0:ph type="body" idx="55" hasCustomPrompt="1"/>
          </ns0:nvPr>
        </ns0:nvSpPr>
        <ns0:spPr>
          <ns1:xfrm>
            <ns1:off x="14140573" y="3406322"/>
            <ns1:ext cx="2144631" cy="815523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Заголовок средней длины максимум в 3 строки</ns1:t>
            </ns1:r>
          </ns1:p>
        </ns0:txBody>
      </ns0:sp>
      <ns0:sp>
        <ns0:nvSpPr>
          <ns0:cNvPr id="104" name="Текст 39">
            <ns1:extLst>
              <ns1:ext uri="{FF2B5EF4-FFF2-40B4-BE49-F238E27FC236}">
                <ns2:creationId id="{0D0F5993-4499-B7B5-5A6A-97BA07DF2007}"/>
              </ns1:ext>
            </ns1:extLst>
          </ns0:cNvPr>
          <ns0:cNvSpPr>
            <ns1:spLocks noGrp="1"/>
          </ns0:cNvSpPr>
          <ns0:nvPr>
            <ns0:ph type="body" idx="56" hasCustomPrompt="1"/>
          </ns0:nvPr>
        </ns0:nvSpPr>
        <ns0:spPr>
          <ns1:xfrm>
            <ns1:off x="14140573" y="4246581"/>
            <ns1:ext cx="2144631" cy="690856"/>
          </ns1:xfrm>
        </ns0:spPr>
        <ns0:txBody>
          <ns1:bodyPr>
            <ns1:noAutofit/>
          </ns1:bodyPr>
          <ns1:lstStyle>
            <ns1:lvl1pPr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элемента также максимум в 3 строки</ns1:t>
            </ns1:r>
          </ns1:p>
        </ns0:txBody>
      </ns0:sp>
      <ns0:sp>
        <ns0:nvSpPr>
          <ns0:cNvPr id="109" name="Текст 39">
            <ns1:extLst>
              <ns1:ext uri="{FF2B5EF4-FFF2-40B4-BE49-F238E27FC236}">
                <ns2:creationId id="{1696CA4D-645E-0830-CB37-9E9D4244A9A4}"/>
              </ns1:ext>
            </ns1:extLst>
          </ns0:cNvPr>
          <ns0:cNvSpPr>
            <ns1:spLocks noGrp="1"/>
          </ns0:cNvSpPr>
          <ns0:nvPr>
            <ns0:ph type="body" idx="59" hasCustomPrompt="1"/>
          </ns0:nvPr>
        </ns0:nvSpPr>
        <ns0:spPr>
          <ns1:xfrm>
            <ns1:off x="955913" y="6730289"/>
            <ns1:ext cx="2144631" cy="815523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Заголовок средней длины максимум в 3 строки</ns1:t>
            </ns1:r>
          </ns1:p>
        </ns0:txBody>
      </ns0:sp>
      <ns0:sp>
        <ns0:nvSpPr>
          <ns0:cNvPr id="110" name="Текст 39">
            <ns1:extLst>
              <ns1:ext uri="{FF2B5EF4-FFF2-40B4-BE49-F238E27FC236}">
                <ns2:creationId id="{FF13B2EE-3B91-3FEF-9952-A7A0405599D9}"/>
              </ns1:ext>
            </ns1:extLst>
          </ns0:cNvPr>
          <ns0:cNvSpPr>
            <ns1:spLocks noGrp="1"/>
          </ns0:cNvSpPr>
          <ns0:nvPr>
            <ns0:ph type="body" idx="60" hasCustomPrompt="1"/>
          </ns0:nvPr>
        </ns0:nvSpPr>
        <ns0:spPr>
          <ns1:xfrm>
            <ns1:off x="955913" y="7570548"/>
            <ns1:ext cx="2144631" cy="690856"/>
          </ns1:xfrm>
        </ns0:spPr>
        <ns0:txBody>
          <ns1:bodyPr>
            <ns1:noAutofit/>
          </ns1:bodyPr>
          <ns1:lstStyle>
            <ns1:lvl1pPr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элемента также максимум в 3 строки</ns1:t>
            </ns1:r>
          </ns1:p>
        </ns0:txBody>
      </ns0:sp>
      <ns0:sp>
        <ns0:nvSpPr>
          <ns0:cNvPr id="115" name="Текст 39">
            <ns1:extLst>
              <ns1:ext uri="{FF2B5EF4-FFF2-40B4-BE49-F238E27FC236}">
                <ns2:creationId id="{4E65E75A-B9AF-ECD1-E864-A8C691464CA7}"/>
              </ns1:ext>
            </ns1:extLst>
          </ns0:cNvPr>
          <ns0:cNvSpPr>
            <ns1:spLocks noGrp="1"/>
          </ns0:cNvSpPr>
          <ns0:nvPr>
            <ns0:ph type="body" idx="63" hasCustomPrompt="1"/>
          </ns0:nvPr>
        </ns0:nvSpPr>
        <ns0:spPr>
          <ns1:xfrm>
            <ns1:off x="4255167" y="6730289"/>
            <ns1:ext cx="2144631" cy="815523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Заголовок средней длины максимум в 3 строки</ns1:t>
            </ns1:r>
          </ns1:p>
        </ns0:txBody>
      </ns0:sp>
      <ns0:sp>
        <ns0:nvSpPr>
          <ns0:cNvPr id="116" name="Текст 39">
            <ns1:extLst>
              <ns1:ext uri="{FF2B5EF4-FFF2-40B4-BE49-F238E27FC236}">
                <ns2:creationId id="{A98E9700-BDE3-3658-D89D-EC32417AEFC7}"/>
              </ns1:ext>
            </ns1:extLst>
          </ns0:cNvPr>
          <ns0:cNvSpPr>
            <ns1:spLocks noGrp="1"/>
          </ns0:cNvSpPr>
          <ns0:nvPr>
            <ns0:ph type="body" idx="64" hasCustomPrompt="1"/>
          </ns0:nvPr>
        </ns0:nvSpPr>
        <ns0:spPr>
          <ns1:xfrm>
            <ns1:off x="4255167" y="7570548"/>
            <ns1:ext cx="2144631" cy="690856"/>
          </ns1:xfrm>
        </ns0:spPr>
        <ns0:txBody>
          <ns1:bodyPr>
            <ns1:noAutofit/>
          </ns1:bodyPr>
          <ns1:lstStyle>
            <ns1:lvl1pPr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элемента также максимум в 3 строки</ns1:t>
            </ns1:r>
          </ns1:p>
        </ns0:txBody>
      </ns0:sp>
      <ns0:sp>
        <ns0:nvSpPr>
          <ns0:cNvPr id="121" name="Текст 39">
            <ns1:extLst>
              <ns1:ext uri="{FF2B5EF4-FFF2-40B4-BE49-F238E27FC236}">
                <ns2:creationId id="{7D845AB3-A07B-4702-83C3-2109ABF21480}"/>
              </ns1:ext>
            </ns1:extLst>
          </ns0:cNvPr>
          <ns0:cNvSpPr>
            <ns1:spLocks noGrp="1"/>
          </ns0:cNvSpPr>
          <ns0:nvPr>
            <ns0:ph type="body" idx="67" hasCustomPrompt="1"/>
          </ns0:nvPr>
        </ns0:nvSpPr>
        <ns0:spPr>
          <ns1:xfrm>
            <ns1:off x="7517351" y="6730289"/>
            <ns1:ext cx="2144631" cy="815523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Заголовок средней длины максимум в 3 строки</ns1:t>
            </ns1:r>
          </ns1:p>
        </ns0:txBody>
      </ns0:sp>
      <ns0:sp>
        <ns0:nvSpPr>
          <ns0:cNvPr id="122" name="Текст 39">
            <ns1:extLst>
              <ns1:ext uri="{FF2B5EF4-FFF2-40B4-BE49-F238E27FC236}">
                <ns2:creationId id="{AB36FE25-40C6-7D62-AD70-9D3E50B4D437}"/>
              </ns1:ext>
            </ns1:extLst>
          </ns0:cNvPr>
          <ns0:cNvSpPr>
            <ns1:spLocks noGrp="1"/>
          </ns0:cNvSpPr>
          <ns0:nvPr>
            <ns0:ph type="body" idx="68" hasCustomPrompt="1"/>
          </ns0:nvPr>
        </ns0:nvSpPr>
        <ns0:spPr>
          <ns1:xfrm>
            <ns1:off x="7517351" y="7570548"/>
            <ns1:ext cx="2144631" cy="690856"/>
          </ns1:xfrm>
        </ns0:spPr>
        <ns0:txBody>
          <ns1:bodyPr>
            <ns1:noAutofit/>
          </ns1:bodyPr>
          <ns1:lstStyle>
            <ns1:lvl1pPr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элемента также максимум в 3 строки</ns1:t>
            </ns1:r>
          </ns1:p>
        </ns0:txBody>
      </ns0:sp>
      <ns0:sp>
        <ns0:nvSpPr>
          <ns0:cNvPr id="127" name="Текст 39">
            <ns1:extLst>
              <ns1:ext uri="{FF2B5EF4-FFF2-40B4-BE49-F238E27FC236}">
                <ns2:creationId id="{8474BF6E-A017-8852-C693-7ADAAC093E3C}"/>
              </ns1:ext>
            </ns1:extLst>
          </ns0:cNvPr>
          <ns0:cNvSpPr>
            <ns1:spLocks noGrp="1"/>
          </ns0:cNvSpPr>
          <ns0:nvPr>
            <ns0:ph type="body" idx="71" hasCustomPrompt="1"/>
          </ns0:nvPr>
        </ns0:nvSpPr>
        <ns0:spPr>
          <ns1:xfrm>
            <ns1:off x="10816605" y="6730289"/>
            <ns1:ext cx="2144631" cy="815523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Заголовок средней длины максимум в 3 строки</ns1:t>
            </ns1:r>
          </ns1:p>
        </ns0:txBody>
      </ns0:sp>
      <ns0:sp>
        <ns0:nvSpPr>
          <ns0:cNvPr id="128" name="Текст 39">
            <ns1:extLst>
              <ns1:ext uri="{FF2B5EF4-FFF2-40B4-BE49-F238E27FC236}">
                <ns2:creationId id="{3FDFB16E-F8DD-BAAD-E591-3BF315F0554C}"/>
              </ns1:ext>
            </ns1:extLst>
          </ns0:cNvPr>
          <ns0:cNvSpPr>
            <ns1:spLocks noGrp="1"/>
          </ns0:cNvSpPr>
          <ns0:nvPr>
            <ns0:ph type="body" idx="72" hasCustomPrompt="1"/>
          </ns0:nvPr>
        </ns0:nvSpPr>
        <ns0:spPr>
          <ns1:xfrm>
            <ns1:off x="10816605" y="7570548"/>
            <ns1:ext cx="2144631" cy="690856"/>
          </ns1:xfrm>
        </ns0:spPr>
        <ns0:txBody>
          <ns1:bodyPr>
            <ns1:noAutofit/>
          </ns1:bodyPr>
          <ns1:lstStyle>
            <ns1:lvl1pPr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элемента также максимум в 3 строки</ns1:t>
            </ns1:r>
          </ns1:p>
        </ns0:txBody>
      </ns0:sp>
      <ns0:sp>
        <ns0:nvSpPr>
          <ns0:cNvPr id="133" name="Текст 39">
            <ns1:extLst>
              <ns1:ext uri="{FF2B5EF4-FFF2-40B4-BE49-F238E27FC236}">
                <ns2:creationId id="{1268AA54-2DBF-56AA-5195-DEC14A434A31}"/>
              </ns1:ext>
            </ns1:extLst>
          </ns0:cNvPr>
          <ns0:cNvSpPr>
            <ns1:spLocks noGrp="1"/>
          </ns0:cNvSpPr>
          <ns0:nvPr>
            <ns0:ph type="body" idx="75" hasCustomPrompt="1"/>
          </ns0:nvPr>
        </ns0:nvSpPr>
        <ns0:spPr>
          <ns1:xfrm>
            <ns1:off x="14140573" y="6730289"/>
            <ns1:ext cx="2144631" cy="815523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Заголовок средней длины максимум в 3 строки</ns1:t>
            </ns1:r>
          </ns1:p>
        </ns0:txBody>
      </ns0:sp>
      <ns0:sp>
        <ns0:nvSpPr>
          <ns0:cNvPr id="134" name="Текст 39">
            <ns1:extLst>
              <ns1:ext uri="{FF2B5EF4-FFF2-40B4-BE49-F238E27FC236}">
                <ns2:creationId id="{67A9CA5F-6E4D-D44E-6E8B-F624912ED39C}"/>
              </ns1:ext>
            </ns1:extLst>
          </ns0:cNvPr>
          <ns0:cNvSpPr>
            <ns1:spLocks noGrp="1"/>
          </ns0:cNvSpPr>
          <ns0:nvPr>
            <ns0:ph type="body" idx="76" hasCustomPrompt="1"/>
          </ns0:nvPr>
        </ns0:nvSpPr>
        <ns0:spPr>
          <ns1:xfrm>
            <ns1:off x="14140573" y="7570548"/>
            <ns1:ext cx="2144631" cy="690856"/>
          </ns1:xfrm>
        </ns0:spPr>
        <ns0:txBody>
          <ns1:bodyPr>
            <ns1:noAutofit/>
          </ns1:bodyPr>
          <ns1:lstStyle>
            <ns1:lvl1pPr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элемента также максимум в 3 строки</ns1:t>
            </ns1:r>
          </ns1:p>
        </ns0:txBody>
      </ns0:sp>
      <ns0:sp>
        <ns0:nvSpPr>
          <ns0:cNvPr id="11" name="Текст 39">
            <ns1:extLst>
              <ns1:ext uri="{FF2B5EF4-FFF2-40B4-BE49-F238E27FC236}">
                <ns2:creationId id="{27F5A080-2018-52DA-F919-A480E5D44EF3}"/>
              </ns1:ext>
            </ns1:extLst>
          </ns0:cNvPr>
          <ns0:cNvSpPr>
            <ns1:spLocks noGrp="1"/>
          </ns0:cNvSpPr>
          <ns0:nvPr>
            <ns0:ph type="body" idx="79" hasCustomPrompt="1"/>
          </ns0:nvPr>
        </ns0:nvSpPr>
        <ns0:spPr>
          <ns1:xfrm>
            <ns1:off x="4247494" y="5036703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Статус</ns1:t>
            </ns1:r>
          </ns1:p>
        </ns0:txBody>
      </ns0:sp>
      <ns0:sp>
        <ns0:nvSpPr>
          <ns0:cNvPr id="12" name="Текст 39">
            <ns1:extLst>
              <ns1:ext uri="{FF2B5EF4-FFF2-40B4-BE49-F238E27FC236}">
                <ns2:creationId id="{449A0DC3-2567-11B4-FFE2-B8A24F7D5FD6}"/>
              </ns1:ext>
            </ns1:extLst>
          </ns0:cNvPr>
          <ns0:cNvSpPr>
            <ns1:spLocks noGrp="1"/>
          </ns0:cNvSpPr>
          <ns0:nvPr>
            <ns0:ph type="body" idx="80" hasCustomPrompt="1"/>
          </ns0:nvPr>
        </ns0:nvSpPr>
        <ns0:spPr>
          <ns1:xfrm>
            <ns1:off x="4247494" y="5469189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01.01.2000</ns1:t>
            </ns1:r>
          </ns1:p>
        </ns0:txBody>
      </ns0:sp>
      <ns0:sp>
        <ns0:nvSpPr>
          <ns0:cNvPr id="16" name="Текст 39">
            <ns1:extLst>
              <ns1:ext uri="{FF2B5EF4-FFF2-40B4-BE49-F238E27FC236}">
                <ns2:creationId id="{DFEEDC2E-6B31-E691-7072-8D938EEDC287}"/>
              </ns1:ext>
            </ns1:extLst>
          </ns0:cNvPr>
          <ns0:cNvSpPr>
            <ns1:spLocks noGrp="1"/>
          </ns0:cNvSpPr>
          <ns0:nvPr>
            <ns0:ph type="body" idx="81" hasCustomPrompt="1"/>
          </ns0:nvPr>
        </ns0:nvSpPr>
        <ns0:spPr>
          <ns1:xfrm>
            <ns1:off x="7495191" y="5036703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Статус</ns1:t>
            </ns1:r>
          </ns1:p>
        </ns0:txBody>
      </ns0:sp>
      <ns0:sp>
        <ns0:nvSpPr>
          <ns0:cNvPr id="25" name="Текст 39">
            <ns1:extLst>
              <ns1:ext uri="{FF2B5EF4-FFF2-40B4-BE49-F238E27FC236}">
                <ns2:creationId id="{48355716-CBC2-68D6-C4FE-D02EC94C7995}"/>
              </ns1:ext>
            </ns1:extLst>
          </ns0:cNvPr>
          <ns0:cNvSpPr>
            <ns1:spLocks noGrp="1"/>
          </ns0:cNvSpPr>
          <ns0:nvPr>
            <ns0:ph type="body" idx="82" hasCustomPrompt="1"/>
          </ns0:nvPr>
        </ns0:nvSpPr>
        <ns0:spPr>
          <ns1:xfrm>
            <ns1:off x="7495191" y="5469189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01.01.2000</ns1:t>
            </ns1:r>
          </ns1:p>
        </ns0:txBody>
      </ns0:sp>
      <ns0:sp>
        <ns0:nvSpPr>
          <ns0:cNvPr id="26" name="Текст 39">
            <ns1:extLst>
              <ns1:ext uri="{FF2B5EF4-FFF2-40B4-BE49-F238E27FC236}">
                <ns2:creationId id="{B71439B0-C426-0765-E081-72E942B20628}"/>
              </ns1:ext>
            </ns1:extLst>
          </ns0:cNvPr>
          <ns0:cNvSpPr>
            <ns1:spLocks noGrp="1"/>
          </ns0:cNvSpPr>
          <ns0:nvPr>
            <ns0:ph type="body" idx="83" hasCustomPrompt="1"/>
          </ns0:nvPr>
        </ns0:nvSpPr>
        <ns0:spPr>
          <ns1:xfrm>
            <ns1:off x="10821716" y="5036703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Статус</ns1:t>
            </ns1:r>
          </ns1:p>
        </ns0:txBody>
      </ns0:sp>
      <ns0:sp>
        <ns0:nvSpPr>
          <ns0:cNvPr id="27" name="Текст 39">
            <ns1:extLst>
              <ns1:ext uri="{FF2B5EF4-FFF2-40B4-BE49-F238E27FC236}">
                <ns2:creationId id="{668FEFE4-5190-6297-9026-EBAC0E7EC1B3}"/>
              </ns1:ext>
            </ns1:extLst>
          </ns0:cNvPr>
          <ns0:cNvSpPr>
            <ns1:spLocks noGrp="1"/>
          </ns0:cNvSpPr>
          <ns0:nvPr>
            <ns0:ph type="body" idx="84" hasCustomPrompt="1"/>
          </ns0:nvPr>
        </ns0:nvSpPr>
        <ns0:spPr>
          <ns1:xfrm>
            <ns1:off x="10821716" y="5469189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01.01.2000</ns1:t>
            </ns1:r>
          </ns1:p>
        </ns0:txBody>
      </ns0:sp>
      <ns0:sp>
        <ns0:nvSpPr>
          <ns0:cNvPr id="28" name="Текст 39">
            <ns1:extLst>
              <ns1:ext uri="{FF2B5EF4-FFF2-40B4-BE49-F238E27FC236}">
                <ns2:creationId id="{A7653370-CA53-6F94-05BA-BDDE3CA827C0}"/>
              </ns1:ext>
            </ns1:extLst>
          </ns0:cNvPr>
          <ns0:cNvSpPr>
            <ns1:spLocks noGrp="1"/>
          </ns0:cNvSpPr>
          <ns0:nvPr>
            <ns0:ph type="body" idx="85" hasCustomPrompt="1"/>
          </ns0:nvPr>
        </ns0:nvSpPr>
        <ns0:spPr>
          <ns1:xfrm>
            <ns1:off x="14148240" y="5036703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Статус</ns1:t>
            </ns1:r>
          </ns1:p>
        </ns0:txBody>
      </ns0:sp>
      <ns0:sp>
        <ns0:nvSpPr>
          <ns0:cNvPr id="29" name="Текст 39">
            <ns1:extLst>
              <ns1:ext uri="{FF2B5EF4-FFF2-40B4-BE49-F238E27FC236}">
                <ns2:creationId id="{B92ED35B-7177-F196-BA5D-DF61C0C984EB}"/>
              </ns1:ext>
            </ns1:extLst>
          </ns0:cNvPr>
          <ns0:cNvSpPr>
            <ns1:spLocks noGrp="1"/>
          </ns0:cNvSpPr>
          <ns0:nvPr>
            <ns0:ph type="body" idx="86" hasCustomPrompt="1"/>
          </ns0:nvPr>
        </ns0:nvSpPr>
        <ns0:spPr>
          <ns1:xfrm>
            <ns1:off x="14148240" y="5469189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01.01.2000</ns1:t>
            </ns1:r>
          </ns1:p>
        </ns0:txBody>
      </ns0:sp>
      <ns0:sp>
        <ns0:nvSpPr>
          <ns0:cNvPr id="30" name="Текст 39">
            <ns1:extLst>
              <ns1:ext uri="{FF2B5EF4-FFF2-40B4-BE49-F238E27FC236}">
                <ns2:creationId id="{BDCA349B-6ADB-F247-C7F3-D886D61A15BA}"/>
              </ns1:ext>
            </ns1:extLst>
          </ns0:cNvPr>
          <ns0:cNvSpPr>
            <ns1:spLocks noGrp="1"/>
          </ns0:cNvSpPr>
          <ns0:nvPr>
            <ns0:ph type="body" idx="87" hasCustomPrompt="1"/>
          </ns0:nvPr>
        </ns0:nvSpPr>
        <ns0:spPr>
          <ns1:xfrm>
            <ns1:off x="952500" y="8347461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Статус</ns1:t>
            </ns1:r>
          </ns1:p>
        </ns0:txBody>
      </ns0:sp>
      <ns0:sp>
        <ns0:nvSpPr>
          <ns0:cNvPr id="31" name="Текст 39">
            <ns1:extLst>
              <ns1:ext uri="{FF2B5EF4-FFF2-40B4-BE49-F238E27FC236}">
                <ns2:creationId id="{833DC6FA-EAC6-3FA7-5613-E71DD2636C5D}"/>
              </ns1:ext>
            </ns1:extLst>
          </ns0:cNvPr>
          <ns0:cNvSpPr>
            <ns1:spLocks noGrp="1"/>
          </ns0:cNvSpPr>
          <ns0:nvPr>
            <ns0:ph type="body" idx="88" hasCustomPrompt="1"/>
          </ns0:nvPr>
        </ns0:nvSpPr>
        <ns0:spPr>
          <ns1:xfrm>
            <ns1:off x="952500" y="8779947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01.01.2000</ns1:t>
            </ns1:r>
          </ns1:p>
        </ns0:txBody>
      </ns0:sp>
      <ns0:sp>
        <ns0:nvSpPr>
          <ns0:cNvPr id="32" name="Текст 39">
            <ns1:extLst>
              <ns1:ext uri="{FF2B5EF4-FFF2-40B4-BE49-F238E27FC236}">
                <ns2:creationId id="{2E171E4E-5603-DCEA-1076-F9D18C8E7DB1}"/>
              </ns1:ext>
            </ns1:extLst>
          </ns0:cNvPr>
          <ns0:cNvSpPr>
            <ns1:spLocks noGrp="1"/>
          </ns0:cNvSpPr>
          <ns0:nvPr>
            <ns0:ph type="body" idx="89" hasCustomPrompt="1"/>
          </ns0:nvPr>
        </ns0:nvSpPr>
        <ns0:spPr>
          <ns1:xfrm>
            <ns1:off x="4247494" y="8347461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Статус</ns1:t>
            </ns1:r>
          </ns1:p>
        </ns0:txBody>
      </ns0:sp>
      <ns0:sp>
        <ns0:nvSpPr>
          <ns0:cNvPr id="34" name="Текст 39">
            <ns1:extLst>
              <ns1:ext uri="{FF2B5EF4-FFF2-40B4-BE49-F238E27FC236}">
                <ns2:creationId id="{4EC6CA7C-35E3-D548-7296-7306621BA37C}"/>
              </ns1:ext>
            </ns1:extLst>
          </ns0:cNvPr>
          <ns0:cNvSpPr>
            <ns1:spLocks noGrp="1"/>
          </ns0:cNvSpPr>
          <ns0:nvPr>
            <ns0:ph type="body" idx="90" hasCustomPrompt="1"/>
          </ns0:nvPr>
        </ns0:nvSpPr>
        <ns0:spPr>
          <ns1:xfrm>
            <ns1:off x="4247494" y="8779947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01.01.2000</ns1:t>
            </ns1:r>
          </ns1:p>
        </ns0:txBody>
      </ns0:sp>
      <ns0:sp>
        <ns0:nvSpPr>
          <ns0:cNvPr id="35" name="Текст 39">
            <ns1:extLst>
              <ns1:ext uri="{FF2B5EF4-FFF2-40B4-BE49-F238E27FC236}">
                <ns2:creationId id="{14BD599C-CF60-F5D5-AAB1-73B3E25509C0}"/>
              </ns1:ext>
            </ns1:extLst>
          </ns0:cNvPr>
          <ns0:cNvSpPr>
            <ns1:spLocks noGrp="1"/>
          </ns0:cNvSpPr>
          <ns0:nvPr>
            <ns0:ph type="body" idx="91" hasCustomPrompt="1"/>
          </ns0:nvPr>
        </ns0:nvSpPr>
        <ns0:spPr>
          <ns1:xfrm>
            <ns1:off x="7495191" y="8347461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Статус</ns1:t>
            </ns1:r>
          </ns1:p>
        </ns0:txBody>
      </ns0:sp>
      <ns0:sp>
        <ns0:nvSpPr>
          <ns0:cNvPr id="36" name="Текст 39">
            <ns1:extLst>
              <ns1:ext uri="{FF2B5EF4-FFF2-40B4-BE49-F238E27FC236}">
                <ns2:creationId id="{515C4F7D-F2D7-2C89-B3C4-C3E93871E3A9}"/>
              </ns1:ext>
            </ns1:extLst>
          </ns0:cNvPr>
          <ns0:cNvSpPr>
            <ns1:spLocks noGrp="1"/>
          </ns0:cNvSpPr>
          <ns0:nvPr>
            <ns0:ph type="body" idx="92" hasCustomPrompt="1"/>
          </ns0:nvPr>
        </ns0:nvSpPr>
        <ns0:spPr>
          <ns1:xfrm>
            <ns1:off x="7495191" y="8779947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01.01.2000</ns1:t>
            </ns1:r>
          </ns1:p>
        </ns0:txBody>
      </ns0:sp>
      <ns0:sp>
        <ns0:nvSpPr>
          <ns0:cNvPr id="37" name="Текст 39">
            <ns1:extLst>
              <ns1:ext uri="{FF2B5EF4-FFF2-40B4-BE49-F238E27FC236}">
                <ns2:creationId id="{022220E9-5EB0-5D83-C928-D2537E019AA7}"/>
              </ns1:ext>
            </ns1:extLst>
          </ns0:cNvPr>
          <ns0:cNvSpPr>
            <ns1:spLocks noGrp="1"/>
          </ns0:cNvSpPr>
          <ns0:nvPr>
            <ns0:ph type="body" idx="93" hasCustomPrompt="1"/>
          </ns0:nvPr>
        </ns0:nvSpPr>
        <ns0:spPr>
          <ns1:xfrm>
            <ns1:off x="10821716" y="8347461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Статус</ns1:t>
            </ns1:r>
          </ns1:p>
        </ns0:txBody>
      </ns0:sp>
      <ns0:sp>
        <ns0:nvSpPr>
          <ns0:cNvPr id="38" name="Текст 39">
            <ns1:extLst>
              <ns1:ext uri="{FF2B5EF4-FFF2-40B4-BE49-F238E27FC236}">
                <ns2:creationId id="{A6A5054D-421E-AACE-EDB6-6B27422F04E8}"/>
              </ns1:ext>
            </ns1:extLst>
          </ns0:cNvPr>
          <ns0:cNvSpPr>
            <ns1:spLocks noGrp="1"/>
          </ns0:cNvSpPr>
          <ns0:nvPr>
            <ns0:ph type="body" idx="94" hasCustomPrompt="1"/>
          </ns0:nvPr>
        </ns0:nvSpPr>
        <ns0:spPr>
          <ns1:xfrm>
            <ns1:off x="10821716" y="8779947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01.01.2000</ns1:t>
            </ns1:r>
          </ns1:p>
        </ns0:txBody>
      </ns0:sp>
      <ns0:sp>
        <ns0:nvSpPr>
          <ns0:cNvPr id="39" name="Текст 39">
            <ns1:extLst>
              <ns1:ext uri="{FF2B5EF4-FFF2-40B4-BE49-F238E27FC236}">
                <ns2:creationId id="{3C961EB7-D2B2-F0C8-BA08-F1CAF17EE3A1}"/>
              </ns1:ext>
            </ns1:extLst>
          </ns0:cNvPr>
          <ns0:cNvSpPr>
            <ns1:spLocks noGrp="1"/>
          </ns0:cNvSpPr>
          <ns0:nvPr>
            <ns0:ph type="body" idx="95" hasCustomPrompt="1"/>
          </ns0:nvPr>
        </ns0:nvSpPr>
        <ns0:spPr>
          <ns1:xfrm>
            <ns1:off x="14148240" y="8347461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Статус</ns1:t>
            </ns1:r>
          </ns1:p>
        </ns0:txBody>
      </ns0:sp>
      <ns0:sp>
        <ns0:nvSpPr>
          <ns0:cNvPr id="40" name="Текст 39">
            <ns1:extLst>
              <ns1:ext uri="{FF2B5EF4-FFF2-40B4-BE49-F238E27FC236}">
                <ns2:creationId id="{6A0CD277-A4D2-379D-5959-61DDE1A973E9}"/>
              </ns1:ext>
            </ns1:extLst>
          </ns0:cNvPr>
          <ns0:cNvSpPr>
            <ns1:spLocks noGrp="1"/>
          </ns0:cNvSpPr>
          <ns0:nvPr>
            <ns0:ph type="body" idx="96" hasCustomPrompt="1"/>
          </ns0:nvPr>
        </ns0:nvSpPr>
        <ns0:spPr>
          <ns1:xfrm>
            <ns1:off x="14148240" y="8779947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01.01.2000</ns1:t>
            </ns1:r>
          </ns1:p>
        </ns0:txBody>
      </ns0:sp>
      <ns0:sp>
        <ns0:nvSpPr>
          <ns0:cNvPr id="41" name="Рисунок 3">
            <ns1:extLst>
              <ns1:ext uri="{FF2B5EF4-FFF2-40B4-BE49-F238E27FC236}">
                <ns2:creationId id="{FE389CD7-8DB1-F301-34D8-C67D6DDE2ED1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42" name="Текст 16">
            <ns1:extLst>
              <ns1:ext uri="{FF2B5EF4-FFF2-40B4-BE49-F238E27FC236}">
                <ns2:creationId id="{29813B5F-8CF5-0E42-C52F-EA95BC413595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42e81e976d894488">
              <ns1:extLst>
                <ns1:ext uri="{96DAC541-7B7A-43D3-8B79-37D633B846F1}">
                  <ns4:svgBlip ns3:embed="Rf8358425f09b4d29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45" name="Текст 16">
            <ns1:extLst>
              <ns1:ext uri="{FF2B5EF4-FFF2-40B4-BE49-F238E27FC236}">
                <ns2:creationId id="{95038034-D548-554B-1039-DCD57F2A980E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d768e7edaa2a42af">
              <ns1:extLst>
                <ns1:ext uri="{96DAC541-7B7A-43D3-8B79-37D633B846F1}">
                  <ns4:svgBlip ns3:embed="Rbe9d4728d47a42b3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22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Путь: 8 шагов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18" name="Текст 39">
            <ns1:extLst>
              <ns1:ext uri="{FF2B5EF4-FFF2-40B4-BE49-F238E27FC236}">
                <ns2:creationId id="{80316F50-9BF0-28D8-0FD8-12BB69AF2D40}"/>
              </ns1:ext>
            </ns1:extLst>
          </ns0:cNvPr>
          <ns0:cNvSpPr>
            <ns1:spLocks noGrp="1"/>
          </ns0:cNvSpPr>
          <ns0:nvPr>
            <ns0:ph type="body" idx="26" hasCustomPrompt="1"/>
          </ns0:nvPr>
        </ns0:nvSpPr>
        <ns0:spPr>
          <ns1:xfrm>
            <ns1:off x="955913" y="3406322"/>
            <ns1:ext cx="2144631" cy="815523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Заголовок средней длины максимум в 3 строки</ns1:t>
            </ns1:r>
          </ns1:p>
        </ns0:txBody>
      </ns0:sp>
      <ns0:pic>
        <ns0:nvPicPr>
          <ns0:cNvPr id="145" name="Frame 2087329752 --&gt; Frame 2087329752"/>
          <ns0:cNvPicPr>
            <ns1:picLocks noChangeAspect="1"/>
          </ns0:cNvPicPr>
          <ns0:nvPr/>
        </ns0:nvPicPr>
        <ns0:blipFill>
          <ns1:blip ns3:embed="R8114c481951b4ae5"/>
          <ns1:srcRect l="0" t="0" r="0" b="0"/>
          <ns1:stretch/>
        </ns0:blipFill>
        <ns0:spPr>
          <ns1:xfrm>
            <ns1:off x="952500" y="6324595"/>
            <ns1:ext cx="13544550" cy="19059"/>
          </ns1:xfrm>
          <ns1:prstGeom prst="rect">
            <ns1:avLst/>
          </ns1:prstGeom>
        </ns0:spPr>
      </ns0:pic>
      <ns0:pic>
        <ns0:nvPicPr>
          <ns0:cNvPr id="146" name="Frame 2087329752 --&gt; Frame 2087329752"/>
          <ns0:cNvPicPr>
            <ns1:picLocks noChangeAspect="1"/>
          </ns0:cNvPicPr>
          <ns0:nvPr/>
        </ns0:nvPicPr>
        <ns0:blipFill>
          <ns1:blip ns3:embed="R92d8e25cdfac4f6e"/>
          <ns1:srcRect l="0" t="0" r="0" b="0"/>
          <ns1:stretch/>
        </ns0:blipFill>
        <ns0:spPr>
          <ns1:xfrm>
            <ns1:off x="1545729" y="3001952"/>
            <ns1:ext cx="2867025" cy="19059"/>
          </ns1:xfrm>
          <ns1:prstGeom prst="rect">
            <ns1:avLst/>
          </ns1:prstGeom>
        </ns0:spPr>
      </ns0:pic>
      <ns0:pic>
        <ns0:nvPicPr>
          <ns0:cNvPr id="147" name="Frame 2087329752 --&gt; Frame 2087329752"/>
          <ns0:cNvPicPr>
            <ns1:picLocks noChangeAspect="1"/>
          </ns0:cNvPicPr>
          <ns0:nvPr/>
        </ns0:nvPicPr>
        <ns0:blipFill>
          <ns1:blip ns3:embed="R190d7892161e4ef8"/>
          <ns1:srcRect l="0" t="0" r="0" b="0"/>
          <ns1:stretch/>
        </ns0:blipFill>
        <ns0:spPr>
          <ns1:xfrm>
            <ns1:off x="4423023" y="3001952"/>
            <ns1:ext cx="10153650" cy="19059"/>
          </ns1:xfrm>
          <ns1:prstGeom prst="rect">
            <ns1:avLst/>
          </ns1:prstGeom>
        </ns0:spPr>
      </ns0:pic>
      <ns0:pic>
        <ns0:nvPicPr>
          <ns0:cNvPr id="148" name="Frame 2087329752 --&gt; Frame 2087329752"/>
          <ns0:cNvPicPr>
            <ns1:picLocks noChangeAspect="1"/>
          </ns0:cNvPicPr>
          <ns0:nvPr/>
        </ns0:nvPicPr>
        <ns0:blipFill>
          <ns1:blip ns3:embed="Rcd5ec2d491a0491d"/>
          <ns1:srcRect l="0" t="0" r="0" b="0"/>
          <ns1:stretch/>
        </ns0:blipFill>
        <ns0:spPr>
          <ns1:xfrm>
            <ns1:off x="7300317" y="3001952"/>
            <ns1:ext cx="2286000" cy="19059"/>
          </ns1:xfrm>
          <ns1:prstGeom prst="rect">
            <ns1:avLst/>
          </ns1:prstGeom>
        </ns0:spPr>
      </ns0:pic>
      <ns0:pic>
        <ns0:nvPicPr>
          <ns0:cNvPr id="149" name="Frame 2087329752 --&gt; Frame 2087329752"/>
          <ns0:cNvPicPr>
            <ns1:picLocks noChangeAspect="1"/>
          </ns0:cNvPicPr>
          <ns0:nvPr/>
        </ns0:nvPicPr>
        <ns0:blipFill>
          <ns1:blip ns3:embed="Rcd5ec2d491a0491d"/>
          <ns1:srcRect l="0" t="0" r="0" b="0"/>
          <ns1:stretch/>
        </ns0:blipFill>
        <ns0:spPr>
          <ns1:xfrm>
            <ns1:off x="7300317" y="6327070"/>
            <ns1:ext cx="2286000" cy="19059"/>
          </ns1:xfrm>
          <ns1:prstGeom prst="rect">
            <ns1:avLst/>
          </ns1:prstGeom>
        </ns0:spPr>
      </ns0:pic>
      <ns0:pic>
        <ns0:nvPicPr>
          <ns0:cNvPr id="150" name="Frame 2087329752 --&gt; Frame 2087329752"/>
          <ns0:cNvPicPr>
            <ns1:picLocks noChangeAspect="1"/>
          </ns0:cNvPicPr>
          <ns0:nvPr/>
        </ns0:nvPicPr>
        <ns0:blipFill>
          <ns1:blip ns3:embed="R7826db6c493442f7">
            <ns1:extLst>
              <ns1:ext uri="{96DAC541-7B7A-43D3-8B79-37D633B846F1}">
                <ns4:svgBlip ns3:embed="R97ec99fd97fb4ab0"/>
              </ns1:ext>
            </ns1:extLst>
          </ns1:blip>
          <ns1:srcRect l="0" t="0" r="0" b="0"/>
          <ns1:stretch/>
        </ns0:blipFill>
        <ns0:spPr>
          <ns1:xfrm>
            <ns1:off x="10175751" y="3000426"/>
            <ns1:ext cx="7019927" cy="3343284"/>
          </ns1:xfrm>
          <ns1:prstGeom prst="rect">
            <ns1:avLst/>
          </ns1:prstGeom>
        </ns0:spPr>
      </ns0:pic>
      <ns0:pic>
        <ns0:nvPicPr>
          <ns0:cNvPr id="151" name="Frame 2087329752"/>
          <ns0:cNvPicPr>
            <ns1:picLocks noChangeAspect="1"/>
          </ns0:cNvPicPr>
          <ns0:nvPr/>
        </ns0:nvPicPr>
        <ns0:blipFill>
          <ns1:blip ns3:embed="Rbbba78be8b654ab4"/>
          <ns1:srcRect l="0" t="0" r="0" b="0"/>
          <ns1:stretch/>
        </ns0:blipFill>
        <ns0:spPr>
          <ns1:xfrm>
            <ns1:off x="955030" y="2714625"/>
            <ns1:ext cx="590550" cy="590550"/>
          </ns1:xfrm>
          <ns1:prstGeom prst="rect">
            <ns1:avLst/>
          </ns1:prstGeom>
        </ns0:spPr>
      </ns0:pic>
      <ns0:pic>
        <ns0:nvPicPr>
          <ns0:cNvPr id="152" name="Frame 2087329752"/>
          <ns0:cNvPicPr>
            <ns1:picLocks noChangeAspect="1"/>
          </ns0:cNvPicPr>
          <ns0:nvPr/>
        </ns0:nvPicPr>
        <ns0:blipFill>
          <ns1:blip ns3:embed="R1c02f460d6be448a"/>
          <ns1:srcRect l="0" t="0" r="0" b="0"/>
          <ns1:stretch/>
        </ns0:blipFill>
        <ns0:spPr>
          <ns1:xfrm>
            <ns1:off x="5227498" y="2714625"/>
            <ns1:ext cx="590550" cy="590550"/>
          </ns1:xfrm>
          <ns1:prstGeom prst="rect">
            <ns1:avLst/>
          </ns1:prstGeom>
        </ns0:spPr>
      </ns0:pic>
      <ns0:pic>
        <ns0:nvPicPr>
          <ns0:cNvPr id="153" name="Frame 2087329752"/>
          <ns0:cNvPicPr>
            <ns1:picLocks noChangeAspect="1"/>
          </ns0:cNvPicPr>
          <ns0:nvPr/>
        </ns0:nvPicPr>
        <ns0:blipFill>
          <ns1:blip ns3:embed="Rc7462a94e0bd4dd3"/>
          <ns1:srcRect l="0" t="0" r="0" b="0"/>
          <ns1:stretch/>
        </ns0:blipFill>
        <ns0:spPr>
          <ns1:xfrm>
            <ns1:off x="9586454" y="2714625"/>
            <ns1:ext cx="590550" cy="590550"/>
          </ns1:xfrm>
          <ns1:prstGeom prst="rect">
            <ns1:avLst/>
          </ns1:prstGeom>
        </ns0:spPr>
      </ns0:pic>
      <ns0:pic>
        <ns0:nvPicPr>
          <ns0:cNvPr id="154" name="Frame 2087329752"/>
          <ns0:cNvPicPr>
            <ns1:picLocks noChangeAspect="1"/>
          </ns0:cNvPicPr>
          <ns0:nvPr/>
        </ns0:nvPicPr>
        <ns0:blipFill>
          <ns1:blip ns3:embed="Rbba44de676644fd5"/>
          <ns1:srcRect l="0" t="0" r="0" b="0"/>
          <ns1:stretch/>
        </ns0:blipFill>
        <ns0:spPr>
          <ns1:xfrm>
            <ns1:off x="13970123" y="2714625"/>
            <ns1:ext cx="590550" cy="590550"/>
          </ns1:xfrm>
          <ns1:prstGeom prst="rect">
            <ns1:avLst/>
          </ns1:prstGeom>
        </ns0:spPr>
      </ns0:pic>
      <ns0:pic>
        <ns0:nvPicPr>
          <ns0:cNvPr id="155" name="Frame 2087329752"/>
          <ns0:cNvPicPr>
            <ns1:picLocks noChangeAspect="1"/>
          </ns0:cNvPicPr>
          <ns0:nvPr/>
        </ns0:nvPicPr>
        <ns0:blipFill>
          <ns1:blip ns3:embed="Rfd09bec979dd44e2"/>
          <ns1:srcRect l="0" t="0" r="0" b="0"/>
          <ns1:stretch/>
        </ns0:blipFill>
        <ns0:spPr>
          <ns1:xfrm>
            <ns1:off x="952500" y="6029325"/>
            <ns1:ext cx="590550" cy="590550"/>
          </ns1:xfrm>
          <ns1:prstGeom prst="rect">
            <ns1:avLst/>
          </ns1:prstGeom>
        </ns0:spPr>
      </ns0:pic>
      <ns0:pic>
        <ns0:nvPicPr>
          <ns0:cNvPr id="156" name="Frame 2087329752"/>
          <ns0:cNvPicPr>
            <ns1:picLocks noChangeAspect="1"/>
          </ns0:cNvPicPr>
          <ns0:nvPr/>
        </ns0:nvPicPr>
        <ns0:blipFill>
          <ns1:blip ns3:embed="Rfd328cb772284154"/>
          <ns1:srcRect l="0" t="0" r="0" b="0"/>
          <ns1:stretch/>
        </ns0:blipFill>
        <ns0:spPr>
          <ns1:xfrm>
            <ns1:off x="5224968" y="6029325"/>
            <ns1:ext cx="590550" cy="590550"/>
          </ns1:xfrm>
          <ns1:prstGeom prst="rect">
            <ns1:avLst/>
          </ns1:prstGeom>
        </ns0:spPr>
      </ns0:pic>
      <ns0:pic>
        <ns0:nvPicPr>
          <ns0:cNvPr id="157" name="Frame 2087329752"/>
          <ns0:cNvPicPr>
            <ns1:picLocks noChangeAspect="1"/>
          </ns0:cNvPicPr>
          <ns0:nvPr/>
        </ns0:nvPicPr>
        <ns0:blipFill>
          <ns1:blip ns3:embed="R64f2bfc173c84bdd"/>
          <ns1:srcRect l="0" t="0" r="0" b="0"/>
          <ns1:stretch/>
        </ns0:blipFill>
        <ns0:spPr>
          <ns1:xfrm>
            <ns1:off x="9583924" y="6029325"/>
            <ns1:ext cx="590550" cy="590550"/>
          </ns1:xfrm>
          <ns1:prstGeom prst="rect">
            <ns1:avLst/>
          </ns1:prstGeom>
        </ns0:spPr>
      </ns0:pic>
      <ns0:pic>
        <ns0:nvPicPr>
          <ns0:cNvPr id="158" name="Frame 2087329752"/>
          <ns0:cNvPicPr>
            <ns1:picLocks noChangeAspect="1"/>
          </ns0:cNvPicPr>
          <ns0:nvPr/>
        </ns0:nvPicPr>
        <ns0:blipFill>
          <ns1:blip ns3:embed="Ra19552de63db42fa"/>
          <ns1:srcRect l="0" t="0" r="0" b="0"/>
          <ns1:stretch/>
        </ns0:blipFill>
        <ns0:spPr>
          <ns1:xfrm>
            <ns1:off x="13979950" y="6029325"/>
            <ns1:ext cx="590550" cy="590550"/>
          </ns1:xfrm>
          <ns1:prstGeom prst="rect">
            <ns1:avLst/>
          </ns1:prstGeom>
        </ns0:spPr>
      </ns0:pic>
      <ns0:sp>
        <ns0:nvSpPr>
          <ns0:cNvPr id="19" name="Текст 41">
            <ns1:extLst>
              <ns1:ext uri="{FF2B5EF4-FFF2-40B4-BE49-F238E27FC236}">
                <ns2:creationId id="{C004A22B-2DA4-CDAE-AE11-079D6E26FAF7}"/>
              </ns1:ext>
            </ns1:extLst>
          </ns0:cNvPr>
          <ns0:cNvSpPr>
            <ns1:spLocks noGrp="1"/>
          </ns0:cNvSpPr>
          <ns0:nvPr>
            <ns0:ph type="body" idx="27" hasCustomPrompt="1"/>
          </ns0:nvPr>
        </ns0:nvSpPr>
        <ns0:spPr>
          <ns1:xfrm>
            <ns1:off x="972620" y="2729061"/>
            <ns1:ext cx="562840" cy="566750"/>
          </ns1:xfrm>
        </ns0:spPr>
        <ns0:txBody>
          <ns1:bodyPr anchor="ctr">
            <ns1:noAutofit/>
          </ns1:bodyPr>
          <ns1:lstStyle>
            <ns1:lvl1pPr algn="ctr">
              <ns1:buNone/>
              <ns1:defRPr sz="2400" b="0" i="0" spc="-15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1</ns1:t>
            </ns1:r>
          </ns1:p>
        </ns0:txBody>
      </ns0:sp>
      <ns0:sp>
        <ns0:nvSpPr>
          <ns0:cNvPr id="67" name="Текст 41">
            <ns1:extLst>
              <ns1:ext uri="{FF2B5EF4-FFF2-40B4-BE49-F238E27FC236}">
                <ns2:creationId id="{1B424E61-0988-B34A-2DD7-D3960A8CB6C5}"/>
              </ns1:ext>
            </ns1:extLst>
          </ns0:cNvPr>
          <ns0:cNvSpPr>
            <ns1:spLocks noGrp="1"/>
          </ns0:cNvSpPr>
          <ns0:nvPr>
            <ns0:ph type="body" idx="32" hasCustomPrompt="1"/>
          </ns0:nvPr>
        </ns0:nvSpPr>
        <ns0:spPr>
          <ns1:xfrm>
            <ns1:off x="5235709" y="2729061"/>
            <ns1:ext cx="562840" cy="566750"/>
          </ns1:xfrm>
        </ns0:spPr>
        <ns0:txBody>
          <ns1:bodyPr anchor="ctr">
            <ns1:noAutofit/>
          </ns1:bodyPr>
          <ns1:lstStyle>
            <ns1:lvl1pPr algn="ctr">
              <ns1:buNone/>
              <ns1:defRPr sz="2400" b="0" i="0" spc="-15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2</ns1:t>
            </ns1:r>
          </ns1:p>
        </ns0:txBody>
      </ns0:sp>
      <ns0:sp>
        <ns0:nvSpPr>
          <ns0:cNvPr id="68" name="Текст 41">
            <ns1:extLst>
              <ns1:ext uri="{FF2B5EF4-FFF2-40B4-BE49-F238E27FC236}">
                <ns2:creationId id="{124A51CF-F8F4-372F-5F98-FAAE3ED664CE}"/>
              </ns1:ext>
            </ns1:extLst>
          </ns0:cNvPr>
          <ns0:cNvSpPr>
            <ns1:spLocks noGrp="1"/>
          </ns0:cNvSpPr>
          <ns0:nvPr>
            <ns0:ph type="body" idx="33" hasCustomPrompt="1"/>
          </ns0:nvPr>
        </ns0:nvSpPr>
        <ns0:spPr>
          <ns1:xfrm>
            <ns1:off x="9597645" y="2729061"/>
            <ns1:ext cx="562840" cy="566750"/>
          </ns1:xfrm>
        </ns0:spPr>
        <ns0:txBody>
          <ns1:bodyPr anchor="ctr">
            <ns1:noAutofit/>
          </ns1:bodyPr>
          <ns1:lstStyle>
            <ns1:lvl1pPr algn="ctr">
              <ns1:buNone/>
              <ns1:defRPr sz="2400" b="0" i="0" spc="-15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3</ns1:t>
            </ns1:r>
          </ns1:p>
        </ns0:txBody>
      </ns0:sp>
      <ns0:sp>
        <ns0:nvSpPr>
          <ns0:cNvPr id="69" name="Текст 41">
            <ns1:extLst>
              <ns1:ext uri="{FF2B5EF4-FFF2-40B4-BE49-F238E27FC236}">
                <ns2:creationId id="{0A2320A0-614A-97F4-2A06-1401A6D4ED71}"/>
              </ns1:ext>
            </ns1:extLst>
          </ns0:cNvPr>
          <ns0:cNvSpPr>
            <ns1:spLocks noGrp="1"/>
          </ns0:cNvSpPr>
          <ns0:nvPr>
            <ns0:ph type="body" idx="34" hasCustomPrompt="1"/>
          </ns0:nvPr>
        </ns0:nvSpPr>
        <ns0:spPr>
          <ns1:xfrm>
            <ns1:off x="13984292" y="2729061"/>
            <ns1:ext cx="562840" cy="566750"/>
          </ns1:xfrm>
        </ns0:spPr>
        <ns0:txBody>
          <ns1:bodyPr anchor="ctr">
            <ns1:noAutofit/>
          </ns1:bodyPr>
          <ns1:lstStyle>
            <ns1:lvl1pPr algn="ctr">
              <ns1:buNone/>
              <ns1:defRPr sz="2400" b="0" i="0" spc="-15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4</ns1:t>
            </ns1:r>
          </ns1:p>
        </ns0:txBody>
      </ns0:sp>
      <ns0:sp>
        <ns0:nvSpPr>
          <ns0:cNvPr id="73" name="Текст 41">
            <ns1:extLst>
              <ns1:ext uri="{FF2B5EF4-FFF2-40B4-BE49-F238E27FC236}">
                <ns2:creationId id="{4329B035-C806-6691-D03B-C3C81BD19086}"/>
              </ns1:ext>
            </ns1:extLst>
          </ns0:cNvPr>
          <ns0:cNvSpPr>
            <ns1:spLocks noGrp="1"/>
          </ns0:cNvSpPr>
          <ns0:nvPr>
            <ns0:ph type="body" idx="36" hasCustomPrompt="1"/>
          </ns0:nvPr>
        </ns0:nvSpPr>
        <ns0:spPr>
          <ns1:xfrm>
            <ns1:off x="972620" y="6040672"/>
            <ns1:ext cx="562840" cy="566750"/>
          </ns1:xfrm>
        </ns0:spPr>
        <ns0:txBody>
          <ns1:bodyPr anchor="ctr">
            <ns1:noAutofit/>
          </ns1:bodyPr>
          <ns1:lstStyle>
            <ns1:lvl1pPr algn="ctr">
              <ns1:buNone/>
              <ns1:defRPr sz="2400" b="0" i="0" spc="-15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8</ns1:t>
            </ns1:r>
          </ns1:p>
        </ns0:txBody>
      </ns0:sp>
      <ns0:sp>
        <ns0:nvSpPr>
          <ns0:cNvPr id="74" name="Текст 41">
            <ns1:extLst>
              <ns1:ext uri="{FF2B5EF4-FFF2-40B4-BE49-F238E27FC236}">
                <ns2:creationId id="{EB5370DB-09A1-2BD5-4306-3A4BB015F15A}"/>
              </ns1:ext>
            </ns1:extLst>
          </ns0:cNvPr>
          <ns0:cNvSpPr>
            <ns1:spLocks noGrp="1"/>
          </ns0:cNvSpPr>
          <ns0:nvPr>
            <ns0:ph type="body" idx="37" hasCustomPrompt="1"/>
          </ns0:nvPr>
        </ns0:nvSpPr>
        <ns0:spPr>
          <ns1:xfrm>
            <ns1:off x="13984292" y="6040672"/>
            <ns1:ext cx="562840" cy="566750"/>
          </ns1:xfrm>
        </ns0:spPr>
        <ns0:txBody>
          <ns1:bodyPr anchor="ctr">
            <ns1:noAutofit/>
          </ns1:bodyPr>
          <ns1:lstStyle>
            <ns1:lvl1pPr algn="ctr">
              <ns1:buNone/>
              <ns1:defRPr sz="2400" b="0" i="0" spc="-15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5</ns1:t>
            </ns1:r>
          </ns1:p>
        </ns0:txBody>
      </ns0:sp>
      <ns0:sp>
        <ns0:nvSpPr>
          <ns0:cNvPr id="76" name="Текст 41">
            <ns1:extLst>
              <ns1:ext uri="{FF2B5EF4-FFF2-40B4-BE49-F238E27FC236}">
                <ns2:creationId id="{DB492D02-49F0-FCAF-A49E-E52ABCD1EB07}"/>
              </ns1:ext>
            </ns1:extLst>
          </ns0:cNvPr>
          <ns0:cNvSpPr>
            <ns1:spLocks noGrp="1"/>
          </ns0:cNvSpPr>
          <ns0:nvPr>
            <ns0:ph type="body" idx="39" hasCustomPrompt="1"/>
          </ns0:nvPr>
        </ns0:nvSpPr>
        <ns0:spPr>
          <ns1:xfrm>
            <ns1:off x="5235709" y="6040672"/>
            <ns1:ext cx="562840" cy="566750"/>
          </ns1:xfrm>
        </ns0:spPr>
        <ns0:txBody>
          <ns1:bodyPr anchor="ctr">
            <ns1:noAutofit/>
          </ns1:bodyPr>
          <ns1:lstStyle>
            <ns1:lvl1pPr algn="ctr">
              <ns1:buNone/>
              <ns1:defRPr sz="2400" b="0" i="0" spc="-15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7</ns1:t>
            </ns1:r>
          </ns1:p>
        </ns0:txBody>
      </ns0:sp>
      <ns0:sp>
        <ns0:nvSpPr>
          <ns0:cNvPr id="77" name="Текст 41">
            <ns1:extLst>
              <ns1:ext uri="{FF2B5EF4-FFF2-40B4-BE49-F238E27FC236}">
                <ns2:creationId id="{B6509D05-D7EE-1C79-F6B0-CC38DD588444}"/>
              </ns1:ext>
            </ns1:extLst>
          </ns0:cNvPr>
          <ns0:cNvSpPr>
            <ns1:spLocks noGrp="1"/>
          </ns0:cNvSpPr>
          <ns0:nvPr>
            <ns0:ph type="body" idx="40" hasCustomPrompt="1"/>
          </ns0:nvPr>
        </ns0:nvSpPr>
        <ns0:spPr>
          <ns1:xfrm>
            <ns1:off x="9597645" y="6040672"/>
            <ns1:ext cx="562840" cy="566750"/>
          </ns1:xfrm>
        </ns0:spPr>
        <ns0:txBody>
          <ns1:bodyPr anchor="ctr">
            <ns1:noAutofit/>
          </ns1:bodyPr>
          <ns1:lstStyle>
            <ns1:lvl1pPr algn="ctr">
              <ns1:buNone/>
              <ns1:defRPr sz="2400" b="0" i="0" spc="-15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6</ns1:t>
            </ns1:r>
          </ns1:p>
        </ns0:txBody>
      </ns0:sp>
      <ns0:sp>
        <ns0:nvSpPr>
          <ns0:cNvPr id="79" name="Текст 39">
            <ns1:extLst>
              <ns1:ext uri="{FF2B5EF4-FFF2-40B4-BE49-F238E27FC236}">
                <ns2:creationId id="{D3A15577-237B-5861-2B81-BCA0A253BA43}"/>
              </ns1:ext>
            </ns1:extLst>
          </ns0:cNvPr>
          <ns0:cNvSpPr>
            <ns1:spLocks noGrp="1"/>
          </ns0:cNvSpPr>
          <ns0:nvPr>
            <ns0:ph type="body" idx="41" hasCustomPrompt="1"/>
          </ns0:nvPr>
        </ns0:nvSpPr>
        <ns0:spPr>
          <ns1:xfrm>
            <ns1:off x="955913" y="4246581"/>
            <ns1:ext cx="2144631" cy="690856"/>
          </ns1:xfrm>
        </ns0:spPr>
        <ns0:txBody>
          <ns1:bodyPr>
            <ns1:noAutofit/>
          </ns1:bodyPr>
          <ns1:lstStyle>
            <ns1:lvl1pPr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элемента также максимум в 3 строки</ns1:t>
            </ns1:r>
          </ns1:p>
        </ns0:txBody>
      </ns0:sp>
      <ns0:sp>
        <ns0:nvSpPr>
          <ns0:cNvPr id="85" name="Текст 39">
            <ns1:extLst>
              <ns1:ext uri="{FF2B5EF4-FFF2-40B4-BE49-F238E27FC236}">
                <ns2:creationId id="{90F65A72-557B-CAA5-8500-F61537825C24}"/>
              </ns1:ext>
            </ns1:extLst>
          </ns0:cNvPr>
          <ns0:cNvSpPr>
            <ns1:spLocks noGrp="1"/>
          </ns0:cNvSpPr>
          <ns0:nvPr>
            <ns0:ph type="body" idx="43" hasCustomPrompt="1"/>
          </ns0:nvPr>
        </ns0:nvSpPr>
        <ns0:spPr>
          <ns1:xfrm>
            <ns1:off x="5231359" y="3406322"/>
            <ns1:ext cx="2144631" cy="815523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Заголовок средней длины максимум в 3 строки</ns1:t>
            </ns1:r>
          </ns1:p>
        </ns0:txBody>
      </ns0:sp>
      <ns0:sp>
        <ns0:nvSpPr>
          <ns0:cNvPr id="86" name="Текст 39">
            <ns1:extLst>
              <ns1:ext uri="{FF2B5EF4-FFF2-40B4-BE49-F238E27FC236}">
                <ns2:creationId id="{D7FEB9A2-14C2-6981-D780-355586FC262C}"/>
              </ns1:ext>
            </ns1:extLst>
          </ns0:cNvPr>
          <ns0:cNvSpPr>
            <ns1:spLocks noGrp="1"/>
          </ns0:cNvSpPr>
          <ns0:nvPr>
            <ns0:ph type="body" idx="44" hasCustomPrompt="1"/>
          </ns0:nvPr>
        </ns0:nvSpPr>
        <ns0:spPr>
          <ns1:xfrm>
            <ns1:off x="5231359" y="4246581"/>
            <ns1:ext cx="2144631" cy="690856"/>
          </ns1:xfrm>
        </ns0:spPr>
        <ns0:txBody>
          <ns1:bodyPr>
            <ns1:noAutofit/>
          </ns1:bodyPr>
          <ns1:lstStyle>
            <ns1:lvl1pPr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элемента также максимум в 3 строки</ns1:t>
            </ns1:r>
          </ns1:p>
        </ns0:txBody>
      </ns0:sp>
      <ns0:sp>
        <ns0:nvSpPr>
          <ns0:cNvPr id="91" name="Текст 39">
            <ns1:extLst>
              <ns1:ext uri="{FF2B5EF4-FFF2-40B4-BE49-F238E27FC236}">
                <ns2:creationId id="{C2BF4D7E-7303-D7E2-45A8-84E74132A6D6}"/>
              </ns1:ext>
            </ns1:extLst>
          </ns0:cNvPr>
          <ns0:cNvSpPr>
            <ns1:spLocks noGrp="1"/>
          </ns0:cNvSpPr>
          <ns0:nvPr>
            <ns0:ph type="body" idx="47" hasCustomPrompt="1"/>
          </ns0:nvPr>
        </ns0:nvSpPr>
        <ns0:spPr>
          <ns1:xfrm>
            <ns1:off x="9556224" y="3406322"/>
            <ns1:ext cx="2144631" cy="815523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Заголовок средней длины максимум в 3 строки</ns1:t>
            </ns1:r>
          </ns1:p>
        </ns0:txBody>
      </ns0:sp>
      <ns0:sp>
        <ns0:nvSpPr>
          <ns0:cNvPr id="92" name="Текст 39">
            <ns1:extLst>
              <ns1:ext uri="{FF2B5EF4-FFF2-40B4-BE49-F238E27FC236}">
                <ns2:creationId id="{E6323280-6FA6-3910-53F1-8D2A26932C9D}"/>
              </ns1:ext>
            </ns1:extLst>
          </ns0:cNvPr>
          <ns0:cNvSpPr>
            <ns1:spLocks noGrp="1"/>
          </ns0:cNvSpPr>
          <ns0:nvPr>
            <ns0:ph type="body" idx="48" hasCustomPrompt="1"/>
          </ns0:nvPr>
        </ns0:nvSpPr>
        <ns0:spPr>
          <ns1:xfrm>
            <ns1:off x="9556224" y="4246581"/>
            <ns1:ext cx="2144631" cy="690856"/>
          </ns1:xfrm>
        </ns0:spPr>
        <ns0:txBody>
          <ns1:bodyPr>
            <ns1:noAutofit/>
          </ns1:bodyPr>
          <ns1:lstStyle>
            <ns1:lvl1pPr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элемента также максимум в 3 строки</ns1:t>
            </ns1:r>
          </ns1:p>
        </ns0:txBody>
      </ns0:sp>
      <ns0:sp>
        <ns0:nvSpPr>
          <ns0:cNvPr id="97" name="Текст 39">
            <ns1:extLst>
              <ns1:ext uri="{FF2B5EF4-FFF2-40B4-BE49-F238E27FC236}">
                <ns2:creationId id="{6C05DE2A-DDC9-8320-D6FE-0CCE6AF3DC5B}"/>
              </ns1:ext>
            </ns1:extLst>
          </ns0:cNvPr>
          <ns0:cNvSpPr>
            <ns1:spLocks noGrp="1"/>
          </ns0:cNvSpPr>
          <ns0:nvPr>
            <ns0:ph type="body" idx="51" hasCustomPrompt="1"/>
          </ns0:nvPr>
        </ns0:nvSpPr>
        <ns0:spPr>
          <ns1:xfrm>
            <ns1:off x="13955228" y="3406322"/>
            <ns1:ext cx="2144631" cy="815523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Заголовок средней длины максимум в 3 строки</ns1:t>
            </ns1:r>
          </ns1:p>
        </ns0:txBody>
      </ns0:sp>
      <ns0:sp>
        <ns0:nvSpPr>
          <ns0:cNvPr id="98" name="Текст 39">
            <ns1:extLst>
              <ns1:ext uri="{FF2B5EF4-FFF2-40B4-BE49-F238E27FC236}">
                <ns2:creationId id="{E4C9C283-8D54-F4F2-3A99-99508C2A60D9}"/>
              </ns1:ext>
            </ns1:extLst>
          </ns0:cNvPr>
          <ns0:cNvSpPr>
            <ns1:spLocks noGrp="1"/>
          </ns0:cNvSpPr>
          <ns0:nvPr>
            <ns0:ph type="body" idx="52" hasCustomPrompt="1"/>
          </ns0:nvPr>
        </ns0:nvSpPr>
        <ns0:spPr>
          <ns1:xfrm>
            <ns1:off x="13955228" y="4246581"/>
            <ns1:ext cx="2144631" cy="690856"/>
          </ns1:xfrm>
        </ns0:spPr>
        <ns0:txBody>
          <ns1:bodyPr>
            <ns1:noAutofit/>
          </ns1:bodyPr>
          <ns1:lstStyle>
            <ns1:lvl1pPr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элемента также максимум в 3 строки</ns1:t>
            </ns1:r>
          </ns1:p>
        </ns0:txBody>
      </ns0:sp>
      <ns0:sp>
        <ns0:nvSpPr>
          <ns0:cNvPr id="109" name="Текст 39">
            <ns1:extLst>
              <ns1:ext uri="{FF2B5EF4-FFF2-40B4-BE49-F238E27FC236}">
                <ns2:creationId id="{1696CA4D-645E-0830-CB37-9E9D4244A9A4}"/>
              </ns1:ext>
            </ns1:extLst>
          </ns0:cNvPr>
          <ns0:cNvSpPr>
            <ns1:spLocks noGrp="1"/>
          </ns0:cNvSpPr>
          <ns0:nvPr>
            <ns0:ph type="body" idx="59" hasCustomPrompt="1"/>
          </ns0:nvPr>
        </ns0:nvSpPr>
        <ns0:spPr>
          <ns1:xfrm>
            <ns1:off x="955913" y="6730289"/>
            <ns1:ext cx="2144631" cy="815523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Заголовок средней длины максимум в 3 строки</ns1:t>
            </ns1:r>
          </ns1:p>
        </ns0:txBody>
      </ns0:sp>
      <ns0:sp>
        <ns0:nvSpPr>
          <ns0:cNvPr id="110" name="Текст 39">
            <ns1:extLst>
              <ns1:ext uri="{FF2B5EF4-FFF2-40B4-BE49-F238E27FC236}">
                <ns2:creationId id="{FF13B2EE-3B91-3FEF-9952-A7A0405599D9}"/>
              </ns1:ext>
            </ns1:extLst>
          </ns0:cNvPr>
          <ns0:cNvSpPr>
            <ns1:spLocks noGrp="1"/>
          </ns0:cNvSpPr>
          <ns0:nvPr>
            <ns0:ph type="body" idx="60" hasCustomPrompt="1"/>
          </ns0:nvPr>
        </ns0:nvSpPr>
        <ns0:spPr>
          <ns1:xfrm>
            <ns1:off x="955913" y="7570548"/>
            <ns1:ext cx="2144631" cy="690856"/>
          </ns1:xfrm>
        </ns0:spPr>
        <ns0:txBody>
          <ns1:bodyPr>
            <ns1:noAutofit/>
          </ns1:bodyPr>
          <ns1:lstStyle>
            <ns1:lvl1pPr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элемента также максимум в 3 строки</ns1:t>
            </ns1:r>
          </ns1:p>
        </ns0:txBody>
      </ns0:sp>
      <ns0:sp>
        <ns0:nvSpPr>
          <ns0:cNvPr id="115" name="Текст 39">
            <ns1:extLst>
              <ns1:ext uri="{FF2B5EF4-FFF2-40B4-BE49-F238E27FC236}">
                <ns2:creationId id="{4E65E75A-B9AF-ECD1-E864-A8C691464CA7}"/>
              </ns1:ext>
            </ns1:extLst>
          </ns0:cNvPr>
          <ns0:cNvSpPr>
            <ns1:spLocks noGrp="1"/>
          </ns0:cNvSpPr>
          <ns0:nvPr>
            <ns0:ph type="body" idx="63" hasCustomPrompt="1"/>
          </ns0:nvPr>
        </ns0:nvSpPr>
        <ns0:spPr>
          <ns1:xfrm>
            <ns1:off x="5231359" y="6730289"/>
            <ns1:ext cx="2144631" cy="815523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Заголовок средней длины максимум в 3 строки</ns1:t>
            </ns1:r>
          </ns1:p>
        </ns0:txBody>
      </ns0:sp>
      <ns0:sp>
        <ns0:nvSpPr>
          <ns0:cNvPr id="116" name="Текст 39">
            <ns1:extLst>
              <ns1:ext uri="{FF2B5EF4-FFF2-40B4-BE49-F238E27FC236}">
                <ns2:creationId id="{A98E9700-BDE3-3658-D89D-EC32417AEFC7}"/>
              </ns1:ext>
            </ns1:extLst>
          </ns0:cNvPr>
          <ns0:cNvSpPr>
            <ns1:spLocks noGrp="1"/>
          </ns0:cNvSpPr>
          <ns0:nvPr>
            <ns0:ph type="body" idx="64" hasCustomPrompt="1"/>
          </ns0:nvPr>
        </ns0:nvSpPr>
        <ns0:spPr>
          <ns1:xfrm>
            <ns1:off x="5231359" y="7570548"/>
            <ns1:ext cx="2144631" cy="690856"/>
          </ns1:xfrm>
        </ns0:spPr>
        <ns0:txBody>
          <ns1:bodyPr>
            <ns1:noAutofit/>
          </ns1:bodyPr>
          <ns1:lstStyle>
            <ns1:lvl1pPr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элемента также максимум в 3 строки</ns1:t>
            </ns1:r>
          </ns1:p>
        </ns0:txBody>
      </ns0:sp>
      <ns0:sp>
        <ns0:nvSpPr>
          <ns0:cNvPr id="121" name="Текст 39">
            <ns1:extLst>
              <ns1:ext uri="{FF2B5EF4-FFF2-40B4-BE49-F238E27FC236}">
                <ns2:creationId id="{7D845AB3-A07B-4702-83C3-2109ABF21480}"/>
              </ns1:ext>
            </ns1:extLst>
          </ns0:cNvPr>
          <ns0:cNvSpPr>
            <ns1:spLocks noGrp="1"/>
          </ns0:cNvSpPr>
          <ns0:nvPr>
            <ns0:ph type="body" idx="67" hasCustomPrompt="1"/>
          </ns0:nvPr>
        </ns0:nvSpPr>
        <ns0:spPr>
          <ns1:xfrm>
            <ns1:off x="9556224" y="6730289"/>
            <ns1:ext cx="2144631" cy="815523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Заголовок средней длины максимум в 3 строки</ns1:t>
            </ns1:r>
          </ns1:p>
        </ns0:txBody>
      </ns0:sp>
      <ns0:sp>
        <ns0:nvSpPr>
          <ns0:cNvPr id="122" name="Текст 39">
            <ns1:extLst>
              <ns1:ext uri="{FF2B5EF4-FFF2-40B4-BE49-F238E27FC236}">
                <ns2:creationId id="{AB36FE25-40C6-7D62-AD70-9D3E50B4D437}"/>
              </ns1:ext>
            </ns1:extLst>
          </ns0:cNvPr>
          <ns0:cNvSpPr>
            <ns1:spLocks noGrp="1"/>
          </ns0:cNvSpPr>
          <ns0:nvPr>
            <ns0:ph type="body" idx="68" hasCustomPrompt="1"/>
          </ns0:nvPr>
        </ns0:nvSpPr>
        <ns0:spPr>
          <ns1:xfrm>
            <ns1:off x="9556224" y="7570548"/>
            <ns1:ext cx="2144631" cy="690856"/>
          </ns1:xfrm>
        </ns0:spPr>
        <ns0:txBody>
          <ns1:bodyPr>
            <ns1:noAutofit/>
          </ns1:bodyPr>
          <ns1:lstStyle>
            <ns1:lvl1pPr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элемента также максимум в 3 строки</ns1:t>
            </ns1:r>
          </ns1:p>
        </ns0:txBody>
      </ns0:sp>
      <ns0:sp>
        <ns0:nvSpPr>
          <ns0:cNvPr id="127" name="Текст 39">
            <ns1:extLst>
              <ns1:ext uri="{FF2B5EF4-FFF2-40B4-BE49-F238E27FC236}">
                <ns2:creationId id="{8474BF6E-A017-8852-C693-7ADAAC093E3C}"/>
              </ns1:ext>
            </ns1:extLst>
          </ns0:cNvPr>
          <ns0:cNvSpPr>
            <ns1:spLocks noGrp="1"/>
          </ns0:cNvSpPr>
          <ns0:nvPr>
            <ns0:ph type="body" idx="71" hasCustomPrompt="1"/>
          </ns0:nvPr>
        </ns0:nvSpPr>
        <ns0:spPr>
          <ns1:xfrm>
            <ns1:off x="13955228" y="6730289"/>
            <ns1:ext cx="2144631" cy="815523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Заголовок средней длины максимум в 3 строки</ns1:t>
            </ns1:r>
          </ns1:p>
        </ns0:txBody>
      </ns0:sp>
      <ns0:sp>
        <ns0:nvSpPr>
          <ns0:cNvPr id="128" name="Текст 39">
            <ns1:extLst>
              <ns1:ext uri="{FF2B5EF4-FFF2-40B4-BE49-F238E27FC236}">
                <ns2:creationId id="{3FDFB16E-F8DD-BAAD-E591-3BF315F0554C}"/>
              </ns1:ext>
            </ns1:extLst>
          </ns0:cNvPr>
          <ns0:cNvSpPr>
            <ns1:spLocks noGrp="1"/>
          </ns0:cNvSpPr>
          <ns0:nvPr>
            <ns0:ph type="body" idx="72" hasCustomPrompt="1"/>
          </ns0:nvPr>
        </ns0:nvSpPr>
        <ns0:spPr>
          <ns1:xfrm>
            <ns1:off x="13955228" y="7570548"/>
            <ns1:ext cx="2144631" cy="690856"/>
          </ns1:xfrm>
        </ns0:spPr>
        <ns0:txBody>
          <ns1:bodyPr>
            <ns1:noAutofit/>
          </ns1:bodyPr>
          <ns1:lstStyle>
            <ns1:lvl1pPr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элемента также максимум в 3 строки</ns1:t>
            </ns1:r>
          </ns1:p>
        </ns0:txBody>
      </ns0:sp>
      <ns0:sp>
        <ns0:nvSpPr>
          <ns0:cNvPr id="11" name="Текст 39">
            <ns1:extLst>
              <ns1:ext uri="{FF2B5EF4-FFF2-40B4-BE49-F238E27FC236}">
                <ns2:creationId id="{EEC6078E-69A3-A1A4-6C72-0B49CFE788CC}"/>
              </ns1:ext>
            </ns1:extLst>
          </ns0:cNvPr>
          <ns0:cNvSpPr>
            <ns1:spLocks noGrp="1"/>
          </ns0:cNvSpPr>
          <ns0:nvPr>
            <ns0:ph type="body" idx="31" hasCustomPrompt="1"/>
          </ns0:nvPr>
        </ns0:nvSpPr>
        <ns0:spPr>
          <ns1:xfrm>
            <ns1:off x="952500" y="5036703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Статус</ns1:t>
            </ns1:r>
          </ns1:p>
        </ns0:txBody>
      </ns0:sp>
      <ns0:sp>
        <ns0:nvSpPr>
          <ns0:cNvPr id="12" name="Текст 39">
            <ns1:extLst>
              <ns1:ext uri="{FF2B5EF4-FFF2-40B4-BE49-F238E27FC236}">
                <ns2:creationId id="{4B47608E-7C70-70E5-4747-F474A2765E6A}"/>
              </ns1:ext>
            </ns1:extLst>
          </ns0:cNvPr>
          <ns0:cNvSpPr>
            <ns1:spLocks noGrp="1"/>
          </ns0:cNvSpPr>
          <ns0:nvPr>
            <ns0:ph type="body" idx="42" hasCustomPrompt="1"/>
          </ns0:nvPr>
        </ns0:nvSpPr>
        <ns0:spPr>
          <ns1:xfrm>
            <ns1:off x="952500" y="5469189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01.01.2000</ns1:t>
            </ns1:r>
          </ns1:p>
        </ns0:txBody>
      </ns0:sp>
      <ns0:sp>
        <ns0:nvSpPr>
          <ns0:cNvPr id="16" name="Текст 39">
            <ns1:extLst>
              <ns1:ext uri="{FF2B5EF4-FFF2-40B4-BE49-F238E27FC236}">
                <ns2:creationId id="{22FD1D94-1AF4-6C10-C71F-CF803A825178}"/>
              </ns1:ext>
            </ns1:extLst>
          </ns0:cNvPr>
          <ns0:cNvSpPr>
            <ns1:spLocks noGrp="1"/>
          </ns0:cNvSpPr>
          <ns0:nvPr>
            <ns0:ph type="body" idx="79" hasCustomPrompt="1"/>
          </ns0:nvPr>
        </ns0:nvSpPr>
        <ns0:spPr>
          <ns1:xfrm>
            <ns1:off x="5208423" y="5036703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Статус</ns1:t>
            </ns1:r>
          </ns1:p>
        </ns0:txBody>
      </ns0:sp>
      <ns0:sp>
        <ns0:nvSpPr>
          <ns0:cNvPr id="17" name="Текст 39">
            <ns1:extLst>
              <ns1:ext uri="{FF2B5EF4-FFF2-40B4-BE49-F238E27FC236}">
                <ns2:creationId id="{7D63378A-BC9C-3F81-AE74-F14985E681DE}"/>
              </ns1:ext>
            </ns1:extLst>
          </ns0:cNvPr>
          <ns0:cNvSpPr>
            <ns1:spLocks noGrp="1"/>
          </ns0:cNvSpPr>
          <ns0:nvPr>
            <ns0:ph type="body" idx="80" hasCustomPrompt="1"/>
          </ns0:nvPr>
        </ns0:nvSpPr>
        <ns0:spPr>
          <ns1:xfrm>
            <ns1:off x="5208423" y="5469189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01.01.2000</ns1:t>
            </ns1:r>
          </ns1:p>
        </ns0:txBody>
      </ns0:sp>
      <ns0:sp>
        <ns0:nvSpPr>
          <ns0:cNvPr id="24" name="Текст 39">
            <ns1:extLst>
              <ns1:ext uri="{FF2B5EF4-FFF2-40B4-BE49-F238E27FC236}">
                <ns2:creationId id="{577413A3-A802-9B18-EC7A-29E74EDFAE9F}"/>
              </ns1:ext>
            </ns1:extLst>
          </ns0:cNvPr>
          <ns0:cNvSpPr>
            <ns1:spLocks noGrp="1"/>
          </ns0:cNvSpPr>
          <ns0:nvPr>
            <ns0:ph type="body" idx="81" hasCustomPrompt="1"/>
          </ns0:nvPr>
        </ns0:nvSpPr>
        <ns0:spPr>
          <ns1:xfrm>
            <ns1:off x="9566126" y="5036703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Статус</ns1:t>
            </ns1:r>
          </ns1:p>
        </ns0:txBody>
      </ns0:sp>
      <ns0:sp>
        <ns0:nvSpPr>
          <ns0:cNvPr id="25" name="Текст 39">
            <ns1:extLst>
              <ns1:ext uri="{FF2B5EF4-FFF2-40B4-BE49-F238E27FC236}">
                <ns2:creationId id="{70F8EBBD-750D-1545-2545-48B9A9FF7309}"/>
              </ns1:ext>
            </ns1:extLst>
          </ns0:cNvPr>
          <ns0:cNvSpPr>
            <ns1:spLocks noGrp="1"/>
          </ns0:cNvSpPr>
          <ns0:nvPr>
            <ns0:ph type="body" idx="82" hasCustomPrompt="1"/>
          </ns0:nvPr>
        </ns0:nvSpPr>
        <ns0:spPr>
          <ns1:xfrm>
            <ns1:off x="9566126" y="5469189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01.01.2000</ns1:t>
            </ns1:r>
          </ns1:p>
        </ns0:txBody>
      </ns0:sp>
      <ns0:sp>
        <ns0:nvSpPr>
          <ns0:cNvPr id="26" name="Текст 39">
            <ns1:extLst>
              <ns1:ext uri="{FF2B5EF4-FFF2-40B4-BE49-F238E27FC236}">
                <ns2:creationId id="{2F942C08-0A86-C67F-D641-6DC003512EB0}"/>
              </ns1:ext>
            </ns1:extLst>
          </ns0:cNvPr>
          <ns0:cNvSpPr>
            <ns1:spLocks noGrp="1"/>
          </ns0:cNvSpPr>
          <ns0:nvPr>
            <ns0:ph type="body" idx="83" hasCustomPrompt="1"/>
          </ns0:nvPr>
        </ns0:nvSpPr>
        <ns0:spPr>
          <ns1:xfrm>
            <ns1:off x="13970123" y="5036703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Статус</ns1:t>
            </ns1:r>
          </ns1:p>
        </ns0:txBody>
      </ns0:sp>
      <ns0:sp>
        <ns0:nvSpPr>
          <ns0:cNvPr id="27" name="Текст 39">
            <ns1:extLst>
              <ns1:ext uri="{FF2B5EF4-FFF2-40B4-BE49-F238E27FC236}">
                <ns2:creationId id="{9E0462AC-170E-B8F1-D952-2BC5759B29CE}"/>
              </ns1:ext>
            </ns1:extLst>
          </ns0:cNvPr>
          <ns0:cNvSpPr>
            <ns1:spLocks noGrp="1"/>
          </ns0:cNvSpPr>
          <ns0:nvPr>
            <ns0:ph type="body" idx="84" hasCustomPrompt="1"/>
          </ns0:nvPr>
        </ns0:nvSpPr>
        <ns0:spPr>
          <ns1:xfrm>
            <ns1:off x="13970123" y="5469189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01.01.2000</ns1:t>
            </ns1:r>
          </ns1:p>
        </ns0:txBody>
      </ns0:sp>
      <ns0:sp>
        <ns0:nvSpPr>
          <ns0:cNvPr id="28" name="Текст 39">
            <ns1:extLst>
              <ns1:ext uri="{FF2B5EF4-FFF2-40B4-BE49-F238E27FC236}">
                <ns2:creationId id="{6BD57D88-6DC4-5834-BA1F-E15F9B2F05C5}"/>
              </ns1:ext>
            </ns1:extLst>
          </ns0:cNvPr>
          <ns0:cNvSpPr>
            <ns1:spLocks noGrp="1"/>
          </ns0:cNvSpPr>
          <ns0:nvPr>
            <ns0:ph type="body" idx="85" hasCustomPrompt="1"/>
          </ns0:nvPr>
        </ns0:nvSpPr>
        <ns0:spPr>
          <ns1:xfrm>
            <ns1:off x="952500" y="8347462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Статус</ns1:t>
            </ns1:r>
          </ns1:p>
        </ns0:txBody>
      </ns0:sp>
      <ns0:sp>
        <ns0:nvSpPr>
          <ns0:cNvPr id="29" name="Текст 39">
            <ns1:extLst>
              <ns1:ext uri="{FF2B5EF4-FFF2-40B4-BE49-F238E27FC236}">
                <ns2:creationId id="{55DCDA4A-52B1-24B7-3063-7CD835F4EC61}"/>
              </ns1:ext>
            </ns1:extLst>
          </ns0:cNvPr>
          <ns0:cNvSpPr>
            <ns1:spLocks noGrp="1"/>
          </ns0:cNvSpPr>
          <ns0:nvPr>
            <ns0:ph type="body" idx="86" hasCustomPrompt="1"/>
          </ns0:nvPr>
        </ns0:nvSpPr>
        <ns0:spPr>
          <ns1:xfrm>
            <ns1:off x="952500" y="8779948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01.01.2000</ns1:t>
            </ns1:r>
          </ns1:p>
        </ns0:txBody>
      </ns0:sp>
      <ns0:sp>
        <ns0:nvSpPr>
          <ns0:cNvPr id="30" name="Текст 39">
            <ns1:extLst>
              <ns1:ext uri="{FF2B5EF4-FFF2-40B4-BE49-F238E27FC236}">
                <ns2:creationId id="{62C128E5-0329-9EC7-0BC2-13C6475667C9}"/>
              </ns1:ext>
            </ns1:extLst>
          </ns0:cNvPr>
          <ns0:cNvSpPr>
            <ns1:spLocks noGrp="1"/>
          </ns0:cNvSpPr>
          <ns0:nvPr>
            <ns0:ph type="body" idx="87" hasCustomPrompt="1"/>
          </ns0:nvPr>
        </ns0:nvSpPr>
        <ns0:spPr>
          <ns1:xfrm>
            <ns1:off x="5208423" y="8347462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Статус</ns1:t>
            </ns1:r>
          </ns1:p>
        </ns0:txBody>
      </ns0:sp>
      <ns0:sp>
        <ns0:nvSpPr>
          <ns0:cNvPr id="31" name="Текст 39">
            <ns1:extLst>
              <ns1:ext uri="{FF2B5EF4-FFF2-40B4-BE49-F238E27FC236}">
                <ns2:creationId id="{949DF755-EBE0-CF2C-18BB-53FAB1ABAAF6}"/>
              </ns1:ext>
            </ns1:extLst>
          </ns0:cNvPr>
          <ns0:cNvSpPr>
            <ns1:spLocks noGrp="1"/>
          </ns0:cNvSpPr>
          <ns0:nvPr>
            <ns0:ph type="body" idx="88" hasCustomPrompt="1"/>
          </ns0:nvPr>
        </ns0:nvSpPr>
        <ns0:spPr>
          <ns1:xfrm>
            <ns1:off x="5208423" y="8779948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01.01.2000</ns1:t>
            </ns1:r>
          </ns1:p>
        </ns0:txBody>
      </ns0:sp>
      <ns0:sp>
        <ns0:nvSpPr>
          <ns0:cNvPr id="32" name="Текст 39">
            <ns1:extLst>
              <ns1:ext uri="{FF2B5EF4-FFF2-40B4-BE49-F238E27FC236}">
                <ns2:creationId id="{A0C3BE5E-5190-DA90-8032-AEDF6D3D94CD}"/>
              </ns1:ext>
            </ns1:extLst>
          </ns0:cNvPr>
          <ns0:cNvSpPr>
            <ns1:spLocks noGrp="1"/>
          </ns0:cNvSpPr>
          <ns0:nvPr>
            <ns0:ph type="body" idx="89" hasCustomPrompt="1"/>
          </ns0:nvPr>
        </ns0:nvSpPr>
        <ns0:spPr>
          <ns1:xfrm>
            <ns1:off x="9566126" y="8347462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Статус</ns1:t>
            </ns1:r>
          </ns1:p>
        </ns0:txBody>
      </ns0:sp>
      <ns0:sp>
        <ns0:nvSpPr>
          <ns0:cNvPr id="34" name="Текст 39">
            <ns1:extLst>
              <ns1:ext uri="{FF2B5EF4-FFF2-40B4-BE49-F238E27FC236}">
                <ns2:creationId id="{4EBD50FD-6B69-3170-95E4-462769F90BDA}"/>
              </ns1:ext>
            </ns1:extLst>
          </ns0:cNvPr>
          <ns0:cNvSpPr>
            <ns1:spLocks noGrp="1"/>
          </ns0:cNvSpPr>
          <ns0:nvPr>
            <ns0:ph type="body" idx="90" hasCustomPrompt="1"/>
          </ns0:nvPr>
        </ns0:nvSpPr>
        <ns0:spPr>
          <ns1:xfrm>
            <ns1:off x="9566126" y="8779948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01.01.2000</ns1:t>
            </ns1:r>
          </ns1:p>
        </ns0:txBody>
      </ns0:sp>
      <ns0:sp>
        <ns0:nvSpPr>
          <ns0:cNvPr id="35" name="Текст 39">
            <ns1:extLst>
              <ns1:ext uri="{FF2B5EF4-FFF2-40B4-BE49-F238E27FC236}">
                <ns2:creationId id="{E1B2217C-1426-4BCD-35E0-27907E6DCC5F}"/>
              </ns1:ext>
            </ns1:extLst>
          </ns0:cNvPr>
          <ns0:cNvSpPr>
            <ns1:spLocks noGrp="1"/>
          </ns0:cNvSpPr>
          <ns0:nvPr>
            <ns0:ph type="body" idx="91" hasCustomPrompt="1"/>
          </ns0:nvPr>
        </ns0:nvSpPr>
        <ns0:spPr>
          <ns1:xfrm>
            <ns1:off x="13970123" y="8347462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Статус</ns1:t>
            </ns1:r>
          </ns1:p>
        </ns0:txBody>
      </ns0:sp>
      <ns0:sp>
        <ns0:nvSpPr>
          <ns0:cNvPr id="36" name="Текст 39">
            <ns1:extLst>
              <ns1:ext uri="{FF2B5EF4-FFF2-40B4-BE49-F238E27FC236}">
                <ns2:creationId id="{15C26DB7-B375-CE60-F4EE-EAD8F1788CE1}"/>
              </ns1:ext>
            </ns1:extLst>
          </ns0:cNvPr>
          <ns0:cNvSpPr>
            <ns1:spLocks noGrp="1"/>
          </ns0:cNvSpPr>
          <ns0:nvPr>
            <ns0:ph type="body" idx="92" hasCustomPrompt="1"/>
          </ns0:nvPr>
        </ns0:nvSpPr>
        <ns0:spPr>
          <ns1:xfrm>
            <ns1:off x="13970123" y="8779948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01.01.2000</ns1:t>
            </ns1:r>
          </ns1:p>
        </ns0:txBody>
      </ns0:sp>
      <ns0:sp>
        <ns0:nvSpPr>
          <ns0:cNvPr id="6" name="Рисунок 3">
            <ns1:extLst>
              <ns1:ext uri="{FF2B5EF4-FFF2-40B4-BE49-F238E27FC236}">
                <ns2:creationId id="{520A1CEE-BEF1-8C67-4C5A-358387FD7C88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37" name="Текст 16">
            <ns1:extLst>
              <ns1:ext uri="{FF2B5EF4-FFF2-40B4-BE49-F238E27FC236}">
                <ns2:creationId id="{D661D073-0F1D-C0F8-809B-65D9BB9D940F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430f6050392441fa">
              <ns1:extLst>
                <ns1:ext uri="{96DAC541-7B7A-43D3-8B79-37D633B846F1}">
                  <ns4:svgBlip ns3:embed="R64da8627c42647dc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40" name="Текст 16">
            <ns1:extLst>
              <ns1:ext uri="{FF2B5EF4-FFF2-40B4-BE49-F238E27FC236}">
                <ns2:creationId id="{42F39F6E-B414-75FA-C4CF-8BE792490B23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ba303223c299489d">
              <ns1:extLst>
                <ns1:ext uri="{96DAC541-7B7A-43D3-8B79-37D633B846F1}">
                  <ns4:svgBlip ns3:embed="R35c81d2632604764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23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Путь: 6 шагов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18" name="Текст 39">
            <ns1:extLst>
              <ns1:ext uri="{FF2B5EF4-FFF2-40B4-BE49-F238E27FC236}">
                <ns2:creationId id="{80316F50-9BF0-28D8-0FD8-12BB69AF2D40}"/>
              </ns1:ext>
            </ns1:extLst>
          </ns0:cNvPr>
          <ns0:cNvSpPr>
            <ns1:spLocks noGrp="1"/>
          </ns0:cNvSpPr>
          <ns0:nvPr>
            <ns0:ph type="body" idx="26" hasCustomPrompt="1"/>
          </ns0:nvPr>
        </ns0:nvSpPr>
        <ns0:spPr>
          <ns1:xfrm>
            <ns1:off x="955913" y="3406322"/>
            <ns1:ext cx="2144631" cy="815523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Заголовок средней длины максимум в 3 строки</ns1:t>
            </ns1:r>
          </ns1:p>
        </ns0:txBody>
      </ns0:sp>
      <ns0:pic>
        <ns0:nvPicPr>
          <ns0:cNvPr id="143" name="Frame 2087329752 --&gt; Frame 2087329752"/>
          <ns0:cNvPicPr>
            <ns1:picLocks noChangeAspect="1"/>
          </ns0:cNvPicPr>
          <ns0:nvPr/>
        </ns0:nvPicPr>
        <ns0:blipFill>
          <ns1:blip ns3:embed="R9e5f7bcc3c7e4431"/>
          <ns1:srcRect l="0" t="0" r="0" b="0"/>
          <ns1:stretch/>
        </ns0:blipFill>
        <ns0:spPr>
          <ns1:xfrm>
            <ns1:off x="952500" y="6324595"/>
            <ns1:ext cx="13544550" cy="19059"/>
          </ns1:xfrm>
          <ns1:prstGeom prst="rect">
            <ns1:avLst/>
          </ns1:prstGeom>
        </ns0:spPr>
      </ns0:pic>
      <ns0:pic>
        <ns0:nvPicPr>
          <ns0:cNvPr id="144" name="Frame 2087329752 --&gt; Frame 2087329752"/>
          <ns0:cNvPicPr>
            <ns1:picLocks noChangeAspect="1"/>
          </ns0:cNvPicPr>
          <ns0:nvPr/>
        </ns0:nvPicPr>
        <ns0:blipFill>
          <ns1:blip ns3:embed="Rfc3fcb6ec681460b"/>
          <ns1:srcRect l="0" t="0" r="0" b="0"/>
          <ns1:stretch/>
        </ns0:blipFill>
        <ns0:spPr>
          <ns1:xfrm>
            <ns1:off x="1545729" y="3001952"/>
            <ns1:ext cx="2867025" cy="19059"/>
          </ns1:xfrm>
          <ns1:prstGeom prst="rect">
            <ns1:avLst/>
          </ns1:prstGeom>
        </ns0:spPr>
      </ns0:pic>
      <ns0:pic>
        <ns0:nvPicPr>
          <ns0:cNvPr id="145" name="Frame 2087329752 --&gt; Frame 2087329752"/>
          <ns0:cNvPicPr>
            <ns1:picLocks noChangeAspect="1"/>
          </ns0:cNvPicPr>
          <ns0:nvPr/>
        </ns0:nvPicPr>
        <ns0:blipFill>
          <ns1:blip ns3:embed="R96ade84b5e344162"/>
          <ns1:srcRect l="0" t="0" r="0" b="0"/>
          <ns1:stretch/>
        </ns0:blipFill>
        <ns0:spPr>
          <ns1:xfrm>
            <ns1:off x="4423023" y="3001952"/>
            <ns1:ext cx="10153650" cy="19059"/>
          </ns1:xfrm>
          <ns1:prstGeom prst="rect">
            <ns1:avLst/>
          </ns1:prstGeom>
        </ns0:spPr>
      </ns0:pic>
      <ns0:pic>
        <ns0:nvPicPr>
          <ns0:cNvPr id="146" name="Frame 2087329752 --&gt; Frame 2087329752"/>
          <ns0:cNvPicPr>
            <ns1:picLocks noChangeAspect="1"/>
          </ns0:cNvPicPr>
          <ns0:nvPr/>
        </ns0:nvPicPr>
        <ns0:blipFill>
          <ns1:blip ns3:embed="R52ec3d8518184bab"/>
          <ns1:srcRect l="0" t="0" r="0" b="0"/>
          <ns1:stretch/>
        </ns0:blipFill>
        <ns0:spPr>
          <ns1:xfrm>
            <ns1:off x="7300317" y="3001952"/>
            <ns1:ext cx="2286000" cy="19059"/>
          </ns1:xfrm>
          <ns1:prstGeom prst="rect">
            <ns1:avLst/>
          </ns1:prstGeom>
        </ns0:spPr>
      </ns0:pic>
      <ns0:pic>
        <ns0:nvPicPr>
          <ns0:cNvPr id="147" name="Frame 2087329752 --&gt; Frame 2087329752"/>
          <ns0:cNvPicPr>
            <ns1:picLocks noChangeAspect="1"/>
          </ns0:cNvPicPr>
          <ns0:nvPr/>
        </ns0:nvPicPr>
        <ns0:blipFill>
          <ns1:blip ns3:embed="R52ec3d8518184bab"/>
          <ns1:srcRect l="0" t="0" r="0" b="0"/>
          <ns1:stretch/>
        </ns0:blipFill>
        <ns0:spPr>
          <ns1:xfrm>
            <ns1:off x="7300317" y="6327070"/>
            <ns1:ext cx="2286000" cy="19059"/>
          </ns1:xfrm>
          <ns1:prstGeom prst="rect">
            <ns1:avLst/>
          </ns1:prstGeom>
        </ns0:spPr>
      </ns0:pic>
      <ns0:pic>
        <ns0:nvPicPr>
          <ns0:cNvPr id="148" name="Frame 2087329752 --&gt; Frame 2087329752"/>
          <ns0:cNvPicPr>
            <ns1:picLocks noChangeAspect="1"/>
          </ns0:cNvPicPr>
          <ns0:nvPr/>
        </ns0:nvPicPr>
        <ns0:blipFill>
          <ns1:blip ns3:embed="R5eb316ce73db4ed4">
            <ns1:extLst>
              <ns1:ext uri="{96DAC541-7B7A-43D3-8B79-37D633B846F1}">
                <ns4:svgBlip ns3:embed="R17bd63722a704548"/>
              </ns1:ext>
            </ns1:extLst>
          </ns1:blip>
          <ns1:srcRect l="0" t="0" r="0" b="0"/>
          <ns1:stretch/>
        </ns0:blipFill>
        <ns0:spPr>
          <ns1:xfrm>
            <ns1:off x="10175751" y="3000426"/>
            <ns1:ext cx="7019927" cy="3343284"/>
          </ns1:xfrm>
          <ns1:prstGeom prst="rect">
            <ns1:avLst/>
          </ns1:prstGeom>
        </ns0:spPr>
      </ns0:pic>
      <ns0:pic>
        <ns0:nvPicPr>
          <ns0:cNvPr id="149" name="Frame 2087329752"/>
          <ns0:cNvPicPr>
            <ns1:picLocks noChangeAspect="1"/>
          </ns0:cNvPicPr>
          <ns0:nvPr/>
        </ns0:nvPicPr>
        <ns0:blipFill>
          <ns1:blip ns3:embed="R98e3633ddb3a4b84"/>
          <ns1:srcRect l="0" t="0" r="0" b="0"/>
          <ns1:stretch/>
        </ns0:blipFill>
        <ns0:spPr>
          <ns1:xfrm>
            <ns1:off x="955030" y="2714625"/>
            <ns1:ext cx="590550" cy="590550"/>
          </ns1:xfrm>
          <ns1:prstGeom prst="rect">
            <ns1:avLst/>
          </ns1:prstGeom>
        </ns0:spPr>
      </ns0:pic>
      <ns0:pic>
        <ns0:nvPicPr>
          <ns0:cNvPr id="150" name="Frame 2087329752"/>
          <ns0:cNvPicPr>
            <ns1:picLocks noChangeAspect="1"/>
          </ns0:cNvPicPr>
          <ns0:nvPr/>
        </ns0:nvPicPr>
        <ns0:blipFill>
          <ns1:blip ns3:embed="Rbee0c3214dc94ce4"/>
          <ns1:srcRect l="0" t="0" r="0" b="0"/>
          <ns1:stretch/>
        </ns0:blipFill>
        <ns0:spPr>
          <ns1:xfrm>
            <ns1:off x="6401394" y="2714625"/>
            <ns1:ext cx="590550" cy="590550"/>
          </ns1:xfrm>
          <ns1:prstGeom prst="rect">
            <ns1:avLst/>
          </ns1:prstGeom>
        </ns0:spPr>
      </ns0:pic>
      <ns0:pic>
        <ns0:nvPicPr>
          <ns0:cNvPr id="151" name="Frame 2087329752"/>
          <ns0:cNvPicPr>
            <ns1:picLocks noChangeAspect="1"/>
          </ns0:cNvPicPr>
          <ns0:nvPr/>
        </ns0:nvPicPr>
        <ns0:blipFill>
          <ns1:blip ns3:embed="R64d32c77a9014ece"/>
          <ns1:srcRect l="0" t="0" r="0" b="0"/>
          <ns1:stretch/>
        </ns0:blipFill>
        <ns0:spPr>
          <ns1:xfrm>
            <ns1:off x="11918894" y="2714625"/>
            <ns1:ext cx="590550" cy="590550"/>
          </ns1:xfrm>
          <ns1:prstGeom prst="rect">
            <ns1:avLst/>
          </ns1:prstGeom>
        </ns0:spPr>
      </ns0:pic>
      <ns0:pic>
        <ns0:nvPicPr>
          <ns0:cNvPr id="152" name="Frame 2087329752"/>
          <ns0:cNvPicPr>
            <ns1:picLocks noChangeAspect="1"/>
          </ns0:cNvPicPr>
          <ns0:nvPr/>
        </ns0:nvPicPr>
        <ns0:blipFill>
          <ns1:blip ns3:embed="R7d6a3ff07b4b4056"/>
          <ns1:srcRect l="0" t="0" r="0" b="0"/>
          <ns1:stretch/>
        </ns0:blipFill>
        <ns0:spPr>
          <ns1:xfrm>
            <ns1:off x="952500" y="6029325"/>
            <ns1:ext cx="590550" cy="590550"/>
          </ns1:xfrm>
          <ns1:prstGeom prst="rect">
            <ns1:avLst/>
          </ns1:prstGeom>
        </ns0:spPr>
      </ns0:pic>
      <ns0:pic>
        <ns0:nvPicPr>
          <ns0:cNvPr id="153" name="Frame 2087329752"/>
          <ns0:cNvPicPr>
            <ns1:picLocks noChangeAspect="1"/>
          </ns0:cNvPicPr>
          <ns0:nvPr/>
        </ns0:nvPicPr>
        <ns0:blipFill>
          <ns1:blip ns3:embed="R977eafd2edd447e2"/>
          <ns1:srcRect l="0" t="0" r="0" b="0"/>
          <ns1:stretch/>
        </ns0:blipFill>
        <ns0:spPr>
          <ns1:xfrm>
            <ns1:off x="6398864" y="6029325"/>
            <ns1:ext cx="590550" cy="590550"/>
          </ns1:xfrm>
          <ns1:prstGeom prst="rect">
            <ns1:avLst/>
          </ns1:prstGeom>
        </ns0:spPr>
      </ns0:pic>
      <ns0:pic>
        <ns0:nvPicPr>
          <ns0:cNvPr id="154" name="Frame 2087329752"/>
          <ns0:cNvPicPr>
            <ns1:picLocks noChangeAspect="1"/>
          </ns0:cNvPicPr>
          <ns0:nvPr/>
        </ns0:nvPicPr>
        <ns0:blipFill>
          <ns1:blip ns3:embed="Ra08d9c6513314962"/>
          <ns1:srcRect l="0" t="0" r="0" b="0"/>
          <ns1:stretch/>
        </ns0:blipFill>
        <ns0:spPr>
          <ns1:xfrm>
            <ns1:off x="11928721" y="6029325"/>
            <ns1:ext cx="590550" cy="590550"/>
          </ns1:xfrm>
          <ns1:prstGeom prst="rect">
            <ns1:avLst/>
          </ns1:prstGeom>
        </ns0:spPr>
      </ns0:pic>
      <ns0:sp>
        <ns0:nvSpPr>
          <ns0:cNvPr id="19" name="Текст 41">
            <ns1:extLst>
              <ns1:ext uri="{FF2B5EF4-FFF2-40B4-BE49-F238E27FC236}">
                <ns2:creationId id="{C004A22B-2DA4-CDAE-AE11-079D6E26FAF7}"/>
              </ns1:ext>
            </ns1:extLst>
          </ns0:cNvPr>
          <ns0:cNvSpPr>
            <ns1:spLocks noGrp="1"/>
          </ns0:cNvSpPr>
          <ns0:nvPr>
            <ns0:ph type="body" idx="27" hasCustomPrompt="1"/>
          </ns0:nvPr>
        </ns0:nvSpPr>
        <ns0:spPr>
          <ns1:xfrm>
            <ns1:off x="972620" y="2729061"/>
            <ns1:ext cx="562840" cy="566750"/>
          </ns1:xfrm>
        </ns0:spPr>
        <ns0:txBody>
          <ns1:bodyPr anchor="ctr">
            <ns1:noAutofit/>
          </ns1:bodyPr>
          <ns1:lstStyle>
            <ns1:lvl1pPr algn="ctr">
              <ns1:buNone/>
              <ns1:defRPr sz="2400" b="0" i="0" spc="-15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1</ns1:t>
            </ns1:r>
          </ns1:p>
        </ns0:txBody>
      </ns0:sp>
      <ns0:sp>
        <ns0:nvSpPr>
          <ns0:cNvPr id="67" name="Текст 41">
            <ns1:extLst>
              <ns1:ext uri="{FF2B5EF4-FFF2-40B4-BE49-F238E27FC236}">
                <ns2:creationId id="{1B424E61-0988-B34A-2DD7-D3960A8CB6C5}"/>
              </ns1:ext>
            </ns1:extLst>
          </ns0:cNvPr>
          <ns0:cNvSpPr>
            <ns1:spLocks noGrp="1"/>
          </ns0:cNvSpPr>
          <ns0:nvPr>
            <ns0:ph type="body" idx="32" hasCustomPrompt="1"/>
          </ns0:nvPr>
        </ns0:nvSpPr>
        <ns0:spPr>
          <ns1:xfrm>
            <ns1:off x="6409605" y="2729061"/>
            <ns1:ext cx="562840" cy="566750"/>
          </ns1:xfrm>
        </ns0:spPr>
        <ns0:txBody>
          <ns1:bodyPr anchor="ctr">
            <ns1:noAutofit/>
          </ns1:bodyPr>
          <ns1:lstStyle>
            <ns1:lvl1pPr algn="ctr">
              <ns1:buNone/>
              <ns1:defRPr sz="2400" b="0" i="0" spc="-15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2</ns1:t>
            </ns1:r>
          </ns1:p>
        </ns0:txBody>
      </ns0:sp>
      <ns0:sp>
        <ns0:nvSpPr>
          <ns0:cNvPr id="69" name="Текст 41">
            <ns1:extLst>
              <ns1:ext uri="{FF2B5EF4-FFF2-40B4-BE49-F238E27FC236}">
                <ns2:creationId id="{0A2320A0-614A-97F4-2A06-1401A6D4ED71}"/>
              </ns1:ext>
            </ns1:extLst>
          </ns0:cNvPr>
          <ns0:cNvSpPr>
            <ns1:spLocks noGrp="1"/>
          </ns0:cNvSpPr>
          <ns0:nvPr>
            <ns0:ph type="body" idx="34" hasCustomPrompt="1"/>
          </ns0:nvPr>
        </ns0:nvSpPr>
        <ns0:spPr>
          <ns1:xfrm>
            <ns1:off x="11933063" y="2729061"/>
            <ns1:ext cx="562840" cy="566750"/>
          </ns1:xfrm>
        </ns0:spPr>
        <ns0:txBody>
          <ns1:bodyPr anchor="ctr">
            <ns1:noAutofit/>
          </ns1:bodyPr>
          <ns1:lstStyle>
            <ns1:lvl1pPr algn="ctr">
              <ns1:buNone/>
              <ns1:defRPr sz="2400" b="0" i="0" spc="-15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3</ns1:t>
            </ns1:r>
          </ns1:p>
        </ns0:txBody>
      </ns0:sp>
      <ns0:sp>
        <ns0:nvSpPr>
          <ns0:cNvPr id="73" name="Текст 41">
            <ns1:extLst>
              <ns1:ext uri="{FF2B5EF4-FFF2-40B4-BE49-F238E27FC236}">
                <ns2:creationId id="{4329B035-C806-6691-D03B-C3C81BD19086}"/>
              </ns1:ext>
            </ns1:extLst>
          </ns0:cNvPr>
          <ns0:cNvSpPr>
            <ns1:spLocks noGrp="1"/>
          </ns0:cNvSpPr>
          <ns0:nvPr>
            <ns0:ph type="body" idx="36" hasCustomPrompt="1"/>
          </ns0:nvPr>
        </ns0:nvSpPr>
        <ns0:spPr>
          <ns1:xfrm>
            <ns1:off x="972620" y="6040672"/>
            <ns1:ext cx="562840" cy="566750"/>
          </ns1:xfrm>
        </ns0:spPr>
        <ns0:txBody>
          <ns1:bodyPr anchor="ctr">
            <ns1:noAutofit/>
          </ns1:bodyPr>
          <ns1:lstStyle>
            <ns1:lvl1pPr algn="ctr">
              <ns1:buNone/>
              <ns1:defRPr sz="2400" b="0" i="0" spc="-15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6</ns1:t>
            </ns1:r>
          </ns1:p>
        </ns0:txBody>
      </ns0:sp>
      <ns0:sp>
        <ns0:nvSpPr>
          <ns0:cNvPr id="74" name="Текст 41">
            <ns1:extLst>
              <ns1:ext uri="{FF2B5EF4-FFF2-40B4-BE49-F238E27FC236}">
                <ns2:creationId id="{EB5370DB-09A1-2BD5-4306-3A4BB015F15A}"/>
              </ns1:ext>
            </ns1:extLst>
          </ns0:cNvPr>
          <ns0:cNvSpPr>
            <ns1:spLocks noGrp="1"/>
          </ns0:cNvSpPr>
          <ns0:nvPr>
            <ns0:ph type="body" idx="37" hasCustomPrompt="1"/>
          </ns0:nvPr>
        </ns0:nvSpPr>
        <ns0:spPr>
          <ns1:xfrm>
            <ns1:off x="11933063" y="6040672"/>
            <ns1:ext cx="562840" cy="566750"/>
          </ns1:xfrm>
        </ns0:spPr>
        <ns0:txBody>
          <ns1:bodyPr anchor="ctr">
            <ns1:noAutofit/>
          </ns1:bodyPr>
          <ns1:lstStyle>
            <ns1:lvl1pPr algn="ctr">
              <ns1:buNone/>
              <ns1:defRPr sz="2400" b="0" i="0" spc="-15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4</ns1:t>
            </ns1:r>
          </ns1:p>
        </ns0:txBody>
      </ns0:sp>
      <ns0:sp>
        <ns0:nvSpPr>
          <ns0:cNvPr id="76" name="Текст 41">
            <ns1:extLst>
              <ns1:ext uri="{FF2B5EF4-FFF2-40B4-BE49-F238E27FC236}">
                <ns2:creationId id="{DB492D02-49F0-FCAF-A49E-E52ABCD1EB07}"/>
              </ns1:ext>
            </ns1:extLst>
          </ns0:cNvPr>
          <ns0:cNvSpPr>
            <ns1:spLocks noGrp="1"/>
          </ns0:cNvSpPr>
          <ns0:nvPr>
            <ns0:ph type="body" idx="39" hasCustomPrompt="1"/>
          </ns0:nvPr>
        </ns0:nvSpPr>
        <ns0:spPr>
          <ns1:xfrm>
            <ns1:off x="6409605" y="6040672"/>
            <ns1:ext cx="562840" cy="566750"/>
          </ns1:xfrm>
        </ns0:spPr>
        <ns0:txBody>
          <ns1:bodyPr anchor="ctr">
            <ns1:noAutofit/>
          </ns1:bodyPr>
          <ns1:lstStyle>
            <ns1:lvl1pPr algn="ctr">
              <ns1:buNone/>
              <ns1:defRPr sz="2400" b="0" i="0" spc="-15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5</ns1:t>
            </ns1:r>
          </ns1:p>
        </ns0:txBody>
      </ns0:sp>
      <ns0:sp>
        <ns0:nvSpPr>
          <ns0:cNvPr id="79" name="Текст 39">
            <ns1:extLst>
              <ns1:ext uri="{FF2B5EF4-FFF2-40B4-BE49-F238E27FC236}">
                <ns2:creationId id="{D3A15577-237B-5861-2B81-BCA0A253BA43}"/>
              </ns1:ext>
            </ns1:extLst>
          </ns0:cNvPr>
          <ns0:cNvSpPr>
            <ns1:spLocks noGrp="1"/>
          </ns0:cNvSpPr>
          <ns0:nvPr>
            <ns0:ph type="body" idx="41" hasCustomPrompt="1"/>
          </ns0:nvPr>
        </ns0:nvSpPr>
        <ns0:spPr>
          <ns1:xfrm>
            <ns1:off x="955913" y="4246581"/>
            <ns1:ext cx="2144631" cy="690856"/>
          </ns1:xfrm>
        </ns0:spPr>
        <ns0:txBody>
          <ns1:bodyPr>
            <ns1:noAutofit/>
          </ns1:bodyPr>
          <ns1:lstStyle>
            <ns1:lvl1pPr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элемента также максимум в 3 строки</ns1:t>
            </ns1:r>
          </ns1:p>
        </ns0:txBody>
      </ns0:sp>
      <ns0:sp>
        <ns0:nvSpPr>
          <ns0:cNvPr id="85" name="Текст 39">
            <ns1:extLst>
              <ns1:ext uri="{FF2B5EF4-FFF2-40B4-BE49-F238E27FC236}">
                <ns2:creationId id="{90F65A72-557B-CAA5-8500-F61537825C24}"/>
              </ns1:ext>
            </ns1:extLst>
          </ns0:cNvPr>
          <ns0:cNvSpPr>
            <ns1:spLocks noGrp="1"/>
          </ns0:cNvSpPr>
          <ns0:nvPr>
            <ns0:ph type="body" idx="43" hasCustomPrompt="1"/>
          </ns0:nvPr>
        </ns0:nvSpPr>
        <ns0:spPr>
          <ns1:xfrm>
            <ns1:off x="6405255" y="3406322"/>
            <ns1:ext cx="2144631" cy="815523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Заголовок средней длины максимум в 3 строки</ns1:t>
            </ns1:r>
          </ns1:p>
        </ns0:txBody>
      </ns0:sp>
      <ns0:sp>
        <ns0:nvSpPr>
          <ns0:cNvPr id="86" name="Текст 39">
            <ns1:extLst>
              <ns1:ext uri="{FF2B5EF4-FFF2-40B4-BE49-F238E27FC236}">
                <ns2:creationId id="{D7FEB9A2-14C2-6981-D780-355586FC262C}"/>
              </ns1:ext>
            </ns1:extLst>
          </ns0:cNvPr>
          <ns0:cNvSpPr>
            <ns1:spLocks noGrp="1"/>
          </ns0:cNvSpPr>
          <ns0:nvPr>
            <ns0:ph type="body" idx="44" hasCustomPrompt="1"/>
          </ns0:nvPr>
        </ns0:nvSpPr>
        <ns0:spPr>
          <ns1:xfrm>
            <ns1:off x="6405255" y="4246581"/>
            <ns1:ext cx="2144631" cy="690856"/>
          </ns1:xfrm>
        </ns0:spPr>
        <ns0:txBody>
          <ns1:bodyPr>
            <ns1:noAutofit/>
          </ns1:bodyPr>
          <ns1:lstStyle>
            <ns1:lvl1pPr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элемента также максимум в 3 строки</ns1:t>
            </ns1:r>
          </ns1:p>
        </ns0:txBody>
      </ns0:sp>
      <ns0:sp>
        <ns0:nvSpPr>
          <ns0:cNvPr id="97" name="Текст 39">
            <ns1:extLst>
              <ns1:ext uri="{FF2B5EF4-FFF2-40B4-BE49-F238E27FC236}">
                <ns2:creationId id="{6C05DE2A-DDC9-8320-D6FE-0CCE6AF3DC5B}"/>
              </ns1:ext>
            </ns1:extLst>
          </ns0:cNvPr>
          <ns0:cNvSpPr>
            <ns1:spLocks noGrp="1"/>
          </ns0:cNvSpPr>
          <ns0:nvPr>
            <ns0:ph type="body" idx="51" hasCustomPrompt="1"/>
          </ns0:nvPr>
        </ns0:nvSpPr>
        <ns0:spPr>
          <ns1:xfrm>
            <ns1:off x="11903999" y="3406322"/>
            <ns1:ext cx="2144631" cy="815523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Заголовок средней длины максимум в 3 строки</ns1:t>
            </ns1:r>
          </ns1:p>
        </ns0:txBody>
      </ns0:sp>
      <ns0:sp>
        <ns0:nvSpPr>
          <ns0:cNvPr id="98" name="Текст 39">
            <ns1:extLst>
              <ns1:ext uri="{FF2B5EF4-FFF2-40B4-BE49-F238E27FC236}">
                <ns2:creationId id="{E4C9C283-8D54-F4F2-3A99-99508C2A60D9}"/>
              </ns1:ext>
            </ns1:extLst>
          </ns0:cNvPr>
          <ns0:cNvSpPr>
            <ns1:spLocks noGrp="1"/>
          </ns0:cNvSpPr>
          <ns0:nvPr>
            <ns0:ph type="body" idx="52" hasCustomPrompt="1"/>
          </ns0:nvPr>
        </ns0:nvSpPr>
        <ns0:spPr>
          <ns1:xfrm>
            <ns1:off x="11903999" y="4246581"/>
            <ns1:ext cx="2144631" cy="690856"/>
          </ns1:xfrm>
        </ns0:spPr>
        <ns0:txBody>
          <ns1:bodyPr>
            <ns1:noAutofit/>
          </ns1:bodyPr>
          <ns1:lstStyle>
            <ns1:lvl1pPr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элемента также максимум в 3 строки</ns1:t>
            </ns1:r>
          </ns1:p>
        </ns0:txBody>
      </ns0:sp>
      <ns0:sp>
        <ns0:nvSpPr>
          <ns0:cNvPr id="109" name="Текст 39">
            <ns1:extLst>
              <ns1:ext uri="{FF2B5EF4-FFF2-40B4-BE49-F238E27FC236}">
                <ns2:creationId id="{1696CA4D-645E-0830-CB37-9E9D4244A9A4}"/>
              </ns1:ext>
            </ns1:extLst>
          </ns0:cNvPr>
          <ns0:cNvSpPr>
            <ns1:spLocks noGrp="1"/>
          </ns0:cNvSpPr>
          <ns0:nvPr>
            <ns0:ph type="body" idx="59" hasCustomPrompt="1"/>
          </ns0:nvPr>
        </ns0:nvSpPr>
        <ns0:spPr>
          <ns1:xfrm>
            <ns1:off x="955913" y="6730289"/>
            <ns1:ext cx="2144631" cy="815523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Заголовок средней длины максимум в 3 строки</ns1:t>
            </ns1:r>
          </ns1:p>
        </ns0:txBody>
      </ns0:sp>
      <ns0:sp>
        <ns0:nvSpPr>
          <ns0:cNvPr id="110" name="Текст 39">
            <ns1:extLst>
              <ns1:ext uri="{FF2B5EF4-FFF2-40B4-BE49-F238E27FC236}">
                <ns2:creationId id="{FF13B2EE-3B91-3FEF-9952-A7A0405599D9}"/>
              </ns1:ext>
            </ns1:extLst>
          </ns0:cNvPr>
          <ns0:cNvSpPr>
            <ns1:spLocks noGrp="1"/>
          </ns0:cNvSpPr>
          <ns0:nvPr>
            <ns0:ph type="body" idx="60" hasCustomPrompt="1"/>
          </ns0:nvPr>
        </ns0:nvSpPr>
        <ns0:spPr>
          <ns1:xfrm>
            <ns1:off x="955913" y="7570548"/>
            <ns1:ext cx="2144631" cy="690856"/>
          </ns1:xfrm>
        </ns0:spPr>
        <ns0:txBody>
          <ns1:bodyPr>
            <ns1:noAutofit/>
          </ns1:bodyPr>
          <ns1:lstStyle>
            <ns1:lvl1pPr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элемента также максимум в 3 строки</ns1:t>
            </ns1:r>
          </ns1:p>
        </ns0:txBody>
      </ns0:sp>
      <ns0:sp>
        <ns0:nvSpPr>
          <ns0:cNvPr id="115" name="Текст 39">
            <ns1:extLst>
              <ns1:ext uri="{FF2B5EF4-FFF2-40B4-BE49-F238E27FC236}">
                <ns2:creationId id="{4E65E75A-B9AF-ECD1-E864-A8C691464CA7}"/>
              </ns1:ext>
            </ns1:extLst>
          </ns0:cNvPr>
          <ns0:cNvSpPr>
            <ns1:spLocks noGrp="1"/>
          </ns0:cNvSpPr>
          <ns0:nvPr>
            <ns0:ph type="body" idx="63" hasCustomPrompt="1"/>
          </ns0:nvPr>
        </ns0:nvSpPr>
        <ns0:spPr>
          <ns1:xfrm>
            <ns1:off x="6405255" y="6730289"/>
            <ns1:ext cx="2144631" cy="815523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Заголовок средней длины максимум в 3 строки</ns1:t>
            </ns1:r>
          </ns1:p>
        </ns0:txBody>
      </ns0:sp>
      <ns0:sp>
        <ns0:nvSpPr>
          <ns0:cNvPr id="116" name="Текст 39">
            <ns1:extLst>
              <ns1:ext uri="{FF2B5EF4-FFF2-40B4-BE49-F238E27FC236}">
                <ns2:creationId id="{A98E9700-BDE3-3658-D89D-EC32417AEFC7}"/>
              </ns1:ext>
            </ns1:extLst>
          </ns0:cNvPr>
          <ns0:cNvSpPr>
            <ns1:spLocks noGrp="1"/>
          </ns0:cNvSpPr>
          <ns0:nvPr>
            <ns0:ph type="body" idx="64" hasCustomPrompt="1"/>
          </ns0:nvPr>
        </ns0:nvSpPr>
        <ns0:spPr>
          <ns1:xfrm>
            <ns1:off x="6405255" y="7570548"/>
            <ns1:ext cx="2144631" cy="690856"/>
          </ns1:xfrm>
        </ns0:spPr>
        <ns0:txBody>
          <ns1:bodyPr>
            <ns1:noAutofit/>
          </ns1:bodyPr>
          <ns1:lstStyle>
            <ns1:lvl1pPr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элемента также максимум в 3 строки</ns1:t>
            </ns1:r>
          </ns1:p>
        </ns0:txBody>
      </ns0:sp>
      <ns0:sp>
        <ns0:nvSpPr>
          <ns0:cNvPr id="127" name="Текст 39">
            <ns1:extLst>
              <ns1:ext uri="{FF2B5EF4-FFF2-40B4-BE49-F238E27FC236}">
                <ns2:creationId id="{8474BF6E-A017-8852-C693-7ADAAC093E3C}"/>
              </ns1:ext>
            </ns1:extLst>
          </ns0:cNvPr>
          <ns0:cNvSpPr>
            <ns1:spLocks noGrp="1"/>
          </ns0:cNvSpPr>
          <ns0:nvPr>
            <ns0:ph type="body" idx="71" hasCustomPrompt="1"/>
          </ns0:nvPr>
        </ns0:nvSpPr>
        <ns0:spPr>
          <ns1:xfrm>
            <ns1:off x="11903999" y="6730289"/>
            <ns1:ext cx="2144631" cy="815523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Заголовок средней длины максимум в 3 строки</ns1:t>
            </ns1:r>
          </ns1:p>
        </ns0:txBody>
      </ns0:sp>
      <ns0:sp>
        <ns0:nvSpPr>
          <ns0:cNvPr id="128" name="Текст 39">
            <ns1:extLst>
              <ns1:ext uri="{FF2B5EF4-FFF2-40B4-BE49-F238E27FC236}">
                <ns2:creationId id="{3FDFB16E-F8DD-BAAD-E591-3BF315F0554C}"/>
              </ns1:ext>
            </ns1:extLst>
          </ns0:cNvPr>
          <ns0:cNvSpPr>
            <ns1:spLocks noGrp="1"/>
          </ns0:cNvSpPr>
          <ns0:nvPr>
            <ns0:ph type="body" idx="72" hasCustomPrompt="1"/>
          </ns0:nvPr>
        </ns0:nvSpPr>
        <ns0:spPr>
          <ns1:xfrm>
            <ns1:off x="11903999" y="7570548"/>
            <ns1:ext cx="2144631" cy="690856"/>
          </ns1:xfrm>
        </ns0:spPr>
        <ns0:txBody>
          <ns1:bodyPr>
            <ns1:noAutofit/>
          </ns1:bodyPr>
          <ns1:lstStyle>
            <ns1:lvl1pPr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элемента также максимум в 3 строки</ns1:t>
            </ns1:r>
          </ns1:p>
        </ns0:txBody>
      </ns0:sp>
      <ns0:sp>
        <ns0:nvSpPr>
          <ns0:cNvPr id="11" name="Текст 39">
            <ns1:extLst>
              <ns1:ext uri="{FF2B5EF4-FFF2-40B4-BE49-F238E27FC236}">
                <ns2:creationId id="{620000BB-CC64-EF3E-2CAC-808CFE1D7C1F}"/>
              </ns1:ext>
            </ns1:extLst>
          </ns0:cNvPr>
          <ns0:cNvSpPr>
            <ns1:spLocks noGrp="1"/>
          </ns0:cNvSpPr>
          <ns0:nvPr>
            <ns0:ph type="body" idx="31" hasCustomPrompt="1"/>
          </ns0:nvPr>
        </ns0:nvSpPr>
        <ns0:spPr>
          <ns1:xfrm>
            <ns1:off x="952500" y="5036703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Статус</ns1:t>
            </ns1:r>
          </ns1:p>
        </ns0:txBody>
      </ns0:sp>
      <ns0:sp>
        <ns0:nvSpPr>
          <ns0:cNvPr id="12" name="Текст 39">
            <ns1:extLst>
              <ns1:ext uri="{FF2B5EF4-FFF2-40B4-BE49-F238E27FC236}">
                <ns2:creationId id="{8D491EA6-596D-E023-23DD-2C6B6E95F8EA}"/>
              </ns1:ext>
            </ns1:extLst>
          </ns0:cNvPr>
          <ns0:cNvSpPr>
            <ns1:spLocks noGrp="1"/>
          </ns0:cNvSpPr>
          <ns0:nvPr>
            <ns0:ph type="body" idx="42" hasCustomPrompt="1"/>
          </ns0:nvPr>
        </ns0:nvSpPr>
        <ns0:spPr>
          <ns1:xfrm>
            <ns1:off x="952500" y="5469189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01.01.2000</ns1:t>
            </ns1:r>
          </ns1:p>
        </ns0:txBody>
      </ns0:sp>
      <ns0:sp>
        <ns0:nvSpPr>
          <ns0:cNvPr id="14" name="Текст 39">
            <ns1:extLst>
              <ns1:ext uri="{FF2B5EF4-FFF2-40B4-BE49-F238E27FC236}">
                <ns2:creationId id="{6A597DB0-55D4-1ADC-0FCC-7ABDF3DF18AA}"/>
              </ns1:ext>
            </ns1:extLst>
          </ns0:cNvPr>
          <ns0:cNvSpPr>
            <ns1:spLocks noGrp="1"/>
          </ns0:cNvSpPr>
          <ns0:nvPr>
            <ns0:ph type="body" idx="79" hasCustomPrompt="1"/>
          </ns0:nvPr>
        </ns0:nvSpPr>
        <ns0:spPr>
          <ns1:xfrm>
            <ns1:off x="6393397" y="5036703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Статус</ns1:t>
            </ns1:r>
          </ns1:p>
        </ns0:txBody>
      </ns0:sp>
      <ns0:sp>
        <ns0:nvSpPr>
          <ns0:cNvPr id="16" name="Текст 39">
            <ns1:extLst>
              <ns1:ext uri="{FF2B5EF4-FFF2-40B4-BE49-F238E27FC236}">
                <ns2:creationId id="{EDF2CCAC-45EB-8448-7630-70C590203213}"/>
              </ns1:ext>
            </ns1:extLst>
          </ns0:cNvPr>
          <ns0:cNvSpPr>
            <ns1:spLocks noGrp="1"/>
          </ns0:cNvSpPr>
          <ns0:nvPr>
            <ns0:ph type="body" idx="80" hasCustomPrompt="1"/>
          </ns0:nvPr>
        </ns0:nvSpPr>
        <ns0:spPr>
          <ns1:xfrm>
            <ns1:off x="6393397" y="5469189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01.01.2000</ns1:t>
            </ns1:r>
          </ns1:p>
        </ns0:txBody>
      </ns0:sp>
      <ns0:sp>
        <ns0:nvSpPr>
          <ns0:cNvPr id="17" name="Текст 39">
            <ns1:extLst>
              <ns1:ext uri="{FF2B5EF4-FFF2-40B4-BE49-F238E27FC236}">
                <ns2:creationId id="{F78B853E-2CCE-2308-C10D-72F156410CB5}"/>
              </ns1:ext>
            </ns1:extLst>
          </ns0:cNvPr>
          <ns0:cNvSpPr>
            <ns1:spLocks noGrp="1"/>
          </ns0:cNvSpPr>
          <ns0:nvPr>
            <ns0:ph type="body" idx="81" hasCustomPrompt="1"/>
          </ns0:nvPr>
        </ns0:nvSpPr>
        <ns0:spPr>
          <ns1:xfrm>
            <ns1:off x="11900586" y="5036703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Статус</ns1:t>
            </ns1:r>
          </ns1:p>
        </ns0:txBody>
      </ns0:sp>
      <ns0:sp>
        <ns0:nvSpPr>
          <ns0:cNvPr id="22" name="Текст 39">
            <ns1:extLst>
              <ns1:ext uri="{FF2B5EF4-FFF2-40B4-BE49-F238E27FC236}">
                <ns2:creationId id="{180145C3-5293-88E2-2850-97CFF6D33B2D}"/>
              </ns1:ext>
            </ns1:extLst>
          </ns0:cNvPr>
          <ns0:cNvSpPr>
            <ns1:spLocks noGrp="1"/>
          </ns0:cNvSpPr>
          <ns0:nvPr>
            <ns0:ph type="body" idx="82" hasCustomPrompt="1"/>
          </ns0:nvPr>
        </ns0:nvSpPr>
        <ns0:spPr>
          <ns1:xfrm>
            <ns1:off x="11900586" y="5469189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01.01.2000</ns1:t>
            </ns1:r>
          </ns1:p>
        </ns0:txBody>
      </ns0:sp>
      <ns0:sp>
        <ns0:nvSpPr>
          <ns0:cNvPr id="24" name="Текст 39">
            <ns1:extLst>
              <ns1:ext uri="{FF2B5EF4-FFF2-40B4-BE49-F238E27FC236}">
                <ns2:creationId id="{CB173DAD-BFF6-978D-3B14-5160C5B4AE34}"/>
              </ns1:ext>
            </ns1:extLst>
          </ns0:cNvPr>
          <ns0:cNvSpPr>
            <ns1:spLocks noGrp="1"/>
          </ns0:cNvSpPr>
          <ns0:nvPr>
            <ns0:ph type="body" idx="83" hasCustomPrompt="1"/>
          </ns0:nvPr>
        </ns0:nvSpPr>
        <ns0:spPr>
          <ns1:xfrm>
            <ns1:off x="952500" y="8363227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Статус</ns1:t>
            </ns1:r>
          </ns1:p>
        </ns0:txBody>
      </ns0:sp>
      <ns0:sp>
        <ns0:nvSpPr>
          <ns0:cNvPr id="25" name="Текст 39">
            <ns1:extLst>
              <ns1:ext uri="{FF2B5EF4-FFF2-40B4-BE49-F238E27FC236}">
                <ns2:creationId id="{D2C6EA80-C70C-63C1-3637-5AF2E685FE9D}"/>
              </ns1:ext>
            </ns1:extLst>
          </ns0:cNvPr>
          <ns0:cNvSpPr>
            <ns1:spLocks noGrp="1"/>
          </ns0:cNvSpPr>
          <ns0:nvPr>
            <ns0:ph type="body" idx="84" hasCustomPrompt="1"/>
          </ns0:nvPr>
        </ns0:nvSpPr>
        <ns0:spPr>
          <ns1:xfrm>
            <ns1:off x="952500" y="8795713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01.01.2000</ns1:t>
            </ns1:r>
          </ns1:p>
        </ns0:txBody>
      </ns0:sp>
      <ns0:sp>
        <ns0:nvSpPr>
          <ns0:cNvPr id="26" name="Текст 39">
            <ns1:extLst>
              <ns1:ext uri="{FF2B5EF4-FFF2-40B4-BE49-F238E27FC236}">
                <ns2:creationId id="{C87D26D3-4877-D840-65D1-7D7C4D06059C}"/>
              </ns1:ext>
            </ns1:extLst>
          </ns0:cNvPr>
          <ns0:cNvSpPr>
            <ns1:spLocks noGrp="1"/>
          </ns0:cNvSpPr>
          <ns0:nvPr>
            <ns0:ph type="body" idx="85" hasCustomPrompt="1"/>
          </ns0:nvPr>
        </ns0:nvSpPr>
        <ns0:spPr>
          <ns1:xfrm>
            <ns1:off x="6393397" y="8363227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Статус</ns1:t>
            </ns1:r>
          </ns1:p>
        </ns0:txBody>
      </ns0:sp>
      <ns0:sp>
        <ns0:nvSpPr>
          <ns0:cNvPr id="27" name="Текст 39">
            <ns1:extLst>
              <ns1:ext uri="{FF2B5EF4-FFF2-40B4-BE49-F238E27FC236}">
                <ns2:creationId id="{074BCA85-F53A-3F4E-5002-34C262D96CA7}"/>
              </ns1:ext>
            </ns1:extLst>
          </ns0:cNvPr>
          <ns0:cNvSpPr>
            <ns1:spLocks noGrp="1"/>
          </ns0:cNvSpPr>
          <ns0:nvPr>
            <ns0:ph type="body" idx="86" hasCustomPrompt="1"/>
          </ns0:nvPr>
        </ns0:nvSpPr>
        <ns0:spPr>
          <ns1:xfrm>
            <ns1:off x="6393397" y="8795713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01.01.2000</ns1:t>
            </ns1:r>
          </ns1:p>
        </ns0:txBody>
      </ns0:sp>
      <ns0:sp>
        <ns0:nvSpPr>
          <ns0:cNvPr id="28" name="Текст 39">
            <ns1:extLst>
              <ns1:ext uri="{FF2B5EF4-FFF2-40B4-BE49-F238E27FC236}">
                <ns2:creationId id="{A07DF65F-4C1D-E2BD-3E3A-8C2CBF99E5D6}"/>
              </ns1:ext>
            </ns1:extLst>
          </ns0:cNvPr>
          <ns0:cNvSpPr>
            <ns1:spLocks noGrp="1"/>
          </ns0:cNvSpPr>
          <ns0:nvPr>
            <ns0:ph type="body" idx="87" hasCustomPrompt="1"/>
          </ns0:nvPr>
        </ns0:nvSpPr>
        <ns0:spPr>
          <ns1:xfrm>
            <ns1:off x="11900586" y="8363227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Статус</ns1:t>
            </ns1:r>
          </ns1:p>
        </ns0:txBody>
      </ns0:sp>
      <ns0:sp>
        <ns0:nvSpPr>
          <ns0:cNvPr id="29" name="Текст 39">
            <ns1:extLst>
              <ns1:ext uri="{FF2B5EF4-FFF2-40B4-BE49-F238E27FC236}">
                <ns2:creationId id="{023E129B-B377-1B8D-BB8B-D16003EF0517}"/>
              </ns1:ext>
            </ns1:extLst>
          </ns0:cNvPr>
          <ns0:cNvSpPr>
            <ns1:spLocks noGrp="1"/>
          </ns0:cNvSpPr>
          <ns0:nvPr>
            <ns0:ph type="body" idx="88" hasCustomPrompt="1"/>
          </ns0:nvPr>
        </ns0:nvSpPr>
        <ns0:spPr>
          <ns1:xfrm>
            <ns1:off x="11900586" y="8795713"/>
            <ns1:ext cx="1308786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01.01.2000</ns1:t>
            </ns1:r>
          </ns1:p>
        </ns0:txBody>
      </ns0:sp>
      <ns0:sp>
        <ns0:nvSpPr>
          <ns0:cNvPr id="6" name="Рисунок 3">
            <ns1:extLst>
              <ns1:ext uri="{FF2B5EF4-FFF2-40B4-BE49-F238E27FC236}">
                <ns2:creationId id="{3EAF6A69-B2D9-6224-BB0D-A9CA599C2B5B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30" name="Текст 16">
            <ns1:extLst>
              <ns1:ext uri="{FF2B5EF4-FFF2-40B4-BE49-F238E27FC236}">
                <ns2:creationId id="{47FB2F21-3048-6BE2-17D5-B6ABAF063383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75b9468397534a86">
              <ns1:extLst>
                <ns1:ext uri="{96DAC541-7B7A-43D3-8B79-37D633B846F1}">
                  <ns4:svgBlip ns3:embed="R2da93dec10294d4e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34" name="Текст 16">
            <ns1:extLst>
              <ns1:ext uri="{FF2B5EF4-FFF2-40B4-BE49-F238E27FC236}">
                <ns2:creationId id="{30C7D9E3-963F-FC06-57E8-BA10C19D2C81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d7261646bd9b4852">
              <ns1:extLst>
                <ns1:ext uri="{96DAC541-7B7A-43D3-8B79-37D633B846F1}">
                  <ns4:svgBlip ns3:embed="R155f03b3f7264de9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24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3 человека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Рисунок 19">
            <ns1:extLst>
              <ns1:ext uri="{FF2B5EF4-FFF2-40B4-BE49-F238E27FC236}">
                <ns2:creationId id="{DC4CFB97-63E2-A423-8DBC-6B5E30710F73}"/>
              </ns1:ext>
            </ns1:extLst>
          </ns0:cNvPr>
          <ns0:cNvSpPr>
            <ns1:spLocks noGrp="1"/>
          </ns0:cNvSpPr>
          <ns0:nvPr>
            <ns0:ph type="pic" idx="62" hasCustomPrompt="1"/>
          </ns0:nvPr>
        </ns0:nvSpPr>
        <ns0:spPr>
          <ns1:xfrm>
            <ns1:off x="952499" y="2434015"/>
            <ns1:ext cx="5225879" cy="6796481"/>
          </ns1:xfrm>
          <ns1:prstGeom prst="roundRect">
            <ns1:avLst>
              <ns1:gd name="adj" fmla="val 5505"/>
            </ns1:avLst>
          </ns1:prstGeom>
          <ns1:blipFill>
            <ns1:blip ns3:embed="R32b7af35b3da4b4f"/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13" name="Рисунок 19">
            <ns1:extLst>
              <ns1:ext uri="{FF2B5EF4-FFF2-40B4-BE49-F238E27FC236}">
                <ns2:creationId id="{B96A65DD-8811-94A6-C15A-2D107B0B3639}"/>
              </ns1:ext>
            </ns1:extLst>
          </ns0:cNvPr>
          <ns0:cNvSpPr>
            <ns1:spLocks noGrp="1"/>
          </ns0:cNvSpPr>
          <ns0:nvPr>
            <ns0:ph type="pic" idx="65" hasCustomPrompt="1"/>
          </ns0:nvPr>
        </ns0:nvSpPr>
        <ns0:spPr>
          <ns1:xfrm>
            <ns1:off x="6531061" y="2434015"/>
            <ns1:ext cx="5225878" cy="6796481"/>
          </ns1:xfrm>
          <ns1:prstGeom prst="roundRect">
            <ns1:avLst>
              <ns1:gd name="adj" fmla="val 6410"/>
            </ns1:avLst>
          </ns1:prstGeom>
          <ns1:blipFill>
            <ns1:blip ns3:embed="R32b7af35b3da4b4f"/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14" name="Рисунок 19">
            <ns1:extLst>
              <ns1:ext uri="{FF2B5EF4-FFF2-40B4-BE49-F238E27FC236}">
                <ns2:creationId id="{6EA2C433-D8CF-FD0A-ACC2-150F46698DBE}"/>
              </ns1:ext>
            </ns1:extLst>
          </ns0:cNvPr>
          <ns0:cNvSpPr>
            <ns1:spLocks noGrp="1"/>
          </ns0:cNvSpPr>
          <ns0:nvPr>
            <ns0:ph type="pic" idx="71" hasCustomPrompt="1"/>
          </ns0:nvPr>
        </ns0:nvSpPr>
        <ns0:spPr>
          <ns1:xfrm>
            <ns1:off x="12123010" y="2434015"/>
            <ns1:ext cx="5225877" cy="6796481"/>
          </ns1:xfrm>
          <ns1:prstGeom prst="roundRect">
            <ns1:avLst>
              <ns1:gd name="adj" fmla="val 5505"/>
            </ns1:avLst>
          </ns1:prstGeom>
          <ns1:blipFill>
            <ns1:blip ns3:embed="R32b7af35b3da4b4f"/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36" name="Текст 39">
            <ns1:extLst>
              <ns1:ext uri="{FF2B5EF4-FFF2-40B4-BE49-F238E27FC236}">
                <ns2:creationId id="{99FD3B5D-673D-08B2-56CA-54BA16EFF269}"/>
              </ns1:ext>
            </ns1:extLst>
          </ns0:cNvPr>
          <ns0:cNvSpPr>
            <ns1:spLocks noGrp="1"/>
          </ns0:cNvSpPr>
          <ns0:nvPr>
            <ns0:ph type="body" idx="35" hasCustomPrompt="1"/>
          </ns0:nvPr>
        </ns0:nvSpPr>
        <ns0:spPr>
          <ns1:xfrm>
            <ns1:off x="1199636" y="8139915"/>
            <ns1:ext cx="3780137" cy="464376"/>
          </ns1:xfrm>
        </ns0:spPr>
        <ns0:txBody>
          <ns1:bodyPr>
            <ns1:noAutofit/>
          </ns1:bodyPr>
          <ns1:lstStyle>
            <ns1:lvl1pPr algn="l">
              <ns1:buNone/>
              <ns1:defRPr sz="24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Иван Иванов</ns1:t>
            </ns1:r>
          </ns1:p>
        </ns0:txBody>
      </ns0:sp>
      <ns0:sp>
        <ns0:nvSpPr>
          <ns0:cNvPr id="38" name="Текст 39">
            <ns1:extLst>
              <ns1:ext uri="{FF2B5EF4-FFF2-40B4-BE49-F238E27FC236}">
                <ns2:creationId id="{1DB19EEA-D907-E05C-D545-0CFBB4BDCD3A}"/>
              </ns1:ext>
            </ns1:extLst>
          </ns0:cNvPr>
          <ns0:cNvSpPr>
            <ns1:spLocks noGrp="1"/>
          </ns0:cNvSpPr>
          <ns0:nvPr>
            <ns0:ph type="body" idx="37" hasCustomPrompt="1"/>
          </ns0:nvPr>
        </ns0:nvSpPr>
        <ns0:spPr>
          <ns1:xfrm>
            <ns1:off x="1199636" y="8688505"/>
            <ns1:ext cx="3780137" cy="319571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Заместитель Руководителя</ns1:t>
            </ns1:r>
          </ns1:p>
        </ns0:txBody>
      </ns0:sp>
      <ns0:sp>
        <ns0:nvSpPr>
          <ns0:cNvPr id="4" name="Текст 39">
            <ns1:extLst>
              <ns1:ext uri="{FF2B5EF4-FFF2-40B4-BE49-F238E27FC236}">
                <ns2:creationId id="{9455FF72-E6D9-092E-D7AB-84BA1FA15CAC}"/>
              </ns1:ext>
            </ns1:extLst>
          </ns0:cNvPr>
          <ns0:cNvSpPr>
            <ns1:spLocks noGrp="1"/>
          </ns0:cNvSpPr>
          <ns0:nvPr>
            <ns0:ph type="body" idx="72" hasCustomPrompt="1"/>
          </ns0:nvPr>
        </ns0:nvSpPr>
        <ns0:spPr>
          <ns1:xfrm>
            <ns1:off x="6772533" y="8139915"/>
            <ns1:ext cx="3780137" cy="464376"/>
          </ns1:xfrm>
        </ns0:spPr>
        <ns0:txBody>
          <ns1:bodyPr>
            <ns1:noAutofit/>
          </ns1:bodyPr>
          <ns1:lstStyle>
            <ns1:lvl1pPr algn="l">
              <ns1:buNone/>
              <ns1:defRPr sz="24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Иван Иванов</ns1:t>
            </ns1:r>
          </ns1:p>
        </ns0:txBody>
      </ns0:sp>
      <ns0:sp>
        <ns0:nvSpPr>
          <ns0:cNvPr id="5" name="Текст 39">
            <ns1:extLst>
              <ns1:ext uri="{FF2B5EF4-FFF2-40B4-BE49-F238E27FC236}">
                <ns2:creationId id="{FD5E4DFC-75BE-8FE1-F915-85F96F37752B}"/>
              </ns1:ext>
            </ns1:extLst>
          </ns0:cNvPr>
          <ns0:cNvSpPr>
            <ns1:spLocks noGrp="1"/>
          </ns0:cNvSpPr>
          <ns0:nvPr>
            <ns0:ph type="body" idx="73" hasCustomPrompt="1"/>
          </ns0:nvPr>
        </ns0:nvSpPr>
        <ns0:spPr>
          <ns1:xfrm>
            <ns1:off x="6772533" y="8688505"/>
            <ns1:ext cx="3780137" cy="319571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Заместитель Руководителя</ns1:t>
            </ns1:r>
          </ns1:p>
        </ns0:txBody>
      </ns0:sp>
      <ns0:sp>
        <ns0:nvSpPr>
          <ns0:cNvPr id="6" name="Текст 39">
            <ns1:extLst>
              <ns1:ext uri="{FF2B5EF4-FFF2-40B4-BE49-F238E27FC236}">
                <ns2:creationId id="{2DFAEFB3-802F-41FD-FBC8-87C2F284BEF2}"/>
              </ns1:ext>
            </ns1:extLst>
          </ns0:cNvPr>
          <ns0:cNvSpPr>
            <ns1:spLocks noGrp="1"/>
          </ns0:cNvSpPr>
          <ns0:nvPr>
            <ns0:ph type="body" idx="74" hasCustomPrompt="1"/>
          </ns0:nvPr>
        </ns0:nvSpPr>
        <ns0:spPr>
          <ns1:xfrm>
            <ns1:off x="12370144" y="8139915"/>
            <ns1:ext cx="3780137" cy="464376"/>
          </ns1:xfrm>
        </ns0:spPr>
        <ns0:txBody>
          <ns1:bodyPr>
            <ns1:noAutofit/>
          </ns1:bodyPr>
          <ns1:lstStyle>
            <ns1:lvl1pPr algn="l">
              <ns1:buNone/>
              <ns1:defRPr sz="24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Иван Иванов</ns1:t>
            </ns1:r>
          </ns1:p>
        </ns0:txBody>
      </ns0:sp>
      <ns0:sp>
        <ns0:nvSpPr>
          <ns0:cNvPr id="7" name="Текст 39">
            <ns1:extLst>
              <ns1:ext uri="{FF2B5EF4-FFF2-40B4-BE49-F238E27FC236}">
                <ns2:creationId id="{9D77F42F-55E7-6AD6-95C1-F14E2EE355D1}"/>
              </ns1:ext>
            </ns1:extLst>
          </ns0:cNvPr>
          <ns0:cNvSpPr>
            <ns1:spLocks noGrp="1"/>
          </ns0:cNvSpPr>
          <ns0:nvPr>
            <ns0:ph type="body" idx="75" hasCustomPrompt="1"/>
          </ns0:nvPr>
        </ns0:nvSpPr>
        <ns0:spPr>
          <ns1:xfrm>
            <ns1:off x="12370144" y="8688505"/>
            <ns1:ext cx="3780137" cy="319571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Заместитель Руководителя</ns1:t>
            </ns1:r>
          </ns1:p>
        </ns0:txBody>
      </ns0:sp>
      <ns0:sp>
        <ns0:nvSpPr>
          <ns0:cNvPr id="3" name="Текст 39">
            <ns1:extLst>
              <ns1:ext uri="{FF2B5EF4-FFF2-40B4-BE49-F238E27FC236}">
                <ns2:creationId id="{473E177A-8A46-8E39-D819-4459F5E4ACE7}"/>
              </ns1:ext>
            </ns1:extLst>
          </ns0:cNvPr>
          <ns0:cNvSpPr>
            <ns1:spLocks noGrp="1"/>
          </ns0:cNvSpPr>
          <ns0:nvPr>
            <ns0:ph type="body" idx="84" hasCustomPrompt="1"/>
          </ns0:nvPr>
        </ns0:nvSpPr>
        <ns0:spPr>
          <ns1:xfrm>
            <ns1:off x="1201093" y="2728778"/>
            <ns1:ext cx="1132018" cy="370732"/>
          </ns1:xfrm>
          <ns1:prstGeom prst="roundRect">
            <ns1:avLst>
              <ns1:gd name="adj" fmla="val 50000"/>
            </ns1:avLst>
          </ns1:prstGeom>
          <ns1:solidFill>
            <ns1:schemeClr val="accent1">
              <ns1:lumMod val="60000"/>
              <ns1:lumOff val="40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Спикер</ns1:t>
            </ns1:r>
          </ns1:p>
        </ns0:txBody>
      </ns0:sp>
      <ns0:sp>
        <ns0:nvSpPr>
          <ns0:cNvPr id="20" name="Текст 39">
            <ns1:extLst>
              <ns1:ext uri="{FF2B5EF4-FFF2-40B4-BE49-F238E27FC236}">
                <ns2:creationId id="{4F75C2A6-813E-D947-D0A2-48D9A6C737FA}"/>
              </ns1:ext>
            </ns1:extLst>
          </ns0:cNvPr>
          <ns0:cNvSpPr>
            <ns1:spLocks noGrp="1"/>
          </ns0:cNvSpPr>
          <ns0:nvPr>
            <ns0:ph type="body" idx="85" hasCustomPrompt="1"/>
          </ns0:nvPr>
        </ns0:nvSpPr>
        <ns0:spPr>
          <ns1:xfrm>
            <ns1:off x="2447411" y="2728778"/>
            <ns1:ext cx="771525" cy="370732"/>
          </ns1:xfrm>
          <ns1:prstGeom prst="roundRect">
            <ns1:avLst>
              <ns1:gd name="adj" fmla="val 50000"/>
            </ns1:avLst>
          </ns1:prstGeom>
          <ns1:solidFill>
            <ns1:schemeClr val="accent1">
              <ns1:lumMod val="60000"/>
              <ns1:lumOff val="40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ДИТ</ns1:t>
            </ns1:r>
          </ns1:p>
        </ns0:txBody>
      </ns0:sp>
      <ns0:sp>
        <ns0:nvSpPr>
          <ns0:cNvPr id="21" name="Текст 39">
            <ns1:extLst>
              <ns1:ext uri="{FF2B5EF4-FFF2-40B4-BE49-F238E27FC236}">
                <ns2:creationId id="{CDA30FB1-5FAC-03BA-636D-47A71373A6B8}"/>
              </ns1:ext>
            </ns1:extLst>
          </ns0:cNvPr>
          <ns0:cNvSpPr>
            <ns1:spLocks noGrp="1"/>
          </ns0:cNvSpPr>
          <ns0:nvPr>
            <ns0:ph type="body" idx="86" hasCustomPrompt="1"/>
          </ns0:nvPr>
        </ns0:nvSpPr>
        <ns0:spPr>
          <ns1:xfrm>
            <ns1:off x="3327521" y="2728778"/>
            <ns1:ext cx="771525" cy="370732"/>
          </ns1:xfrm>
          <ns1:prstGeom prst="roundRect">
            <ns1:avLst>
              <ns1:gd name="adj" fmla="val 50000"/>
            </ns1:avLst>
          </ns1:prstGeom>
          <ns1:solidFill>
            <ns1:schemeClr val="accent1">
              <ns1:lumMod val="60000"/>
              <ns1:lumOff val="40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КНД</ns1:t>
            </ns1:r>
          </ns1:p>
        </ns0:txBody>
      </ns0:sp>
      <ns0:sp>
        <ns0:nvSpPr>
          <ns0:cNvPr id="22" name="Текст 39">
            <ns1:extLst>
              <ns1:ext uri="{FF2B5EF4-FFF2-40B4-BE49-F238E27FC236}">
                <ns2:creationId id="{3F0175E4-2CFE-2228-C223-1994EDDCFEC6}"/>
              </ns1:ext>
            </ns1:extLst>
          </ns0:cNvPr>
          <ns0:cNvSpPr>
            <ns1:spLocks noGrp="1"/>
          </ns0:cNvSpPr>
          <ns0:nvPr>
            <ns0:ph type="body" idx="87" hasCustomPrompt="1"/>
          </ns0:nvPr>
        </ns0:nvSpPr>
        <ns0:spPr>
          <ns1:xfrm>
            <ns1:off x="6772533" y="2728778"/>
            <ns1:ext cx="2259504" cy="370732"/>
          </ns1:xfrm>
          <ns1:prstGeom prst="roundRect">
            <ns1:avLst>
              <ns1:gd name="adj" fmla="val 50000"/>
            </ns1:avLst>
          </ns1:prstGeom>
          <ns1:solidFill>
            <ns1:schemeClr val="accent1">
              <ns1:lumMod val="60000"/>
              <ns1:lumOff val="40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Участник команды</ns1:t>
            </ns1:r>
          </ns1:p>
        </ns0:txBody>
      </ns0:sp>
      <ns0:sp>
        <ns0:nvSpPr>
          <ns0:cNvPr id="23" name="Текст 39">
            <ns1:extLst>
              <ns1:ext uri="{FF2B5EF4-FFF2-40B4-BE49-F238E27FC236}">
                <ns2:creationId id="{73FCEB01-0E1E-8100-2DF4-B3C7DDDB67C2}"/>
              </ns1:ext>
            </ns1:extLst>
          </ns0:cNvPr>
          <ns0:cNvSpPr>
            <ns1:spLocks noGrp="1"/>
          </ns0:cNvSpPr>
          <ns0:nvPr>
            <ns0:ph type="body" idx="88" hasCustomPrompt="1"/>
          </ns0:nvPr>
        </ns0:nvSpPr>
        <ns0:spPr>
          <ns1:xfrm>
            <ns1:off x="9146337" y="2728778"/>
            <ns1:ext cx="771525" cy="370732"/>
          </ns1:xfrm>
          <ns1:prstGeom prst="roundRect">
            <ns1:avLst>
              <ns1:gd name="adj" fmla="val 50000"/>
            </ns1:avLst>
          </ns1:prstGeom>
          <ns1:solidFill>
            <ns1:schemeClr val="accent1">
              <ns1:lumMod val="60000"/>
              <ns1:lumOff val="40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ДИТ</ns1:t>
            </ns1:r>
          </ns1:p>
        </ns0:txBody>
      </ns0:sp>
      <ns0:sp>
        <ns0:nvSpPr>
          <ns0:cNvPr id="27" name="Текст 39">
            <ns1:extLst>
              <ns1:ext uri="{FF2B5EF4-FFF2-40B4-BE49-F238E27FC236}">
                <ns2:creationId id="{CDEAC51C-289B-46C7-38D8-B14016F04941}"/>
              </ns1:ext>
            </ns1:extLst>
          </ns0:cNvPr>
          <ns0:cNvSpPr>
            <ns1:spLocks noGrp="1"/>
          </ns0:cNvSpPr>
          <ns0:nvPr>
            <ns0:ph type="body" idx="89" hasCustomPrompt="1"/>
          </ns0:nvPr>
        </ns0:nvSpPr>
        <ns0:spPr>
          <ns1:xfrm>
            <ns1:off x="10026447" y="2728778"/>
            <ns1:ext cx="771525" cy="370732"/>
          </ns1:xfrm>
          <ns1:prstGeom prst="roundRect">
            <ns1:avLst>
              <ns1:gd name="adj" fmla="val 50000"/>
            </ns1:avLst>
          </ns1:prstGeom>
          <ns1:solidFill>
            <ns1:schemeClr val="accent1">
              <ns1:lumMod val="60000"/>
              <ns1:lumOff val="40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КНД</ns1:t>
            </ns1:r>
          </ns1:p>
        </ns0:txBody>
      </ns0:sp>
      <ns0:sp>
        <ns0:nvSpPr>
          <ns0:cNvPr id="28" name="Текст 39">
            <ns1:extLst>
              <ns1:ext uri="{FF2B5EF4-FFF2-40B4-BE49-F238E27FC236}">
                <ns2:creationId id="{D16DEF14-0854-21C8-0F54-966CB397ED4F}"/>
              </ns1:ext>
            </ns1:extLst>
          </ns0:cNvPr>
          <ns0:cNvSpPr>
            <ns1:spLocks noGrp="1"/>
          </ns0:cNvSpPr>
          <ns0:nvPr>
            <ns0:ph type="body" idx="90" hasCustomPrompt="1"/>
          </ns0:nvPr>
        </ns0:nvSpPr>
        <ns0:spPr>
          <ns1:xfrm>
            <ns1:off x="12365259" y="2728778"/>
            <ns1:ext cx="2259504" cy="370732"/>
          </ns1:xfrm>
          <ns1:prstGeom prst="roundRect">
            <ns1:avLst>
              <ns1:gd name="adj" fmla="val 50000"/>
            </ns1:avLst>
          </ns1:prstGeom>
          <ns1:solidFill>
            <ns1:schemeClr val="accent1">
              <ns1:lumMod val="60000"/>
              <ns1:lumOff val="40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Участник команды</ns1:t>
            </ns1:r>
          </ns1:p>
        </ns0:txBody>
      </ns0:sp>
      <ns0:sp>
        <ns0:nvSpPr>
          <ns0:cNvPr id="29" name="Текст 39">
            <ns1:extLst>
              <ns1:ext uri="{FF2B5EF4-FFF2-40B4-BE49-F238E27FC236}">
                <ns2:creationId id="{848B0F62-B41B-DD9F-8C60-8EB73976FD31}"/>
              </ns1:ext>
            </ns1:extLst>
          </ns0:cNvPr>
          <ns0:cNvSpPr>
            <ns1:spLocks noGrp="1"/>
          </ns0:cNvSpPr>
          <ns0:nvPr>
            <ns0:ph type="body" idx="91" hasCustomPrompt="1"/>
          </ns0:nvPr>
        </ns0:nvSpPr>
        <ns0:spPr>
          <ns1:xfrm>
            <ns1:off x="14739063" y="2728778"/>
            <ns1:ext cx="771525" cy="370732"/>
          </ns1:xfrm>
          <ns1:prstGeom prst="roundRect">
            <ns1:avLst>
              <ns1:gd name="adj" fmla="val 50000"/>
            </ns1:avLst>
          </ns1:prstGeom>
          <ns1:solidFill>
            <ns1:schemeClr val="accent1">
              <ns1:lumMod val="60000"/>
              <ns1:lumOff val="40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ДИТ</ns1:t>
            </ns1:r>
          </ns1:p>
        </ns0:txBody>
      </ns0:sp>
      <ns0:sp>
        <ns0:nvSpPr>
          <ns0:cNvPr id="30" name="Текст 39">
            <ns1:extLst>
              <ns1:ext uri="{FF2B5EF4-FFF2-40B4-BE49-F238E27FC236}">
                <ns2:creationId id="{92A4055B-2174-2B8F-45B7-BAF29B67C92D}"/>
              </ns1:ext>
            </ns1:extLst>
          </ns0:cNvPr>
          <ns0:cNvSpPr>
            <ns1:spLocks noGrp="1"/>
          </ns0:cNvSpPr>
          <ns0:nvPr>
            <ns0:ph type="body" idx="92" hasCustomPrompt="1"/>
          </ns0:nvPr>
        </ns0:nvSpPr>
        <ns0:spPr>
          <ns1:xfrm>
            <ns1:off x="15619173" y="2728778"/>
            <ns1:ext cx="771525" cy="370732"/>
          </ns1:xfrm>
          <ns1:prstGeom prst="roundRect">
            <ns1:avLst>
              <ns1:gd name="adj" fmla="val 50000"/>
            </ns1:avLst>
          </ns1:prstGeom>
          <ns1:solidFill>
            <ns1:schemeClr val="accent1">
              <ns1:lumMod val="60000"/>
              <ns1:lumOff val="40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КНД</ns1:t>
            </ns1:r>
          </ns1:p>
        </ns0:txBody>
      </ns0:sp>
      <ns0:sp>
        <ns0:nvSpPr>
          <ns0:cNvPr id="8" name="Рисунок 16">
            <ns1:extLst>
              <ns1:ext uri="{FF2B5EF4-FFF2-40B4-BE49-F238E27FC236}">
                <ns2:creationId id="{218B06C1-EFCF-D1C9-6D52-1E9577CEA0B5}"/>
              </ns1:ext>
            </ns1:extLst>
          </ns0:cNvPr>
          <ns0:cNvSpPr>
            <ns1:spLocks noGrp="1"/>
          </ns0:cNvSpPr>
          <ns0:nvPr>
            <ns0:ph type="pic" idx="82" hasCustomPrompt="1"/>
          </ns0:nvPr>
        </ns0:nvSpPr>
        <ns0:spPr>
          <ns1:xfrm>
            <ns1:off x="5081017" y="8162924"/>
            <ns1:ext cx="840811" cy="840811"/>
          </ns1:xfrm>
          <ns1:prstGeom prst="rect">
            <ns1:avLst/>
          </ns1:prstGeom>
          <ns1:blipFill>
            <ns1:blip ns3:embed="R89a79bb7f9254a73"/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9" name="Рисунок 16">
            <ns1:extLst>
              <ns1:ext uri="{FF2B5EF4-FFF2-40B4-BE49-F238E27FC236}">
                <ns2:creationId id="{54B15CD9-6673-DE31-5BCF-6D2AD6CD8477}"/>
              </ns1:ext>
            </ns1:extLst>
          </ns0:cNvPr>
          <ns0:cNvSpPr>
            <ns1:spLocks noGrp="1"/>
          </ns0:cNvSpPr>
          <ns0:nvPr>
            <ns0:ph type="pic" idx="93" hasCustomPrompt="1"/>
          </ns0:nvPr>
        </ns0:nvSpPr>
        <ns0:spPr>
          <ns1:xfrm>
            <ns1:off x="10654502" y="8162924"/>
            <ns1:ext cx="840811" cy="840811"/>
          </ns1:xfrm>
          <ns1:prstGeom prst="rect">
            <ns1:avLst/>
          </ns1:prstGeom>
          <ns1:blipFill>
            <ns1:blip ns3:embed="R89a79bb7f9254a73"/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0" name="Рисунок 16">
            <ns1:extLst>
              <ns1:ext uri="{FF2B5EF4-FFF2-40B4-BE49-F238E27FC236}">
                <ns2:creationId id="{AF1F3E2D-3EAB-FC23-EEA7-188CF58E85F1}"/>
              </ns1:ext>
            </ns1:extLst>
          </ns0:cNvPr>
          <ns0:cNvSpPr>
            <ns1:spLocks noGrp="1"/>
          </ns0:cNvSpPr>
          <ns0:nvPr>
            <ns0:ph type="pic" idx="94" hasCustomPrompt="1"/>
          </ns0:nvPr>
        </ns0:nvSpPr>
        <ns0:spPr>
          <ns1:xfrm>
            <ns1:off x="16257017" y="8162924"/>
            <ns1:ext cx="840811" cy="840811"/>
          </ns1:xfrm>
          <ns1:prstGeom prst="rect">
            <ns1:avLst/>
          </ns1:prstGeom>
          <ns1:blipFill>
            <ns1:blip ns3:embed="R89a79bb7f9254a73"/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1" name="Рисунок 3">
            <ns1:extLst>
              <ns1:ext uri="{FF2B5EF4-FFF2-40B4-BE49-F238E27FC236}">
                <ns2:creationId id="{A021F4A1-5D61-017B-93A9-71710D6A6925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2" name="Текст 16">
            <ns1:extLst>
              <ns1:ext uri="{FF2B5EF4-FFF2-40B4-BE49-F238E27FC236}">
                <ns2:creationId id="{B9BAE8CC-D732-7CE0-3D21-7560C6FC60FA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4220fea0cfd64abb">
              <ns1:extLst>
                <ns1:ext uri="{96DAC541-7B7A-43D3-8B79-37D633B846F1}">
                  <ns4:svgBlip ns3:embed="R136a4ac518d94d09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5" name="Текст 16">
            <ns1:extLst>
              <ns1:ext uri="{FF2B5EF4-FFF2-40B4-BE49-F238E27FC236}">
                <ns2:creationId id="{D68C086B-72B4-C9CA-2F4E-EDFFE8C3476A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6e3b5fe3e1fb42fb">
              <ns1:extLst>
                <ns1:ext uri="{96DAC541-7B7A-43D3-8B79-37D633B846F1}">
                  <ns4:svgBlip ns3:embed="R6d9894be865a49f2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25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Отдел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1" name="Рисунок 19">
            <ns1:extLst>
              <ns1:ext uri="{FF2B5EF4-FFF2-40B4-BE49-F238E27FC236}">
                <ns2:creationId id="{B8B3E3C3-6EB3-5CEE-3B68-7AA3C78EBB65}"/>
              </ns1:ext>
            </ns1:extLst>
          </ns0:cNvPr>
          <ns0:cNvSpPr>
            <ns1:spLocks noGrp="1"/>
          </ns0:cNvSpPr>
          <ns0:nvPr>
            <ns0:ph type="pic" idx="62" hasCustomPrompt="1"/>
          </ns0:nvPr>
        </ns0:nvSpPr>
        <ns0:spPr>
          <ns1:xfrm>
            <ns1:off x="-609599" y="2435244"/>
            <ns1:ext cx="6627340" cy="6796481"/>
          </ns1:xfrm>
          <ns1:prstGeom prst="roundRect">
            <ns1:avLst>
              <ns1:gd name="adj" fmla="val 5505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20" name="Рисунок 19">
            <ns1:extLst>
              <ns1:ext uri="{FF2B5EF4-FFF2-40B4-BE49-F238E27FC236}">
                <ns2:creationId id="{27C1C01E-5A8B-7282-4722-032D9A895257}"/>
              </ns1:ext>
            </ns1:extLst>
          </ns0:cNvPr>
          <ns0:cNvSpPr>
            <ns1:spLocks noGrp="1"/>
          </ns0:cNvSpPr>
          <ns0:nvPr>
            <ns0:ph type="pic" idx="50" hasCustomPrompt="1"/>
          </ns0:nvPr>
        </ns0:nvSpPr>
        <ns0:spPr>
          <ns1:xfrm>
            <ns1:off x="952500" y="3296768"/>
            <ns1:ext cx="3656570" cy="3656570"/>
          </ns1:xfrm>
          <ns1:prstGeom prst="ellipse">
            <ns1:avLst/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23" name="Рисунок 19">
            <ns1:extLst>
              <ns1:ext uri="{FF2B5EF4-FFF2-40B4-BE49-F238E27FC236}">
                <ns2:creationId id="{4D40010F-4781-392A-F0D5-7F46BD6B539B}"/>
              </ns1:ext>
            </ns1:extLst>
          </ns0:cNvPr>
          <ns0:cNvSpPr>
            <ns1:spLocks noGrp="1"/>
          </ns0:cNvSpPr>
          <ns0:nvPr>
            <ns0:ph type="pic" idx="53" hasCustomPrompt="1"/>
          </ns0:nvPr>
        </ns0:nvSpPr>
        <ns0:spPr>
          <ns1:xfrm>
            <ns1:off x="6452227" y="6010366"/>
            <ns1:ext cx="1536102" cy="1536102"/>
          </ns1:xfrm>
          <ns1:prstGeom prst="ellipse">
            <ns1:avLst/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30" name="Рисунок 19">
            <ns1:extLst>
              <ns1:ext uri="{FF2B5EF4-FFF2-40B4-BE49-F238E27FC236}">
                <ns2:creationId id="{2F0189FF-F58A-4726-261E-10470EF73A5A}"/>
              </ns1:ext>
            </ns1:extLst>
          </ns0:cNvPr>
          <ns0:cNvSpPr>
            <ns1:spLocks noGrp="1"/>
          </ns0:cNvSpPr>
          <ns0:nvPr>
            <ns0:ph type="pic" idx="56" hasCustomPrompt="1"/>
          </ns0:nvPr>
        </ns0:nvSpPr>
        <ns0:spPr>
          <ns1:xfrm>
            <ns1:off x="10306508" y="6010366"/>
            <ns1:ext cx="1536102" cy="1536102"/>
          </ns1:xfrm>
          <ns1:prstGeom prst="ellipse">
            <ns1:avLst/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42" name="Рисунок 19">
            <ns1:extLst>
              <ns1:ext uri="{FF2B5EF4-FFF2-40B4-BE49-F238E27FC236}">
                <ns2:creationId id="{27506846-FE53-A5FB-ABF4-3D01ED953B5E}"/>
              </ns1:ext>
            </ns1:extLst>
          </ns0:cNvPr>
          <ns0:cNvSpPr>
            <ns1:spLocks noGrp="1"/>
          </ns0:cNvSpPr>
          <ns0:nvPr>
            <ns0:ph type="pic" idx="59" hasCustomPrompt="1"/>
          </ns0:nvPr>
        </ns0:nvSpPr>
        <ns0:spPr>
          <ns1:xfrm>
            <ns1:off x="14173199" y="6010366"/>
            <ns1:ext cx="1536102" cy="1536102"/>
          </ns1:xfrm>
          <ns1:prstGeom prst="ellipse">
            <ns1:avLst/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66" name="Рисунок 19">
            <ns1:extLst>
              <ns1:ext uri="{FF2B5EF4-FFF2-40B4-BE49-F238E27FC236}">
                <ns2:creationId id="{9247369E-1A39-4DE3-E262-E39148556D14}"/>
              </ns1:ext>
            </ns1:extLst>
          </ns0:cNvPr>
          <ns0:cNvSpPr>
            <ns1:spLocks noGrp="1"/>
          </ns0:cNvSpPr>
          <ns0:nvPr>
            <ns0:ph type="pic" idx="65" hasCustomPrompt="1"/>
          </ns0:nvPr>
        </ns0:nvSpPr>
        <ns0:spPr>
          <ns1:xfrm>
            <ns1:off x="6452227" y="2340404"/>
            <ns1:ext cx="1536102" cy="1536102"/>
          </ns1:xfrm>
          <ns1:prstGeom prst="ellipse">
            <ns1:avLst/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69" name="Рисунок 19">
            <ns1:extLst>
              <ns1:ext uri="{FF2B5EF4-FFF2-40B4-BE49-F238E27FC236}">
                <ns2:creationId id="{4D9F017F-D904-A723-C7A9-641B15AE568C}"/>
              </ns1:ext>
            </ns1:extLst>
          </ns0:cNvPr>
          <ns0:cNvSpPr>
            <ns1:spLocks noGrp="1"/>
          </ns0:cNvSpPr>
          <ns0:nvPr>
            <ns0:ph type="pic" idx="68" hasCustomPrompt="1"/>
          </ns0:nvPr>
        </ns0:nvSpPr>
        <ns0:spPr>
          <ns1:xfrm>
            <ns1:off x="10306508" y="2340404"/>
            <ns1:ext cx="1536102" cy="1536102"/>
          </ns1:xfrm>
          <ns1:prstGeom prst="ellipse">
            <ns1:avLst/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72" name="Рисунок 19">
            <ns1:extLst>
              <ns1:ext uri="{FF2B5EF4-FFF2-40B4-BE49-F238E27FC236}">
                <ns2:creationId id="{7286199C-9EA1-6143-BB52-065459DC1423}"/>
              </ns1:ext>
            </ns1:extLst>
          </ns0:cNvPr>
          <ns0:cNvSpPr>
            <ns1:spLocks noGrp="1"/>
          </ns0:cNvSpPr>
          <ns0:nvPr>
            <ns0:ph type="pic" idx="71" hasCustomPrompt="1"/>
          </ns0:nvPr>
        </ns0:nvSpPr>
        <ns0:spPr>
          <ns1:xfrm>
            <ns1:off x="14173199" y="2340404"/>
            <ns1:ext cx="1536102" cy="1536102"/>
          </ns1:xfrm>
          <ns1:prstGeom prst="ellipse">
            <ns1:avLst/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36" name="Текст 39">
            <ns1:extLst>
              <ns1:ext uri="{FF2B5EF4-FFF2-40B4-BE49-F238E27FC236}">
                <ns2:creationId id="{99FD3B5D-673D-08B2-56CA-54BA16EFF269}"/>
              </ns1:ext>
            </ns1:extLst>
          </ns0:cNvPr>
          <ns0:cNvSpPr>
            <ns1:spLocks noGrp="1"/>
          </ns0:cNvSpPr>
          <ns0:nvPr>
            <ns0:ph type="body" idx="35" hasCustomPrompt="1"/>
          </ns0:nvPr>
        </ns0:nvSpPr>
        <ns0:spPr>
          <ns1:xfrm>
            <ns1:off x="952501" y="7052518"/>
            <ns1:ext cx="4051986" cy="832796"/>
          </ns1:xfrm>
        </ns0:spPr>
        <ns0:txBody>
          <ns1:bodyPr>
            <ns1:noAutofit/>
          </ns1:bodyPr>
          <ns1:lstStyle>
            <ns1:lvl1pPr algn="l"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Имя и фамилия в две строки</ns1:t>
            </ns1:r>
          </ns1:p>
        </ns0:txBody>
      </ns0:sp>
      <ns0:sp>
        <ns0:nvSpPr>
          <ns0:cNvPr id="38" name="Текст 39">
            <ns1:extLst>
              <ns1:ext uri="{FF2B5EF4-FFF2-40B4-BE49-F238E27FC236}">
                <ns2:creationId id="{1DB19EEA-D907-E05C-D545-0CFBB4BDCD3A}"/>
              </ns1:ext>
            </ns1:extLst>
          </ns0:cNvPr>
          <ns0:cNvSpPr>
            <ns1:spLocks noGrp="1"/>
          </ns0:cNvSpPr>
          <ns0:nvPr>
            <ns0:ph type="body" idx="37" hasCustomPrompt="1"/>
          </ns0:nvPr>
        </ns0:nvSpPr>
        <ns0:spPr>
          <ns1:xfrm>
            <ns1:off x="952501" y="7971812"/>
            <ns1:ext cx="4051986" cy="896242"/>
          </ns1:xfrm>
        </ns0:spPr>
        <ns0:txBody>
          <ns1:bodyPr>
            <ns1:noAutofit/>
          </ns1:bodyPr>
          <ns1:lstStyle>
            <ns1:lvl1pPr algn="l"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Здесь указывается должность или роль в проекте</ns1:t>
            </ns1:r>
          </ns1:p>
        </ns0:txBody>
      </ns0:sp>
      <ns0:sp>
        <ns0:nvSpPr>
          <ns0:cNvPr id="21" name="Текст 39">
            <ns1:extLst>
              <ns1:ext uri="{FF2B5EF4-FFF2-40B4-BE49-F238E27FC236}">
                <ns2:creationId id="{316031ED-B785-4EC0-A68D-949FAD980CA7}"/>
              </ns1:ext>
            </ns1:extLst>
          </ns0:cNvPr>
          <ns0:cNvSpPr>
            <ns1:spLocks noGrp="1"/>
          </ns0:cNvSpPr>
          <ns0:nvPr>
            <ns0:ph type="body" idx="51" hasCustomPrompt="1"/>
          </ns0:nvPr>
        </ns0:nvSpPr>
        <ns0:spPr>
          <ns1:xfrm>
            <ns1:off x="6489298" y="7608577"/>
            <ns1:ext cx="3125229" cy="654805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Имя и фамилия в две строки</ns1:t>
            </ns1:r>
          </ns1:p>
        </ns0:txBody>
      </ns0:sp>
      <ns0:sp>
        <ns0:nvSpPr>
          <ns0:cNvPr id="22" name="Текст 39">
            <ns1:extLst>
              <ns1:ext uri="{FF2B5EF4-FFF2-40B4-BE49-F238E27FC236}">
                <ns2:creationId id="{BABB8EA2-D6A9-C6D2-26F5-25D220F0FE70}"/>
              </ns1:ext>
            </ns1:extLst>
          </ns0:cNvPr>
          <ns0:cNvSpPr>
            <ns1:spLocks noGrp="1"/>
          </ns0:cNvSpPr>
          <ns0:nvPr>
            <ns0:ph type="body" idx="52" hasCustomPrompt="1"/>
          </ns0:nvPr>
        </ns0:nvSpPr>
        <ns0:spPr>
          <ns1:xfrm>
            <ns1:off x="6489298" y="8342520"/>
            <ns1:ext cx="3125229" cy="566706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Здесь указывается должность или роль в проекте</ns1:t>
            </ns1:r>
          </ns1:p>
        </ns0:txBody>
      </ns0:sp>
      <ns0:sp>
        <ns0:nvSpPr>
          <ns0:cNvPr id="28" name="Текст 39">
            <ns1:extLst>
              <ns1:ext uri="{FF2B5EF4-FFF2-40B4-BE49-F238E27FC236}">
                <ns2:creationId id="{8EF4E53F-5C91-F162-2B5D-48BC4146D127}"/>
              </ns1:ext>
            </ns1:extLst>
          </ns0:cNvPr>
          <ns0:cNvSpPr>
            <ns1:spLocks noGrp="1"/>
          </ns0:cNvSpPr>
          <ns0:nvPr>
            <ns0:ph type="body" idx="54" hasCustomPrompt="1"/>
          </ns0:nvPr>
        </ns0:nvSpPr>
        <ns0:spPr>
          <ns1:xfrm>
            <ns1:off x="10343579" y="7608577"/>
            <ns1:ext cx="3125229" cy="654805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Имя и фамилия в две строки</ns1:t>
            </ns1:r>
          </ns1:p>
        </ns0:txBody>
      </ns0:sp>
      <ns0:sp>
        <ns0:nvSpPr>
          <ns0:cNvPr id="29" name="Текст 39">
            <ns1:extLst>
              <ns1:ext uri="{FF2B5EF4-FFF2-40B4-BE49-F238E27FC236}">
                <ns2:creationId id="{A033F90D-DC11-6863-CD34-87FDF80EB90D}"/>
              </ns1:ext>
            </ns1:extLst>
          </ns0:cNvPr>
          <ns0:cNvSpPr>
            <ns1:spLocks noGrp="1"/>
          </ns0:cNvSpPr>
          <ns0:nvPr>
            <ns0:ph type="body" idx="55" hasCustomPrompt="1"/>
          </ns0:nvPr>
        </ns0:nvSpPr>
        <ns0:spPr>
          <ns1:xfrm>
            <ns1:off x="10343579" y="8342520"/>
            <ns1:ext cx="3125229" cy="566706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Здесь указывается должность или роль в проекте</ns1:t>
            </ns1:r>
          </ns1:p>
        </ns0:txBody>
      </ns0:sp>
      <ns0:sp>
        <ns0:nvSpPr>
          <ns0:cNvPr id="31" name="Текст 39">
            <ns1:extLst>
              <ns1:ext uri="{FF2B5EF4-FFF2-40B4-BE49-F238E27FC236}">
                <ns2:creationId id="{A5D6D0CD-EF40-1164-C221-928746F0E61E}"/>
              </ns1:ext>
            </ns1:extLst>
          </ns0:cNvPr>
          <ns0:cNvSpPr>
            <ns1:spLocks noGrp="1"/>
          </ns0:cNvSpPr>
          <ns0:nvPr>
            <ns0:ph type="body" idx="57" hasCustomPrompt="1"/>
          </ns0:nvPr>
        </ns0:nvSpPr>
        <ns0:spPr>
          <ns1:xfrm>
            <ns1:off x="14210270" y="7608577"/>
            <ns1:ext cx="3125229" cy="654805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Имя и фамилия в две строки</ns1:t>
            </ns1:r>
          </ns1:p>
        </ns0:txBody>
      </ns0:sp>
      <ns0:sp>
        <ns0:nvSpPr>
          <ns0:cNvPr id="40" name="Текст 39">
            <ns1:extLst>
              <ns1:ext uri="{FF2B5EF4-FFF2-40B4-BE49-F238E27FC236}">
                <ns2:creationId id="{37E3C96E-E8F5-47C6-21B7-E2FA96E895DF}"/>
              </ns1:ext>
            </ns1:extLst>
          </ns0:cNvPr>
          <ns0:cNvSpPr>
            <ns1:spLocks noGrp="1"/>
          </ns0:cNvSpPr>
          <ns0:nvPr>
            <ns0:ph type="body" idx="58" hasCustomPrompt="1"/>
          </ns0:nvPr>
        </ns0:nvSpPr>
        <ns0:spPr>
          <ns1:xfrm>
            <ns1:off x="14210270" y="8342520"/>
            <ns1:ext cx="3125229" cy="566706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Здесь указывается должность или роль в проекте</ns1:t>
            </ns1:r>
          </ns1:p>
        </ns0:txBody>
      </ns0:sp>
      <ns0:sp>
        <ns0:nvSpPr>
          <ns0:cNvPr id="64" name="Текст 39">
            <ns1:extLst>
              <ns1:ext uri="{FF2B5EF4-FFF2-40B4-BE49-F238E27FC236}">
                <ns2:creationId id="{5FECBD9B-D73A-711B-31B3-2F5FE09F8490}"/>
              </ns1:ext>
            </ns1:extLst>
          </ns0:cNvPr>
          <ns0:cNvSpPr>
            <ns1:spLocks noGrp="1"/>
          </ns0:cNvSpPr>
          <ns0:nvPr>
            <ns0:ph type="body" idx="63" hasCustomPrompt="1"/>
          </ns0:nvPr>
        </ns0:nvSpPr>
        <ns0:spPr>
          <ns1:xfrm>
            <ns1:off x="6489298" y="3938615"/>
            <ns1:ext cx="3125229" cy="654805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Имя и фамилия в две строки</ns1:t>
            </ns1:r>
          </ns1:p>
        </ns0:txBody>
      </ns0:sp>
      <ns0:sp>
        <ns0:nvSpPr>
          <ns0:cNvPr id="65" name="Текст 39">
            <ns1:extLst>
              <ns1:ext uri="{FF2B5EF4-FFF2-40B4-BE49-F238E27FC236}">
                <ns2:creationId id="{50D085C9-983E-D8AF-3985-CAF16F201459}"/>
              </ns1:ext>
            </ns1:extLst>
          </ns0:cNvPr>
          <ns0:cNvSpPr>
            <ns1:spLocks noGrp="1"/>
          </ns0:cNvSpPr>
          <ns0:nvPr>
            <ns0:ph type="body" idx="64" hasCustomPrompt="1"/>
          </ns0:nvPr>
        </ns0:nvSpPr>
        <ns0:spPr>
          <ns1:xfrm>
            <ns1:off x="6489298" y="4672558"/>
            <ns1:ext cx="3125229" cy="566706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Здесь указывается должность или роль в проекте</ns1:t>
            </ns1:r>
          </ns1:p>
        </ns0:txBody>
      </ns0:sp>
      <ns0:sp>
        <ns0:nvSpPr>
          <ns0:cNvPr id="67" name="Текст 39">
            <ns1:extLst>
              <ns1:ext uri="{FF2B5EF4-FFF2-40B4-BE49-F238E27FC236}">
                <ns2:creationId id="{1F0832CD-1538-9F00-AC56-8DB1A849D967}"/>
              </ns1:ext>
            </ns1:extLst>
          </ns0:cNvPr>
          <ns0:cNvSpPr>
            <ns1:spLocks noGrp="1"/>
          </ns0:cNvSpPr>
          <ns0:nvPr>
            <ns0:ph type="body" idx="66" hasCustomPrompt="1"/>
          </ns0:nvPr>
        </ns0:nvSpPr>
        <ns0:spPr>
          <ns1:xfrm>
            <ns1:off x="10343579" y="3938615"/>
            <ns1:ext cx="3125229" cy="654805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Имя и фамилия в две строки</ns1:t>
            </ns1:r>
          </ns1:p>
        </ns0:txBody>
      </ns0:sp>
      <ns0:sp>
        <ns0:nvSpPr>
          <ns0:cNvPr id="68" name="Текст 39">
            <ns1:extLst>
              <ns1:ext uri="{FF2B5EF4-FFF2-40B4-BE49-F238E27FC236}">
                <ns2:creationId id="{CEE6CC86-467C-11A2-BA71-781DE0BCB49C}"/>
              </ns1:ext>
            </ns1:extLst>
          </ns0:cNvPr>
          <ns0:cNvSpPr>
            <ns1:spLocks noGrp="1"/>
          </ns0:cNvSpPr>
          <ns0:nvPr>
            <ns0:ph type="body" idx="67" hasCustomPrompt="1"/>
          </ns0:nvPr>
        </ns0:nvSpPr>
        <ns0:spPr>
          <ns1:xfrm>
            <ns1:off x="10343579" y="4672558"/>
            <ns1:ext cx="3125229" cy="566706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Здесь указывается должность или роль в проекте</ns1:t>
            </ns1:r>
          </ns1:p>
        </ns0:txBody>
      </ns0:sp>
      <ns0:sp>
        <ns0:nvSpPr>
          <ns0:cNvPr id="70" name="Текст 39">
            <ns1:extLst>
              <ns1:ext uri="{FF2B5EF4-FFF2-40B4-BE49-F238E27FC236}">
                <ns2:creationId id="{51FFEF56-C60C-9018-2321-4B6AF3A71703}"/>
              </ns1:ext>
            </ns1:extLst>
          </ns0:cNvPr>
          <ns0:cNvSpPr>
            <ns1:spLocks noGrp="1"/>
          </ns0:cNvSpPr>
          <ns0:nvPr>
            <ns0:ph type="body" idx="69" hasCustomPrompt="1"/>
          </ns0:nvPr>
        </ns0:nvSpPr>
        <ns0:spPr>
          <ns1:xfrm>
            <ns1:off x="14210270" y="3938615"/>
            <ns1:ext cx="3125229" cy="654805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Имя и фамилия в две строки</ns1:t>
            </ns1:r>
          </ns1:p>
        </ns0:txBody>
      </ns0:sp>
      <ns0:sp>
        <ns0:nvSpPr>
          <ns0:cNvPr id="71" name="Текст 39">
            <ns1:extLst>
              <ns1:ext uri="{FF2B5EF4-FFF2-40B4-BE49-F238E27FC236}">
                <ns2:creationId id="{3B4159F2-5360-D214-E9B2-57997D9A7412}"/>
              </ns1:ext>
            </ns1:extLst>
          </ns0:cNvPr>
          <ns0:cNvSpPr>
            <ns1:spLocks noGrp="1"/>
          </ns0:cNvSpPr>
          <ns0:nvPr>
            <ns0:ph type="body" idx="70" hasCustomPrompt="1"/>
          </ns0:nvPr>
        </ns0:nvSpPr>
        <ns0:spPr>
          <ns1:xfrm>
            <ns1:off x="14210270" y="4672558"/>
            <ns1:ext cx="3125229" cy="566706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Здесь указывается должность или роль в проекте</ns1:t>
            </ns1:r>
          </ns1:p>
        </ns0:txBody>
      </ns0:sp>
      <ns0:sp>
        <ns0:nvSpPr>
          <ns0:cNvPr id="3" name="Рисунок 3">
            <ns1:extLst>
              <ns1:ext uri="{FF2B5EF4-FFF2-40B4-BE49-F238E27FC236}">
                <ns2:creationId id="{F4FA2827-23DF-9679-3471-AD1E1B723348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4" name="Текст 16">
            <ns1:extLst>
              <ns1:ext uri="{FF2B5EF4-FFF2-40B4-BE49-F238E27FC236}">
                <ns2:creationId id="{BADAE45F-E7A7-883A-FE4E-1B4275023E30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5bd9a97dc1c943cc">
              <ns1:extLst>
                <ns1:ext uri="{96DAC541-7B7A-43D3-8B79-37D633B846F1}">
                  <ns4:svgBlip ns3:embed="R5cb576b911ea4fb2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7" name="Текст 16">
            <ns1:extLst>
              <ns1:ext uri="{FF2B5EF4-FFF2-40B4-BE49-F238E27FC236}">
                <ns2:creationId id="{0AD3CAFF-E042-C34C-6631-7D20306947CA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fc4c1a9db2494374">
              <ns1:extLst>
                <ns1:ext uri="{96DAC541-7B7A-43D3-8B79-37D633B846F1}">
                  <ns4:svgBlip ns3:embed="Rf22f4468caaf4e65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26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10 человек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3" name="Рисунок 19">
            <ns1:extLst>
              <ns1:ext uri="{FF2B5EF4-FFF2-40B4-BE49-F238E27FC236}">
                <ns2:creationId id="{4D40010F-4781-392A-F0D5-7F46BD6B539B}"/>
              </ns1:ext>
            </ns1:extLst>
          </ns0:cNvPr>
          <ns0:cNvSpPr>
            <ns1:spLocks noGrp="1"/>
          </ns0:cNvSpPr>
          <ns0:nvPr>
            <ns0:ph type="pic" idx="53" hasCustomPrompt="1"/>
          </ns0:nvPr>
        </ns0:nvSpPr>
        <ns0:spPr>
          <ns1:xfrm>
            <ns1:off x="931266" y="6010366"/>
            <ns1:ext cx="1536102" cy="1536102"/>
          </ns1:xfrm>
          <ns1:prstGeom prst="ellipse">
            <ns1:avLst/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30" name="Рисунок 19">
            <ns1:extLst>
              <ns1:ext uri="{FF2B5EF4-FFF2-40B4-BE49-F238E27FC236}">
                <ns2:creationId id="{2F0189FF-F58A-4726-261E-10470EF73A5A}"/>
              </ns1:ext>
            </ns1:extLst>
          </ns0:cNvPr>
          <ns0:cNvSpPr>
            <ns1:spLocks noGrp="1"/>
          </ns0:cNvSpPr>
          <ns0:nvPr>
            <ns0:ph type="pic" idx="56" hasCustomPrompt="1"/>
          </ns0:nvPr>
        </ns0:nvSpPr>
        <ns0:spPr>
          <ns1:xfrm>
            <ns1:off x="7921654" y="6010366"/>
            <ns1:ext cx="1536102" cy="1536102"/>
          </ns1:xfrm>
          <ns1:prstGeom prst="ellipse">
            <ns1:avLst/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42" name="Рисунок 19">
            <ns1:extLst>
              <ns1:ext uri="{FF2B5EF4-FFF2-40B4-BE49-F238E27FC236}">
                <ns2:creationId id="{27506846-FE53-A5FB-ABF4-3D01ED953B5E}"/>
              </ns1:ext>
            </ns1:extLst>
          </ns0:cNvPr>
          <ns0:cNvSpPr>
            <ns1:spLocks noGrp="1"/>
          </ns0:cNvSpPr>
          <ns0:nvPr>
            <ns0:ph type="pic" idx="59" hasCustomPrompt="1"/>
          </ns0:nvPr>
        </ns0:nvSpPr>
        <ns0:spPr>
          <ns1:xfrm>
            <ns1:off x="14904178" y="6010366"/>
            <ns1:ext cx="1536102" cy="1536102"/>
          </ns1:xfrm>
          <ns1:prstGeom prst="ellipse">
            <ns1:avLst/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66" name="Рисунок 19">
            <ns1:extLst>
              <ns1:ext uri="{FF2B5EF4-FFF2-40B4-BE49-F238E27FC236}">
                <ns2:creationId id="{9247369E-1A39-4DE3-E262-E39148556D14}"/>
              </ns1:ext>
            </ns1:extLst>
          </ns0:cNvPr>
          <ns0:cNvSpPr>
            <ns1:spLocks noGrp="1"/>
          </ns0:cNvSpPr>
          <ns0:nvPr>
            <ns0:ph type="pic" idx="65" hasCustomPrompt="1"/>
          </ns0:nvPr>
        </ns0:nvSpPr>
        <ns0:spPr>
          <ns1:xfrm>
            <ns1:off x="931266" y="2340404"/>
            <ns1:ext cx="1536102" cy="1536102"/>
          </ns1:xfrm>
          <ns1:prstGeom prst="ellipse">
            <ns1:avLst/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69" name="Рисунок 19">
            <ns1:extLst>
              <ns1:ext uri="{FF2B5EF4-FFF2-40B4-BE49-F238E27FC236}">
                <ns2:creationId id="{4D9F017F-D904-A723-C7A9-641B15AE568C}"/>
              </ns1:ext>
            </ns1:extLst>
          </ns0:cNvPr>
          <ns0:cNvSpPr>
            <ns1:spLocks noGrp="1"/>
          </ns0:cNvSpPr>
          <ns0:nvPr>
            <ns0:ph type="pic" idx="68" hasCustomPrompt="1"/>
          </ns0:nvPr>
        </ns0:nvSpPr>
        <ns0:spPr>
          <ns1:xfrm>
            <ns1:off x="7921654" y="2340404"/>
            <ns1:ext cx="1536102" cy="1536102"/>
          </ns1:xfrm>
          <ns1:prstGeom prst="ellipse">
            <ns1:avLst/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72" name="Рисунок 19">
            <ns1:extLst>
              <ns1:ext uri="{FF2B5EF4-FFF2-40B4-BE49-F238E27FC236}">
                <ns2:creationId id="{7286199C-9EA1-6143-BB52-065459DC1423}"/>
              </ns1:ext>
            </ns1:extLst>
          </ns0:cNvPr>
          <ns0:cNvSpPr>
            <ns1:spLocks noGrp="1"/>
          </ns0:cNvSpPr>
          <ns0:nvPr>
            <ns0:ph type="pic" idx="71" hasCustomPrompt="1"/>
          </ns0:nvPr>
        </ns0:nvSpPr>
        <ns0:spPr>
          <ns1:xfrm>
            <ns1:off x="14904178" y="2340404"/>
            <ns1:ext cx="1536102" cy="1536102"/>
          </ns1:xfrm>
          <ns1:prstGeom prst="ellipse">
            <ns1:avLst/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21" name="Текст 39">
            <ns1:extLst>
              <ns1:ext uri="{FF2B5EF4-FFF2-40B4-BE49-F238E27FC236}">
                <ns2:creationId id="{316031ED-B785-4EC0-A68D-949FAD980CA7}"/>
              </ns1:ext>
            </ns1:extLst>
          </ns0:cNvPr>
          <ns0:cNvSpPr>
            <ns1:spLocks noGrp="1"/>
          </ns0:cNvSpPr>
          <ns0:nvPr>
            <ns0:ph type="body" idx="51" hasCustomPrompt="1"/>
          </ns0:nvPr>
        </ns0:nvSpPr>
        <ns0:spPr>
          <ns1:xfrm>
            <ns1:off x="968338" y="7608577"/>
            <ns1:ext cx="2378412" cy="654805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Имя и фамилия в две строки</ns1:t>
            </ns1:r>
          </ns1:p>
        </ns0:txBody>
      </ns0:sp>
      <ns0:sp>
        <ns0:nvSpPr>
          <ns0:cNvPr id="22" name="Текст 39">
            <ns1:extLst>
              <ns1:ext uri="{FF2B5EF4-FFF2-40B4-BE49-F238E27FC236}">
                <ns2:creationId id="{BABB8EA2-D6A9-C6D2-26F5-25D220F0FE70}"/>
              </ns1:ext>
            </ns1:extLst>
          </ns0:cNvPr>
          <ns0:cNvSpPr>
            <ns1:spLocks noGrp="1"/>
          </ns0:cNvSpPr>
          <ns0:nvPr>
            <ns0:ph type="body" idx="52" hasCustomPrompt="1"/>
          </ns0:nvPr>
        </ns0:nvSpPr>
        <ns0:spPr>
          <ns1:xfrm>
            <ns1:off x="968338" y="8342520"/>
            <ns1:ext cx="2378412" cy="764410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Здесь указывается должность или роль в проекте</ns1:t>
            </ns1:r>
          </ns1:p>
        </ns0:txBody>
      </ns0:sp>
      <ns0:sp>
        <ns0:nvSpPr>
          <ns0:cNvPr id="28" name="Текст 39">
            <ns1:extLst>
              <ns1:ext uri="{FF2B5EF4-FFF2-40B4-BE49-F238E27FC236}">
                <ns2:creationId id="{8EF4E53F-5C91-F162-2B5D-48BC4146D127}"/>
              </ns1:ext>
            </ns1:extLst>
          </ns0:cNvPr>
          <ns0:cNvSpPr>
            <ns1:spLocks noGrp="1"/>
          </ns0:cNvSpPr>
          <ns0:nvPr>
            <ns0:ph type="body" idx="54" hasCustomPrompt="1"/>
          </ns0:nvPr>
        </ns0:nvSpPr>
        <ns0:spPr>
          <ns1:xfrm>
            <ns1:off x="7958726" y="7608577"/>
            <ns1:ext cx="2378412" cy="654805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Имя и фамилия в две строки</ns1:t>
            </ns1:r>
          </ns1:p>
        </ns0:txBody>
      </ns0:sp>
      <ns0:sp>
        <ns0:nvSpPr>
          <ns0:cNvPr id="29" name="Текст 39">
            <ns1:extLst>
              <ns1:ext uri="{FF2B5EF4-FFF2-40B4-BE49-F238E27FC236}">
                <ns2:creationId id="{A033F90D-DC11-6863-CD34-87FDF80EB90D}"/>
              </ns1:ext>
            </ns1:extLst>
          </ns0:cNvPr>
          <ns0:cNvSpPr>
            <ns1:spLocks noGrp="1"/>
          </ns0:cNvSpPr>
          <ns0:nvPr>
            <ns0:ph type="body" idx="55" hasCustomPrompt="1"/>
          </ns0:nvPr>
        </ns0:nvSpPr>
        <ns0:spPr>
          <ns1:xfrm>
            <ns1:off x="7958726" y="8342520"/>
            <ns1:ext cx="2378412" cy="764410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Здесь указывается должность или роль в проекте</ns1:t>
            </ns1:r>
          </ns1:p>
        </ns0:txBody>
      </ns0:sp>
      <ns0:sp>
        <ns0:nvSpPr>
          <ns0:cNvPr id="31" name="Текст 39">
            <ns1:extLst>
              <ns1:ext uri="{FF2B5EF4-FFF2-40B4-BE49-F238E27FC236}">
                <ns2:creationId id="{A5D6D0CD-EF40-1164-C221-928746F0E61E}"/>
              </ns1:ext>
            </ns1:extLst>
          </ns0:cNvPr>
          <ns0:cNvSpPr>
            <ns1:spLocks noGrp="1"/>
          </ns0:cNvSpPr>
          <ns0:nvPr>
            <ns0:ph type="body" idx="57" hasCustomPrompt="1"/>
          </ns0:nvPr>
        </ns0:nvSpPr>
        <ns0:spPr>
          <ns1:xfrm>
            <ns1:off x="14941250" y="7608577"/>
            <ns1:ext cx="2378412" cy="654805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Имя и фамилия в две строки</ns1:t>
            </ns1:r>
          </ns1:p>
        </ns0:txBody>
      </ns0:sp>
      <ns0:sp>
        <ns0:nvSpPr>
          <ns0:cNvPr id="40" name="Текст 39">
            <ns1:extLst>
              <ns1:ext uri="{FF2B5EF4-FFF2-40B4-BE49-F238E27FC236}">
                <ns2:creationId id="{37E3C96E-E8F5-47C6-21B7-E2FA96E895DF}"/>
              </ns1:ext>
            </ns1:extLst>
          </ns0:cNvPr>
          <ns0:cNvSpPr>
            <ns1:spLocks noGrp="1"/>
          </ns0:cNvSpPr>
          <ns0:nvPr>
            <ns0:ph type="body" idx="58" hasCustomPrompt="1"/>
          </ns0:nvPr>
        </ns0:nvSpPr>
        <ns0:spPr>
          <ns1:xfrm>
            <ns1:off x="14941250" y="8342520"/>
            <ns1:ext cx="2378412" cy="764410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Здесь указывается должность или роль в проекте</ns1:t>
            </ns1:r>
          </ns1:p>
        </ns0:txBody>
      </ns0:sp>
      <ns0:sp>
        <ns0:nvSpPr>
          <ns0:cNvPr id="64" name="Текст 39">
            <ns1:extLst>
              <ns1:ext uri="{FF2B5EF4-FFF2-40B4-BE49-F238E27FC236}">
                <ns2:creationId id="{5FECBD9B-D73A-711B-31B3-2F5FE09F8490}"/>
              </ns1:ext>
            </ns1:extLst>
          </ns0:cNvPr>
          <ns0:cNvSpPr>
            <ns1:spLocks noGrp="1"/>
          </ns0:cNvSpPr>
          <ns0:nvPr>
            <ns0:ph type="body" idx="63" hasCustomPrompt="1"/>
          </ns0:nvPr>
        </ns0:nvSpPr>
        <ns0:spPr>
          <ns1:xfrm>
            <ns1:off x="968338" y="3938615"/>
            <ns1:ext cx="2378412" cy="654805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Имя и фамилия в две строки</ns1:t>
            </ns1:r>
          </ns1:p>
        </ns0:txBody>
      </ns0:sp>
      <ns0:sp>
        <ns0:nvSpPr>
          <ns0:cNvPr id="65" name="Текст 39">
            <ns1:extLst>
              <ns1:ext uri="{FF2B5EF4-FFF2-40B4-BE49-F238E27FC236}">
                <ns2:creationId id="{50D085C9-983E-D8AF-3985-CAF16F201459}"/>
              </ns1:ext>
            </ns1:extLst>
          </ns0:cNvPr>
          <ns0:cNvSpPr>
            <ns1:spLocks noGrp="1"/>
          </ns0:cNvSpPr>
          <ns0:nvPr>
            <ns0:ph type="body" idx="64" hasCustomPrompt="1"/>
          </ns0:nvPr>
        </ns0:nvSpPr>
        <ns0:spPr>
          <ns1:xfrm>
            <ns1:off x="968338" y="4672558"/>
            <ns1:ext cx="2378412" cy="764410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Здесь указывается должность или роль в проекте</ns1:t>
            </ns1:r>
          </ns1:p>
        </ns0:txBody>
      </ns0:sp>
      <ns0:sp>
        <ns0:nvSpPr>
          <ns0:cNvPr id="67" name="Текст 39">
            <ns1:extLst>
              <ns1:ext uri="{FF2B5EF4-FFF2-40B4-BE49-F238E27FC236}">
                <ns2:creationId id="{1F0832CD-1538-9F00-AC56-8DB1A849D967}"/>
              </ns1:ext>
            </ns1:extLst>
          </ns0:cNvPr>
          <ns0:cNvSpPr>
            <ns1:spLocks noGrp="1"/>
          </ns0:cNvSpPr>
          <ns0:nvPr>
            <ns0:ph type="body" idx="66" hasCustomPrompt="1"/>
          </ns0:nvPr>
        </ns0:nvSpPr>
        <ns0:spPr>
          <ns1:xfrm>
            <ns1:off x="7958726" y="3938615"/>
            <ns1:ext cx="2378412" cy="654805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Имя и фамилия в две строки</ns1:t>
            </ns1:r>
          </ns1:p>
        </ns0:txBody>
      </ns0:sp>
      <ns0:sp>
        <ns0:nvSpPr>
          <ns0:cNvPr id="68" name="Текст 39">
            <ns1:extLst>
              <ns1:ext uri="{FF2B5EF4-FFF2-40B4-BE49-F238E27FC236}">
                <ns2:creationId id="{CEE6CC86-467C-11A2-BA71-781DE0BCB49C}"/>
              </ns1:ext>
            </ns1:extLst>
          </ns0:cNvPr>
          <ns0:cNvSpPr>
            <ns1:spLocks noGrp="1"/>
          </ns0:cNvSpPr>
          <ns0:nvPr>
            <ns0:ph type="body" idx="67" hasCustomPrompt="1"/>
          </ns0:nvPr>
        </ns0:nvSpPr>
        <ns0:spPr>
          <ns1:xfrm>
            <ns1:off x="7958726" y="4672558"/>
            <ns1:ext cx="2378412" cy="764410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Здесь указывается должность или роль в проекте</ns1:t>
            </ns1:r>
          </ns1:p>
        </ns0:txBody>
      </ns0:sp>
      <ns0:sp>
        <ns0:nvSpPr>
          <ns0:cNvPr id="70" name="Текст 39">
            <ns1:extLst>
              <ns1:ext uri="{FF2B5EF4-FFF2-40B4-BE49-F238E27FC236}">
                <ns2:creationId id="{51FFEF56-C60C-9018-2321-4B6AF3A71703}"/>
              </ns1:ext>
            </ns1:extLst>
          </ns0:cNvPr>
          <ns0:cNvSpPr>
            <ns1:spLocks noGrp="1"/>
          </ns0:cNvSpPr>
          <ns0:nvPr>
            <ns0:ph type="body" idx="69" hasCustomPrompt="1"/>
          </ns0:nvPr>
        </ns0:nvSpPr>
        <ns0:spPr>
          <ns1:xfrm>
            <ns1:off x="14941250" y="3938615"/>
            <ns1:ext cx="2378412" cy="654805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Имя и фамилия в две строки</ns1:t>
            </ns1:r>
          </ns1:p>
        </ns0:txBody>
      </ns0:sp>
      <ns0:sp>
        <ns0:nvSpPr>
          <ns0:cNvPr id="71" name="Текст 39">
            <ns1:extLst>
              <ns1:ext uri="{FF2B5EF4-FFF2-40B4-BE49-F238E27FC236}">
                <ns2:creationId id="{3B4159F2-5360-D214-E9B2-57997D9A7412}"/>
              </ns1:ext>
            </ns1:extLst>
          </ns0:cNvPr>
          <ns0:cNvSpPr>
            <ns1:spLocks noGrp="1"/>
          </ns0:cNvSpPr>
          <ns0:nvPr>
            <ns0:ph type="body" idx="70" hasCustomPrompt="1"/>
          </ns0:nvPr>
        </ns0:nvSpPr>
        <ns0:spPr>
          <ns1:xfrm>
            <ns1:off x="14941250" y="4672558"/>
            <ns1:ext cx="2378412" cy="764410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Здесь указывается должность или роль в проекте</ns1:t>
            </ns1:r>
          </ns1:p>
        </ns0:txBody>
      </ns0:sp>
      <ns0:sp>
        <ns0:nvSpPr>
          <ns0:cNvPr id="11" name="Рисунок 19">
            <ns1:extLst>
              <ns1:ext uri="{FF2B5EF4-FFF2-40B4-BE49-F238E27FC236}">
                <ns2:creationId id="{DFEDEC00-0E18-E0C6-B0AF-6F411D990D6E}"/>
              </ns1:ext>
            </ns1:extLst>
          </ns0:cNvPr>
          <ns0:cNvSpPr>
            <ns1:spLocks noGrp="1"/>
          </ns0:cNvSpPr>
          <ns0:nvPr>
            <ns0:ph type="pic" idx="72" hasCustomPrompt="1"/>
          </ns0:nvPr>
        </ns0:nvSpPr>
        <ns0:spPr>
          <ns1:xfrm>
            <ns1:off x="4412336" y="6010366"/>
            <ns1:ext cx="1536102" cy="1536102"/>
          </ns1:xfrm>
          <ns1:prstGeom prst="ellipse">
            <ns1:avLst/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12" name="Рисунок 19">
            <ns1:extLst>
              <ns1:ext uri="{FF2B5EF4-FFF2-40B4-BE49-F238E27FC236}">
                <ns2:creationId id="{3CC998DA-7D8C-7E46-79D7-973D8DC30431}"/>
              </ns1:ext>
            </ns1:extLst>
          </ns0:cNvPr>
          <ns0:cNvSpPr>
            <ns1:spLocks noGrp="1"/>
          </ns0:cNvSpPr>
          <ns0:nvPr>
            <ns0:ph type="pic" idx="73" hasCustomPrompt="1"/>
          </ns0:nvPr>
        </ns0:nvSpPr>
        <ns0:spPr>
          <ns1:xfrm>
            <ns1:off x="4412336" y="2340404"/>
            <ns1:ext cx="1536102" cy="1536102"/>
          </ns1:xfrm>
          <ns1:prstGeom prst="ellipse">
            <ns1:avLst/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15" name="Текст 39">
            <ns1:extLst>
              <ns1:ext uri="{FF2B5EF4-FFF2-40B4-BE49-F238E27FC236}">
                <ns2:creationId id="{3D03E0EF-7179-B38E-005B-675516A96066}"/>
              </ns1:ext>
            </ns1:extLst>
          </ns0:cNvPr>
          <ns0:cNvSpPr>
            <ns1:spLocks noGrp="1"/>
          </ns0:cNvSpPr>
          <ns0:nvPr>
            <ns0:ph type="body" idx="74" hasCustomPrompt="1"/>
          </ns0:nvPr>
        </ns0:nvSpPr>
        <ns0:spPr>
          <ns1:xfrm>
            <ns1:off x="4449408" y="7608577"/>
            <ns1:ext cx="2378412" cy="654805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Имя и фамилия в две строки</ns1:t>
            </ns1:r>
          </ns1:p>
        </ns0:txBody>
      </ns0:sp>
      <ns0:sp>
        <ns0:nvSpPr>
          <ns0:cNvPr id="16" name="Текст 39">
            <ns1:extLst>
              <ns1:ext uri="{FF2B5EF4-FFF2-40B4-BE49-F238E27FC236}">
                <ns2:creationId id="{3206EFF4-748F-7347-4C02-B13CF3685AA5}"/>
              </ns1:ext>
            </ns1:extLst>
          </ns0:cNvPr>
          <ns0:cNvSpPr>
            <ns1:spLocks noGrp="1"/>
          </ns0:cNvSpPr>
          <ns0:nvPr>
            <ns0:ph type="body" idx="75" hasCustomPrompt="1"/>
          </ns0:nvPr>
        </ns0:nvSpPr>
        <ns0:spPr>
          <ns1:xfrm>
            <ns1:off x="4449408" y="8342520"/>
            <ns1:ext cx="2378412" cy="764410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Здесь указывается должность или роль в проекте</ns1:t>
            </ns1:r>
          </ns1:p>
        </ns0:txBody>
      </ns0:sp>
      <ns0:sp>
        <ns0:nvSpPr>
          <ns0:cNvPr id="17" name="Текст 39">
            <ns1:extLst>
              <ns1:ext uri="{FF2B5EF4-FFF2-40B4-BE49-F238E27FC236}">
                <ns2:creationId id="{CB05DEFE-1085-4DA3-9A2E-D1B43E16624D}"/>
              </ns1:ext>
            </ns1:extLst>
          </ns0:cNvPr>
          <ns0:cNvSpPr>
            <ns1:spLocks noGrp="1"/>
          </ns0:cNvSpPr>
          <ns0:nvPr>
            <ns0:ph type="body" idx="76" hasCustomPrompt="1"/>
          </ns0:nvPr>
        </ns0:nvSpPr>
        <ns0:spPr>
          <ns1:xfrm>
            <ns1:off x="4449408" y="3938615"/>
            <ns1:ext cx="2378412" cy="654805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Имя и фамилия в две строки</ns1:t>
            </ns1:r>
          </ns1:p>
        </ns0:txBody>
      </ns0:sp>
      <ns0:sp>
        <ns0:nvSpPr>
          <ns0:cNvPr id="18" name="Текст 39">
            <ns1:extLst>
              <ns1:ext uri="{FF2B5EF4-FFF2-40B4-BE49-F238E27FC236}">
                <ns2:creationId id="{AF312B50-AFC7-F34B-C105-D66D5E6224C0}"/>
              </ns1:ext>
            </ns1:extLst>
          </ns0:cNvPr>
          <ns0:cNvSpPr>
            <ns1:spLocks noGrp="1"/>
          </ns0:cNvSpPr>
          <ns0:nvPr>
            <ns0:ph type="body" idx="77" hasCustomPrompt="1"/>
          </ns0:nvPr>
        </ns0:nvSpPr>
        <ns0:spPr>
          <ns1:xfrm>
            <ns1:off x="4449408" y="4672558"/>
            <ns1:ext cx="2378412" cy="764410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Здесь указывается должность или роль в проекте</ns1:t>
            </ns1:r>
          </ns1:p>
        </ns0:txBody>
      </ns0:sp>
      <ns0:sp>
        <ns0:nvSpPr>
          <ns0:cNvPr id="19" name="Рисунок 19">
            <ns1:extLst>
              <ns1:ext uri="{FF2B5EF4-FFF2-40B4-BE49-F238E27FC236}">
                <ns2:creationId id="{28BD373C-2D8D-6FD5-1D7D-9E49D2619947}"/>
              </ns1:ext>
            </ns1:extLst>
          </ns0:cNvPr>
          <ns0:cNvSpPr>
            <ns1:spLocks noGrp="1"/>
          </ns0:cNvSpPr>
          <ns0:nvPr>
            <ns0:ph type="pic" idx="78" hasCustomPrompt="1"/>
          </ns0:nvPr>
        </ns0:nvSpPr>
        <ns0:spPr>
          <ns1:xfrm>
            <ns1:off x="11407215" y="6010366"/>
            <ns1:ext cx="1536102" cy="1536102"/>
          </ns1:xfrm>
          <ns1:prstGeom prst="ellipse">
            <ns1:avLst/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24" name="Рисунок 19">
            <ns1:extLst>
              <ns1:ext uri="{FF2B5EF4-FFF2-40B4-BE49-F238E27FC236}">
                <ns2:creationId id="{43EFABDC-CEE6-F053-C555-7D4C10176B5E}"/>
              </ns1:ext>
            </ns1:extLst>
          </ns0:cNvPr>
          <ns0:cNvSpPr>
            <ns1:spLocks noGrp="1"/>
          </ns0:cNvSpPr>
          <ns0:nvPr>
            <ns0:ph type="pic" idx="79" hasCustomPrompt="1"/>
          </ns0:nvPr>
        </ns0:nvSpPr>
        <ns0:spPr>
          <ns1:xfrm>
            <ns1:off x="11407215" y="2340404"/>
            <ns1:ext cx="1536102" cy="1536102"/>
          </ns1:xfrm>
          <ns1:prstGeom prst="ellipse">
            <ns1:avLst/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27" name="Текст 39">
            <ns1:extLst>
              <ns1:ext uri="{FF2B5EF4-FFF2-40B4-BE49-F238E27FC236}">
                <ns2:creationId id="{6390E541-66CA-8724-F9DB-639B0A5BADBD}"/>
              </ns1:ext>
            </ns1:extLst>
          </ns0:cNvPr>
          <ns0:cNvSpPr>
            <ns1:spLocks noGrp="1"/>
          </ns0:cNvSpPr>
          <ns0:nvPr>
            <ns0:ph type="body" idx="80" hasCustomPrompt="1"/>
          </ns0:nvPr>
        </ns0:nvSpPr>
        <ns0:spPr>
          <ns1:xfrm>
            <ns1:off x="11444287" y="7608577"/>
            <ns1:ext cx="2378412" cy="654805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Имя и фамилия в две строки</ns1:t>
            </ns1:r>
          </ns1:p>
        </ns0:txBody>
      </ns0:sp>
      <ns0:sp>
        <ns0:nvSpPr>
          <ns0:cNvPr id="32" name="Текст 39">
            <ns1:extLst>
              <ns1:ext uri="{FF2B5EF4-FFF2-40B4-BE49-F238E27FC236}">
                <ns2:creationId id="{5242867F-FB9B-DFB9-B652-853598406FEE}"/>
              </ns1:ext>
            </ns1:extLst>
          </ns0:cNvPr>
          <ns0:cNvSpPr>
            <ns1:spLocks noGrp="1"/>
          </ns0:cNvSpPr>
          <ns0:nvPr>
            <ns0:ph type="body" idx="81" hasCustomPrompt="1"/>
          </ns0:nvPr>
        </ns0:nvSpPr>
        <ns0:spPr>
          <ns1:xfrm>
            <ns1:off x="11444287" y="8342520"/>
            <ns1:ext cx="2378412" cy="764410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Здесь указывается должность или роль в проекте</ns1:t>
            </ns1:r>
          </ns1:p>
        </ns0:txBody>
      </ns0:sp>
      <ns0:sp>
        <ns0:nvSpPr>
          <ns0:cNvPr id="34" name="Текст 39">
            <ns1:extLst>
              <ns1:ext uri="{FF2B5EF4-FFF2-40B4-BE49-F238E27FC236}">
                <ns2:creationId id="{1072524A-FA45-8D58-D800-F8EAEC0AE1B5}"/>
              </ns1:ext>
            </ns1:extLst>
          </ns0:cNvPr>
          <ns0:cNvSpPr>
            <ns1:spLocks noGrp="1"/>
          </ns0:cNvSpPr>
          <ns0:nvPr>
            <ns0:ph type="body" idx="82" hasCustomPrompt="1"/>
          </ns0:nvPr>
        </ns0:nvSpPr>
        <ns0:spPr>
          <ns1:xfrm>
            <ns1:off x="11444287" y="3938615"/>
            <ns1:ext cx="2378412" cy="654805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Имя и фамилия в две строки</ns1:t>
            </ns1:r>
          </ns1:p>
        </ns0:txBody>
      </ns0:sp>
      <ns0:sp>
        <ns0:nvSpPr>
          <ns0:cNvPr id="35" name="Текст 39">
            <ns1:extLst>
              <ns1:ext uri="{FF2B5EF4-FFF2-40B4-BE49-F238E27FC236}">
                <ns2:creationId id="{DBD0B708-91C0-BAA6-BF60-90F902179F9D}"/>
              </ns1:ext>
            </ns1:extLst>
          </ns0:cNvPr>
          <ns0:cNvSpPr>
            <ns1:spLocks noGrp="1"/>
          </ns0:cNvSpPr>
          <ns0:nvPr>
            <ns0:ph type="body" idx="83" hasCustomPrompt="1"/>
          </ns0:nvPr>
        </ns0:nvSpPr>
        <ns0:spPr>
          <ns1:xfrm>
            <ns1:off x="11444287" y="4672558"/>
            <ns1:ext cx="2378412" cy="764410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Здесь указывается должность или роль в проекте</ns1:t>
            </ns1:r>
          </ns1:p>
        </ns0:txBody>
      </ns0:sp>
      <ns0:sp>
        <ns0:nvSpPr>
          <ns0:cNvPr id="3" name="Рисунок 3">
            <ns1:extLst>
              <ns1:ext uri="{FF2B5EF4-FFF2-40B4-BE49-F238E27FC236}">
                <ns2:creationId id="{E5A73C65-59DD-422E-45F7-5E989F23FB3E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4" name="Текст 16">
            <ns1:extLst>
              <ns1:ext uri="{FF2B5EF4-FFF2-40B4-BE49-F238E27FC236}">
                <ns2:creationId id="{5FA54E84-3767-1EC2-01B3-317AE2104E97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bc28e07b22564087">
              <ns1:extLst>
                <ns1:ext uri="{96DAC541-7B7A-43D3-8B79-37D633B846F1}">
                  <ns4:svgBlip ns3:embed="R7067e75a2b114d49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7" name="Текст 16">
            <ns1:extLst>
              <ns1:ext uri="{FF2B5EF4-FFF2-40B4-BE49-F238E27FC236}">
                <ns2:creationId id="{996BB8D8-23D2-29AA-66A0-CA1DB0DB0514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36286574407c448a">
              <ns1:extLst>
                <ns1:ext uri="{96DAC541-7B7A-43D3-8B79-37D633B846F1}">
                  <ns4:svgBlip ns3:embed="R563334aad3f1482d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27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Бабл сообщения">
    <ns0:bg>
      <ns0:bgPr>
        <ns1:solidFill>
          <ns1:schemeClr val="bg1">
            <ns1:lumMod val="95000"/>
          </ns1:schemeClr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9" name="Рисунок 19">
            <ns1:extLst>
              <ns1:ext uri="{FF2B5EF4-FFF2-40B4-BE49-F238E27FC236}">
                <ns2:creationId id="{49AF3539-BD9E-D51C-3E1D-DEB966432CDF}"/>
              </ns1:ext>
            </ns1:extLst>
          </ns0:cNvPr>
          <ns0:cNvSpPr>
            <ns1:spLocks noGrp="1"/>
          </ns0:cNvSpPr>
          <ns0:nvPr>
            <ns0:ph type="pic" idx="78" hasCustomPrompt="1"/>
          </ns0:nvPr>
        </ns0:nvSpPr>
        <ns0:spPr>
          <ns1:xfrm>
            <ns1:off x="857474" y="6627995"/>
            <ns1:ext cx="2514558" cy="2514558"/>
          </ns1:xfrm>
          <ns1:prstGeom prst="ellipse">
            <ns1:avLst/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pic>
        <ns0:nvPicPr>
          <ns0:cNvPr id="51" name="Group 2087325665"/>
          <ns0:cNvPicPr>
            <ns1:picLocks noChangeAspect="1"/>
          </ns0:cNvPicPr>
          <ns0:nvPr/>
        </ns0:nvPicPr>
        <ns0:blipFill>
          <ns1:blip ns3:embed="R5cdfcc9b92644100">
            <ns1:extLst>
              <ns1:ext uri="{96DAC541-7B7A-43D3-8B79-37D633B846F1}">
                <ns4:svgBlip ns3:embed="R9130f22921214c63"/>
              </ns1:ext>
            </ns1:extLst>
          </ns1:blip>
          <ns1:srcRect l="0" t="0" r="0" b="0"/>
          <ns1:stretch/>
        </ns0:blipFill>
        <ns0:spPr>
          <ns1:xfrm>
            <ns1:off x="3505200" y="2438400"/>
            <ns1:ext cx="13825538" cy="5976938"/>
          </ns1:xfrm>
          <ns1:prstGeom prst="rect">
            <ns1:avLst/>
          </ns1:prstGeom>
        </ns0:spPr>
      </ns0:pic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27" name="Текст 39">
            <ns1:extLst>
              <ns1:ext uri="{FF2B5EF4-FFF2-40B4-BE49-F238E27FC236}">
                <ns2:creationId id="{500C50D5-B0CD-E9E1-8772-5BE1715569E1}"/>
              </ns1:ext>
            </ns1:extLst>
          </ns0:cNvPr>
          <ns0:cNvSpPr>
            <ns1:spLocks noGrp="1"/>
          </ns0:cNvSpPr>
          <ns0:nvPr>
            <ns0:ph type="body" idx="80" hasCustomPrompt="1"/>
          </ns0:nvPr>
        </ns0:nvSpPr>
        <ns0:spPr>
          <ns1:xfrm>
            <ns1:off x="4867275" y="4583560"/>
            <ns1:ext cx="4620437" cy="1680029"/>
          </ns1:xfrm>
        </ns0:spPr>
        <ns0:txBody>
          <ns1:bodyPr anchor="ctr">
            <ns1:noAutofit/>
          </ns1:bodyPr>
          <ns1:lstStyle>
            <ns1:lvl1pPr algn="l">
              <ns1:lnSpc>
                <ns1:spcPct val="70000"/>
              </ns1:lnSpc>
              <ns1:buNone/>
              <ns1:defRPr sz="7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Я - Имя и фамилия</ns1:t>
            </ns1:r>
          </ns1:p>
        </ns0:txBody>
      </ns0:sp>
      <ns0:sp>
        <ns0:nvSpPr>
          <ns0:cNvPr id="32" name="Текст 39">
            <ns1:extLst>
              <ns1:ext uri="{FF2B5EF4-FFF2-40B4-BE49-F238E27FC236}">
                <ns2:creationId id="{26318093-3B0B-FE2F-07C6-F1813B28350F}"/>
              </ns1:ext>
            </ns1:extLst>
          </ns0:cNvPr>
          <ns0:cNvSpPr>
            <ns1:spLocks noGrp="1"/>
          </ns0:cNvSpPr>
          <ns0:nvPr>
            <ns0:ph type="body" idx="81" hasCustomPrompt="1"/>
          </ns0:nvPr>
        </ns0:nvSpPr>
        <ns0:spPr>
          <ns1:xfrm>
            <ns1:off x="4867275" y="3981555"/>
            <ns1:ext cx="2641628" cy="438150"/>
          </ns1:xfrm>
        </ns0:spPr>
        <ns0:txBody>
          <ns1:bodyPr>
            <ns1:noAutofit/>
          </ns1:bodyPr>
          <ns1:lstStyle>
            <ns1:lvl1pPr algn="l">
              <ns1:buNone/>
              <ns1:defRPr sz="2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Привет!</ns1:t>
            </ns1:r>
          </ns1:p>
        </ns0:txBody>
      </ns0:sp>
      <ns0:sp>
        <ns0:nvSpPr>
          <ns0:cNvPr id="47" name="Текст 39">
            <ns1:extLst>
              <ns1:ext uri="{FF2B5EF4-FFF2-40B4-BE49-F238E27FC236}">
                <ns2:creationId id="{B4C66C0A-D062-6D10-148D-8E44080DF692}"/>
              </ns1:ext>
            </ns1:extLst>
          </ns0:cNvPr>
          <ns0:cNvSpPr>
            <ns1:spLocks noGrp="1"/>
          </ns0:cNvSpPr>
          <ns0:nvPr>
            <ns0:ph type="body" idx="82" hasCustomPrompt="1"/>
          </ns0:nvPr>
        </ns0:nvSpPr>
        <ns0:spPr>
          <ns1:xfrm>
            <ns1:off x="4867274" y="6502334"/>
            <ns1:ext cx="11790533" cy="615158"/>
          </ns1:xfrm>
        </ns0:spPr>
        <ns0:txBody>
          <ns1:bodyPr>
            <ns1:noAutofit/>
          </ns1:bodyPr>
          <ns1:lstStyle>
            <ns1:lvl1pPr algn="l">
              <ns1:buNone/>
              <ns1:defRPr sz="32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Здесь указывается должность или роль в проекте</ns1:t>
            </ns1:r>
          </ns1:p>
        </ns0:txBody>
      </ns0:sp>
      <ns0:sp>
        <ns0:nvSpPr>
          <ns0:cNvPr id="48" name="Текст 39">
            <ns1:extLst>
              <ns1:ext uri="{FF2B5EF4-FFF2-40B4-BE49-F238E27FC236}">
                <ns2:creationId id="{6BCC961B-D3F1-BA05-FEED-DC3C50153F63}"/>
              </ns1:ext>
            </ns1:extLst>
          </ns0:cNvPr>
          <ns0:cNvSpPr>
            <ns1:spLocks noGrp="1"/>
          </ns0:cNvSpPr>
          <ns0:nvPr>
            <ns0:ph type="body" idx="83" hasCustomPrompt="1"/>
          </ns0:nvPr>
        </ns0:nvSpPr>
        <ns0:spPr>
          <ns1:xfrm>
            <ns1:off x="15060053" y="7464962"/>
            <ns1:ext cx="1088683" cy="400050"/>
          </ns1:xfrm>
        </ns0:spPr>
        <ns0:txBody>
          <ns1:bodyPr anchor="ctr">
            <ns1:noAutofit/>
          </ns1:bodyPr>
          <ns1:lstStyle>
            <ns1:lvl1pPr algn="r">
              <ns1:buNone/>
              <ns1:defRPr sz="2800" b="0" i="0">
                <ns1:solidFill>
                  <ns1:schemeClr val="bg1">
                    <ns1:lumMod val="65000"/>
                  </ns1:schemeClr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11:25</ns1:t>
            </ns1:r>
          </ns1:p>
        </ns0:txBody>
      </ns0:sp>
      <ns0:sp>
        <ns0:nvSpPr>
          <ns0:cNvPr id="3" name="Рисунок 16">
            <ns1:extLst>
              <ns1:ext uri="{FF2B5EF4-FFF2-40B4-BE49-F238E27FC236}">
                <ns2:creationId id="{285615DB-BF91-6C32-23EC-C834B3168C2A}"/>
              </ns1:ext>
            </ns1:extLst>
          </ns0:cNvPr>
          <ns0:cNvSpPr>
            <ns1:spLocks noGrp="1"/>
          </ns0:cNvSpPr>
          <ns0:nvPr>
            <ns0:ph type="pic" idx="84" hasCustomPrompt="1"/>
          </ns0:nvPr>
        </ns0:nvSpPr>
        <ns0:spPr>
          <ns1:xfrm>
            <ns1:off x="2885803" y="8415338"/>
            <ns1:ext cx="486229" cy="486229"/>
          </ns1:xfrm>
          <ns1:prstGeom prst="ellipse">
            <ns1:avLst/>
          </ns1:prstGeom>
          <ns1:solidFill>
            <ns1:srgbClr val="00B050"/>
          </ns1:solid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4" name="Рисунок 3">
            <ns1:extLst>
              <ns1:ext uri="{FF2B5EF4-FFF2-40B4-BE49-F238E27FC236}">
                <ns2:creationId id="{3D32DB54-A2ED-E813-A6A9-B8B5E10B774D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5" name="Текст 16">
            <ns1:extLst>
              <ns1:ext uri="{FF2B5EF4-FFF2-40B4-BE49-F238E27FC236}">
                <ns2:creationId id="{02C29AA7-882A-C05D-2180-96F99C7A741C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07907f2995184a0d">
              <ns1:extLst>
                <ns1:ext uri="{96DAC541-7B7A-43D3-8B79-37D633B846F1}">
                  <ns4:svgBlip ns3:embed="R9950ad4392df45eb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8" name="Текст 16">
            <ns1:extLst>
              <ns1:ext uri="{FF2B5EF4-FFF2-40B4-BE49-F238E27FC236}">
                <ns2:creationId id="{129BA239-5E31-A795-61FC-A6C0382BD37E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c9665c7028254d32">
              <ns1:extLst>
                <ns1:ext uri="{96DAC541-7B7A-43D3-8B79-37D633B846F1}">
                  <ns4:svgBlip ns3:embed="R80f773cb9edf47f0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6" name="Рисунок 5">
            <ns1:extLst>
              <ns1:ext uri="{FF2B5EF4-FFF2-40B4-BE49-F238E27FC236}">
                <ns2:creationId id="{02C34B11-AE27-BAA3-75D1-2791818E8CEF}"/>
              </ns1:ext>
            </ns1:extLst>
          </ns0:cNvPr>
          <ns0:cNvSpPr>
            <ns1:spLocks noGrp="1"/>
          </ns0:cNvSpPr>
          <ns0:nvPr>
            <ns0:ph type="pic" idx="85" hasCustomPrompt="1"/>
          </ns0:nvPr>
        </ns0:nvSpPr>
        <ns0:spPr>
          <ns1:xfrm>
            <ns1:off x="16148050" y="7464425"/>
            <ns1:ext cx="509588" cy="400050"/>
          </ns1:xfrm>
          <ns1:prstGeom prst="rect">
            <ns1:avLst/>
          </ns1:prstGeom>
          <ns1:blipFill>
            <ns1:blip ns3:embed="R1b218926e4c44a4e">
              <ns1:extLst>
                <ns1:ext uri="{96DAC541-7B7A-43D3-8B79-37D633B846F1}">
                  <ns4:svgBlip ns3:embed="Re6d2b003d5a6498f"/>
                </ns1:ext>
              </ns1:extLst>
            </ns1:blip>
            <ns1:srcRect l="0" t="0" r="0" b="0"/>
            <ns1:stretch>
              <ns1:fillRect l="0" t="16122" r="0" b="16122"/>
            </ns1:stretch>
          </ns1:blipFill>
        </ns0:spPr>
        <ns0:txBody>
          <ns1:bodyPr>
            <ns1:noAutofit/>
          </ns1:bodyPr>
          <ns1:lstStyle>
            <ns1:lvl1pPr>
              <ns1:buNone/>
              <ns1:defRPr sz="1200"/>
            </ns1:lvl1pPr>
          </ns1:lstStyle>
          <ns1:p>
            <ns1:r>
              <ns1:t> </ns1:t>
            </ns1:r>
          </ns1:p>
        </ns0:txBody>
      </ns0:sp>
    </ns0:spTree>
  </ns0:cSld>
</ns0:sldLayout>
</file>

<file path=ppt/slideLayouts/slideLayout28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Ноутбук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23" name="Текст 39">
            <ns1:extLst>
              <ns1:ext uri="{FF2B5EF4-FFF2-40B4-BE49-F238E27FC236}">
                <ns2:creationId id="{839CE881-99E5-D25E-3784-A9735639D4E1}"/>
              </ns1:ext>
            </ns1:extLst>
          </ns0:cNvPr>
          <ns0:cNvSpPr>
            <ns1:spLocks noGrp="1"/>
          </ns0:cNvSpPr>
          <ns0:nvPr>
            <ns0:ph type="body" idx="80" hasCustomPrompt="1"/>
          </ns0:nvPr>
        </ns0:nvSpPr>
        <ns0:spPr>
          <ns1:xfrm>
            <ns1:off x="915494" y="5158716"/>
            <ns1:ext cx="7552296" cy="683943"/>
          </ns1:xfrm>
        </ns0:spPr>
        <ns0:txBody>
          <ns1:bodyPr anchor="ctr">
            <ns1:noAutofit/>
          </ns1:bodyPr>
          <ns1:lstStyle>
            <ns1:lvl1pPr algn="l">
              <ns1:lnSpc>
                <ns1:spcPct val="70000"/>
              </ns1:lnSpc>
              <ns1:buNone/>
              <ns1:defRPr sz="28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Емкий смысловой подзаголовок</ns1:t>
            </ns1:r>
            <ns1:br/>
            <ns1:r>
              <ns1:t>в 1-2 строки</ns1:t>
            </ns1:r>
          </ns1:p>
        </ns0:txBody>
      </ns0:sp>
      <ns0:sp>
        <ns0:nvSpPr>
          <ns0:cNvPr id="27" name="Текст 39">
            <ns1:extLst>
              <ns1:ext uri="{FF2B5EF4-FFF2-40B4-BE49-F238E27FC236}">
                <ns2:creationId id="{A1F5605B-CF87-3624-7EC7-096809EC5DCB}"/>
              </ns1:ext>
            </ns1:extLst>
          </ns0:cNvPr>
          <ns0:cNvSpPr>
            <ns1:spLocks noGrp="1"/>
          </ns0:cNvSpPr>
          <ns0:nvPr>
            <ns0:ph type="body" idx="82" hasCustomPrompt="1"/>
          </ns0:nvPr>
        </ns0:nvSpPr>
        <ns0:spPr>
          <ns1:xfrm>
            <ns1:off x="915493" y="5956239"/>
            <ns1:ext cx="7552295" cy="2352725"/>
          </ns1:xfrm>
        </ns0:spPr>
        <ns0:txBody>
          <ns1:bodyPr>
            <ns1:noAutofit/>
          </ns1:bodyPr>
          <ns1:lstStyle>
            <ns1:lvl1pPr algn="l">
              <ns1:buNone/>
              <ns1:defRPr sz="20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Абзац в несколько строк. Разместите свой текст здесь</ns1:t>
            </ns1:r>
          </ns1:p>
        </ns0:txBody>
      </ns0:sp>
      <ns0:pic>
        <ns0:nvPicPr>
          <ns0:cNvPr id="38" name="Device - Macbook Pro"/>
          <ns0:cNvPicPr>
            <ns1:picLocks noChangeAspect="1"/>
          </ns0:cNvPicPr>
          <ns0:nvPr/>
        </ns0:nvPicPr>
        <ns0:blipFill>
          <ns1:blip ns3:embed="Reb70fa677e4948a8"/>
          <ns1:srcRect l="0" t="0" r="0" b="0"/>
          <ns1:stretch/>
        </ns0:blipFill>
        <ns0:spPr>
          <ns1:xfrm>
            <ns1:off x="8467791" y="2295525"/>
            <ns1:ext cx="9820209" cy="7419752"/>
          </ns1:xfrm>
          <ns1:prstGeom prst="rect">
            <ns1:avLst/>
          </ns1:prstGeom>
        </ns0:spPr>
      </ns0:pic>
      <ns0:sp>
        <ns0:nvSpPr>
          <ns0:cNvPr id="5" name="Рисунок 6">
            <ns1:extLst>
              <ns1:ext uri="{FF2B5EF4-FFF2-40B4-BE49-F238E27FC236}">
                <ns2:creationId id="{CD9A59C7-52B2-DBE4-65B9-498502982AD2}"/>
              </ns1:ext>
            </ns1:extLst>
          </ns0:cNvPr>
          <ns0:cNvSpPr>
            <ns1:spLocks noGrp="1"/>
          </ns0:cNvSpPr>
          <ns0:nvPr>
            <ns0:ph type="pic" idx="14" hasCustomPrompt="1"/>
          </ns0:nvPr>
        </ns0:nvSpPr>
        <ns0:spPr>
          <ns1:xfrm>
            <ns1:off x="9874816" y="2657062"/>
            <ns1:ext cx="9079611" cy="5607908"/>
          </ns1:xfrm>
          <ns1:prstGeom prst="rect">
            <ns1:avLst/>
          </ns1:prstGeom>
          <ns1:solidFill>
            <ns1:schemeClr val="bg2">
              <ns1:lumMod val="90000"/>
            </ns1:schemeClr>
          </ns1:solidFill>
        </ns0:spPr>
        <ns0:txBody>
          <ns1:bodyPr/>
          <ns1:lstStyle>
            <ns1:lvl1pPr marL="0" indent="0">
              <ns1:buNone/>
              <ns1:defRPr/>
            </ns1:lvl1pPr>
          </ns1:lstStyle>
          <ns1:p>
            <ns1:r>
              <ns1:t> </ns1:t>
            </ns1:r>
          </ns1:p>
        </ns0:txBody>
      </ns0:sp>
      <ns0:sp>
        <ns0:nvSpPr>
          <ns0:cNvPr id="6" name="Рисунок 16">
            <ns1:extLst>
              <ns1:ext uri="{FF2B5EF4-FFF2-40B4-BE49-F238E27FC236}">
                <ns2:creationId id="{1D80F392-8B95-2F2D-80F0-00B7250F6B95}"/>
              </ns1:ext>
            </ns1:extLst>
          </ns0:cNvPr>
          <ns0:cNvSpPr>
            <ns1:spLocks noGrp="1"/>
          </ns0:cNvSpPr>
          <ns0:nvPr>
            <ns0:ph type="pic" idx="83" hasCustomPrompt="1"/>
          </ns0:nvPr>
        </ns0:nvSpPr>
        <ns0:spPr>
          <ns1:xfrm>
            <ns1:off x="915493" y="3323999"/>
            <ns1:ext cx="1485899" cy="1485898"/>
          </ns1:xfrm>
          <ns1:prstGeom prst="rect">
            <ns1:avLst/>
          </ns1:prstGeom>
          <ns1:blipFill>
            <ns1:blip ns3:embed="R76306b01d0da48d6"/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3" name="Рисунок 3">
            <ns1:extLst>
              <ns1:ext uri="{FF2B5EF4-FFF2-40B4-BE49-F238E27FC236}">
                <ns2:creationId id="{6887A8ED-8633-9E19-4316-2A4D7925316E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7" name="Текст 16">
            <ns1:extLst>
              <ns1:ext uri="{FF2B5EF4-FFF2-40B4-BE49-F238E27FC236}">
                <ns2:creationId id="{BAD64F7B-65E1-E088-750E-1043728650FB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eca1789234f64d6b">
              <ns1:extLst>
                <ns1:ext uri="{96DAC541-7B7A-43D3-8B79-37D633B846F1}">
                  <ns4:svgBlip ns3:embed="Raf5f2e44cb02427a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0" name="Текст 16">
            <ns1:extLst>
              <ns1:ext uri="{FF2B5EF4-FFF2-40B4-BE49-F238E27FC236}">
                <ns2:creationId id="{476763F8-96CF-BAB0-09CC-386A72C65D76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a7b729ff17644051">
              <ns1:extLst>
                <ns1:ext uri="{96DAC541-7B7A-43D3-8B79-37D633B846F1}">
                  <ns4:svgBlip ns3:embed="R5b761a55eb41415c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29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4 телефона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27" name="Скругленный прямоугольник 26">
            <ns1:extLst>
              <ns1:ext uri="{FF2B5EF4-FFF2-40B4-BE49-F238E27FC236}">
                <ns2:creationId id="{25FB04B7-3C00-06D3-BAEF-3E6E02F43A99}"/>
              </ns1:ext>
            </ns1:extLst>
          </ns0:cNvPr>
          <ns0:cNvSpPr>
            <ns1:spLocks noGrp="1"/>
          </ns0:cNvSpPr>
          <ns0:nvPr/>
        </ns0:nvSpPr>
        <ns0:spPr>
          <ns1:xfrm>
            <ns1:off x="14171340" y="2855401"/>
            <ns1:ext cx="3187780" cy="6486840"/>
          </ns1:xfrm>
          <ns1:prstGeom prst="roundRect">
            <ns1:avLst>
              <ns1:gd name="adj" fmla="val 15139"/>
            </ns1:avLst>
          </ns1:prstGeom>
          <ns1:noFill/>
          <ns1:ln w="254000">
            <ns1:solidFill>
              <ns1:schemeClr val="bg1"/>
            </ns1:solidFill>
          </ns1:ln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/>
          <ns1:lstStyle/>
          <ns1:p>
            <ns1:pPr algn="ctr">
              <ns1:buNone/>
            </ns1:pPr>
            <ns1:endParaRPr/>
          </ns1:p>
        </ns0:txBody>
      </ns0:sp>
      <ns0:sp>
        <ns0:nvSpPr>
          <ns0:cNvPr id="30" name="Текст 39">
            <ns1:extLst>
              <ns1:ext uri="{FF2B5EF4-FFF2-40B4-BE49-F238E27FC236}">
                <ns2:creationId id="{E487A027-0D30-EA80-6884-B17484506C27}"/>
              </ns1:ext>
            </ns1:extLst>
          </ns0:cNvPr>
          <ns0:cNvSpPr>
            <ns1:spLocks noGrp="1"/>
          </ns0:cNvSpPr>
          <ns0:nvPr>
            <ns0:ph type="body" idx="64" hasCustomPrompt="1"/>
          </ns0:nvPr>
        </ns0:nvSpPr>
        <ns0:spPr>
          <ns1:xfrm>
            <ns1:off x="922971" y="2074634"/>
            <ns1:ext cx="2934653" cy="732043"/>
          </ns1:xfrm>
        </ns0:spPr>
        <ns0:txBody>
          <ns1:bodyPr>
            <ns1:noAutofit/>
          </ns1:bodyPr>
          <ns1:lstStyle>
            <ns1:lvl1pPr algn="l"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Напишите подзаголовок</ns1:t>
            </ns1:r>
          </ns1:p>
          <ns1:p>
            <ns1:pPr lvl="0">
              <ns1:buNone/>
            </ns1:pPr>
            <ns1:r>
              <ns1:t>в одну или две строки</ns1:t>
            </ns1:r>
          </ns1:p>
        </ns0:txBody>
      </ns0:sp>
      <ns0:sp>
        <ns0:nvSpPr>
          <ns0:cNvPr id="43" name="Текст 39">
            <ns1:extLst>
              <ns1:ext uri="{FF2B5EF4-FFF2-40B4-BE49-F238E27FC236}">
                <ns2:creationId id="{78447D85-9CFA-3C07-45DD-856F55388642}"/>
              </ns1:ext>
            </ns1:extLst>
          </ns0:cNvPr>
          <ns0:cNvSpPr>
            <ns1:spLocks noGrp="1"/>
          </ns0:cNvSpPr>
          <ns0:nvPr>
            <ns0:ph type="body" idx="67" hasCustomPrompt="1"/>
          </ns0:nvPr>
        </ns0:nvSpPr>
        <ns0:spPr>
          <ns1:xfrm>
            <ns1:off x="5352686" y="2074634"/>
            <ns1:ext cx="2934653" cy="732043"/>
          </ns1:xfrm>
        </ns0:spPr>
        <ns0:txBody>
          <ns1:bodyPr>
            <ns1:noAutofit/>
          </ns1:bodyPr>
          <ns1:lstStyle>
            <ns1:lvl1pPr algn="l"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Напишите подзаголовок</ns1:t>
            </ns1:r>
          </ns1:p>
          <ns1:p>
            <ns1:pPr lvl="0">
              <ns1:buNone/>
            </ns1:pPr>
            <ns1:r>
              <ns1:t>в одну или две строки</ns1:t>
            </ns1:r>
          </ns1:p>
        </ns0:txBody>
      </ns0:sp>
      <ns0:sp>
        <ns0:nvSpPr>
          <ns0:cNvPr id="51" name="Текст 39">
            <ns1:extLst>
              <ns1:ext uri="{FF2B5EF4-FFF2-40B4-BE49-F238E27FC236}">
                <ns2:creationId id="{7D51E589-4762-71CB-1157-1E834071EC5D}"/>
              </ns1:ext>
            </ns1:extLst>
          </ns0:cNvPr>
          <ns0:cNvSpPr>
            <ns1:spLocks noGrp="1"/>
          </ns0:cNvSpPr>
          <ns0:nvPr>
            <ns0:ph type="body" idx="70" hasCustomPrompt="1"/>
          </ns0:nvPr>
        </ns0:nvSpPr>
        <ns0:spPr>
          <ns1:xfrm>
            <ns1:off x="9844523" y="2074634"/>
            <ns1:ext cx="2934653" cy="732043"/>
          </ns1:xfrm>
        </ns0:spPr>
        <ns0:txBody>
          <ns1:bodyPr>
            <ns1:noAutofit/>
          </ns1:bodyPr>
          <ns1:lstStyle>
            <ns1:lvl1pPr algn="l"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Напишите подзаголовок</ns1:t>
            </ns1:r>
          </ns1:p>
          <ns1:p>
            <ns1:pPr lvl="0">
              <ns1:buNone/>
            </ns1:pPr>
            <ns1:r>
              <ns1:t>в одну или две строки</ns1:t>
            </ns1:r>
          </ns1:p>
        </ns0:txBody>
      </ns0:sp>
      <ns0:sp>
        <ns0:nvSpPr>
          <ns0:cNvPr id="59" name="Текст 39">
            <ns1:extLst>
              <ns1:ext uri="{FF2B5EF4-FFF2-40B4-BE49-F238E27FC236}">
                <ns2:creationId id="{2BE905A5-1803-CA53-8E08-38F29C4894A9}"/>
              </ns1:ext>
            </ns1:extLst>
          </ns0:cNvPr>
          <ns0:cNvSpPr>
            <ns1:spLocks noGrp="1"/>
          </ns0:cNvSpPr>
          <ns0:nvPr>
            <ns0:ph type="body" idx="73" hasCustomPrompt="1"/>
          </ns0:nvPr>
        </ns0:nvSpPr>
        <ns0:spPr>
          <ns1:xfrm>
            <ns1:off x="14277183" y="2074634"/>
            <ns1:ext cx="2934653" cy="732043"/>
          </ns1:xfrm>
        </ns0:spPr>
        <ns0:txBody>
          <ns1:bodyPr>
            <ns1:noAutofit/>
          </ns1:bodyPr>
          <ns1:lstStyle>
            <ns1:lvl1pPr algn="l"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Напишите подзаголовок</ns1:t>
            </ns1:r>
          </ns1:p>
          <ns1:p>
            <ns1:pPr lvl="0">
              <ns1:buNone/>
            </ns1:pPr>
            <ns1:r>
              <ns1:t>в одну или две строки</ns1:t>
            </ns1:r>
          </ns1:p>
        </ns0:txBody>
      </ns0:sp>
      <ns0:sp>
        <ns0:nvSpPr>
          <ns0:cNvPr id="16" name="Рисунок SmartArt 2">
            <ns1:extLst>
              <ns1:ext uri="{FF2B5EF4-FFF2-40B4-BE49-F238E27FC236}">
                <ns2:creationId id="{07071F3C-158E-FE4D-2A4D-E6C6484756FD}"/>
              </ns1:ext>
            </ns1:extLst>
          </ns0:cNvPr>
          <ns0:cNvSpPr>
            <ns1:spLocks noGrp="1"/>
          </ns0:cNvSpPr>
          <ns0:nvPr>
            <ns0:ph type="dgm" idx="82" hasCustomPrompt="1"/>
          </ns0:nvPr>
        </ns0:nvSpPr>
        <ns0:spPr>
          <ns1:xfrm>
            <ns1:off x="900511" y="2844322"/>
            <ns1:ext cx="3064047" cy="6453327"/>
          </ns1:xfrm>
          <ns1:prstGeom prst="roundRect">
            <ns1:avLst>
              <ns1:gd name="adj" fmla="val 13343"/>
            </ns1:avLst>
          </ns1:prstGeom>
          <ns1:solidFill>
            <ns1:schemeClr val="tx1"/>
          </ns1:solidFill>
        </ns0:spPr>
        <ns0:txBody>
          <ns1:bodyPr/>
          <ns1:lstStyle/>
          <ns1:p>
            <ns1:r>
              <ns1:t> </ns1:t>
            </ns1:r>
          </ns1:p>
        </ns0:txBody>
      </ns0:sp>
      <ns0:sp>
        <ns0:nvSpPr>
          <ns0:cNvPr id="31" name="Рисунок 19">
            <ns1:extLst>
              <ns1:ext uri="{FF2B5EF4-FFF2-40B4-BE49-F238E27FC236}">
                <ns2:creationId id="{99BBBB24-81B7-97F0-4BEF-1BCA87295AD8}"/>
              </ns1:ext>
            </ns1:extLst>
          </ns0:cNvPr>
          <ns0:cNvSpPr>
            <ns1:spLocks noGrp="1"/>
          </ns0:cNvSpPr>
          <ns0:nvPr>
            <ns0:ph type="pic" idx="71" hasCustomPrompt="1"/>
          </ns0:nvPr>
        </ns0:nvSpPr>
        <ns0:spPr>
          <ns1:xfrm>
            <ns1:off x="1001535" y="2920335"/>
            <ns1:ext cx="2882711" cy="6295917"/>
          </ns1:xfrm>
          <ns1:prstGeom prst="roundRect">
            <ns1:avLst>
              <ns1:gd name="adj" fmla="val 10610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35" name="Рисунок SmartArt 7">
            <ns1:extLst>
              <ns1:ext uri="{FF2B5EF4-FFF2-40B4-BE49-F238E27FC236}">
                <ns2:creationId id="{F6B92AC6-FC27-10ED-3846-C8E954B8BDBD}"/>
              </ns1:ext>
            </ns1:extLst>
          </ns0:cNvPr>
          <ns0:cNvSpPr>
            <ns1:spLocks noGrp="1"/>
          </ns0:cNvSpPr>
          <ns0:nvPr>
            <ns0:ph type="dgm" idx="74" hasCustomPrompt="1"/>
          </ns0:nvPr>
        </ns0:nvSpPr>
        <ns0:spPr>
          <ns1:xfrm>
            <ns1:off x="2007614" y="3070874"/>
            <ns1:ext cx="849839" cy="244312"/>
          </ns1:xfrm>
          <ns1:prstGeom prst="roundRect">
            <ns1:avLst>
              <ns1:gd name="adj" fmla="val 50000"/>
            </ns1:avLst>
          </ns1:prstGeom>
          <ns1:solidFill>
            <ns1:schemeClr val="tx1"/>
          </ns1:solidFill>
        </ns0:spPr>
        <ns0:txBody>
          <ns1:bodyPr>
            <ns1:noAutofit/>
          </ns1:bodyPr>
          <ns1:lstStyle>
            <ns1:lvl1pPr>
              <ns1:buNone/>
              <ns1:defRPr sz="400">
                <ns1:solidFill>
                  <ns1:schemeClr val="tx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36" name="Текст 39">
            <ns1:extLst>
              <ns1:ext uri="{FF2B5EF4-FFF2-40B4-BE49-F238E27FC236}">
                <ns2:creationId id="{1991662B-83E7-E3F4-A3D9-2C742CE89DBD}"/>
              </ns1:ext>
            </ns1:extLst>
          </ns0:cNvPr>
          <ns0:cNvSpPr>
            <ns1:spLocks noGrp="1"/>
          </ns0:cNvSpPr>
          <ns0:nvPr>
            <ns0:ph type="body" idx="31" hasCustomPrompt="1"/>
          </ns0:nvPr>
        </ns0:nvSpPr>
        <ns0:spPr>
          <ns1:xfrm rot="433576">
            <ns1:off x="2741670" y="4186212"/>
            <ns1:ext cx="1760298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Реализовано</ns1:t>
            </ns1:r>
          </ns1:p>
        </ns0:txBody>
      </ns0:sp>
      <ns0:sp>
        <ns0:nvSpPr>
          <ns0:cNvPr id="41" name="Рисунок SmartArt 2">
            <ns1:extLst>
              <ns1:ext uri="{FF2B5EF4-FFF2-40B4-BE49-F238E27FC236}">
                <ns2:creationId id="{CD95AA0F-9FDA-1DD2-8D7A-55BF09F4831F}"/>
              </ns1:ext>
            </ns1:extLst>
          </ns0:cNvPr>
          <ns0:cNvSpPr>
            <ns1:spLocks noGrp="1"/>
          </ns0:cNvSpPr>
          <ns0:nvPr>
            <ns0:ph type="dgm" idx="83" hasCustomPrompt="1"/>
          </ns0:nvPr>
        </ns0:nvSpPr>
        <ns0:spPr>
          <ns1:xfrm>
            <ns1:off x="5267238" y="2844322"/>
            <ns1:ext cx="3064047" cy="6453327"/>
          </ns1:xfrm>
          <ns1:prstGeom prst="roundRect">
            <ns1:avLst>
              <ns1:gd name="adj" fmla="val 13343"/>
            </ns1:avLst>
          </ns1:prstGeom>
          <ns1:solidFill>
            <ns1:schemeClr val="tx1"/>
          </ns1:solidFill>
        </ns0:spPr>
        <ns0:txBody>
          <ns1:bodyPr/>
          <ns1:lstStyle/>
          <ns1:p>
            <ns1:r>
              <ns1:t> </ns1:t>
            </ns1:r>
          </ns1:p>
        </ns0:txBody>
      </ns0:sp>
      <ns0:sp>
        <ns0:nvSpPr>
          <ns0:cNvPr id="42" name="Рисунок 19">
            <ns1:extLst>
              <ns1:ext uri="{FF2B5EF4-FFF2-40B4-BE49-F238E27FC236}">
                <ns2:creationId id="{BABA8C4B-1B51-897A-9D9F-6989FC616625}"/>
              </ns1:ext>
            </ns1:extLst>
          </ns0:cNvPr>
          <ns0:cNvSpPr>
            <ns1:spLocks noGrp="1"/>
          </ns0:cNvSpPr>
          <ns0:nvPr>
            <ns0:ph type="pic" idx="84" hasCustomPrompt="1"/>
          </ns0:nvPr>
        </ns0:nvSpPr>
        <ns0:spPr>
          <ns1:xfrm>
            <ns1:off x="5368262" y="2920335"/>
            <ns1:ext cx="2882711" cy="6295917"/>
          </ns1:xfrm>
          <ns1:prstGeom prst="roundRect">
            <ns1:avLst>
              <ns1:gd name="adj" fmla="val 10610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44" name="Рисунок SmartArt 7">
            <ns1:extLst>
              <ns1:ext uri="{FF2B5EF4-FFF2-40B4-BE49-F238E27FC236}">
                <ns2:creationId id="{411607C2-EA0B-6EE9-5D3F-C402D6CD2691}"/>
              </ns1:ext>
            </ns1:extLst>
          </ns0:cNvPr>
          <ns0:cNvSpPr>
            <ns1:spLocks noGrp="1"/>
          </ns0:cNvSpPr>
          <ns0:nvPr>
            <ns0:ph type="dgm" idx="85" hasCustomPrompt="1"/>
          </ns0:nvPr>
        </ns0:nvSpPr>
        <ns0:spPr>
          <ns1:xfrm>
            <ns1:off x="6374341" y="3070874"/>
            <ns1:ext cx="849839" cy="244312"/>
          </ns1:xfrm>
          <ns1:prstGeom prst="roundRect">
            <ns1:avLst>
              <ns1:gd name="adj" fmla="val 50000"/>
            </ns1:avLst>
          </ns1:prstGeom>
          <ns1:solidFill>
            <ns1:schemeClr val="tx1"/>
          </ns1:solidFill>
        </ns0:spPr>
        <ns0:txBody>
          <ns1:bodyPr>
            <ns1:noAutofit/>
          </ns1:bodyPr>
          <ns1:lstStyle>
            <ns1:lvl1pPr>
              <ns1:buNone/>
              <ns1:defRPr sz="400">
                <ns1:solidFill>
                  <ns1:schemeClr val="tx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45" name="Текст 39">
            <ns1:extLst>
              <ns1:ext uri="{FF2B5EF4-FFF2-40B4-BE49-F238E27FC236}">
                <ns2:creationId id="{82E6C627-3807-9290-DE07-2FD3C3CD40E8}"/>
              </ns1:ext>
            </ns1:extLst>
          </ns0:cNvPr>
          <ns0:cNvSpPr>
            <ns1:spLocks noGrp="1"/>
          </ns0:cNvSpPr>
          <ns0:nvPr>
            <ns0:ph type="body" idx="86" hasCustomPrompt="1"/>
          </ns0:nvPr>
        </ns0:nvSpPr>
        <ns0:spPr>
          <ns1:xfrm rot="433576">
            <ns1:off x="7108397" y="4186212"/>
            <ns1:ext cx="1760298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Реализовано</ns1:t>
            </ns1:r>
          </ns1:p>
        </ns0:txBody>
      </ns0:sp>
      <ns0:sp>
        <ns0:nvSpPr>
          <ns0:cNvPr id="46" name="Рисунок SmartArt 2">
            <ns1:extLst>
              <ns1:ext uri="{FF2B5EF4-FFF2-40B4-BE49-F238E27FC236}">
                <ns2:creationId id="{9BE05664-DCF7-C042-D533-7969F99C1B76}"/>
              </ns1:ext>
            </ns1:extLst>
          </ns0:cNvPr>
          <ns0:cNvSpPr>
            <ns1:spLocks noGrp="1"/>
          </ns0:cNvSpPr>
          <ns0:nvPr>
            <ns0:ph type="dgm" idx="87" hasCustomPrompt="1"/>
          </ns0:nvPr>
        </ns0:nvSpPr>
        <ns0:spPr>
          <ns1:xfrm>
            <ns1:off x="9801915" y="2844322"/>
            <ns1:ext cx="3064047" cy="6453327"/>
          </ns1:xfrm>
          <ns1:prstGeom prst="roundRect">
            <ns1:avLst>
              <ns1:gd name="adj" fmla="val 13343"/>
            </ns1:avLst>
          </ns1:prstGeom>
          <ns1:solidFill>
            <ns1:schemeClr val="tx1"/>
          </ns1:solidFill>
        </ns0:spPr>
        <ns0:txBody>
          <ns1:bodyPr/>
          <ns1:lstStyle/>
          <ns1:p>
            <ns1:r>
              <ns1:t> </ns1:t>
            </ns1:r>
          </ns1:p>
        </ns0:txBody>
      </ns0:sp>
      <ns0:sp>
        <ns0:nvSpPr>
          <ns0:cNvPr id="47" name="Рисунок 19">
            <ns1:extLst>
              <ns1:ext uri="{FF2B5EF4-FFF2-40B4-BE49-F238E27FC236}">
                <ns2:creationId id="{BEE6AC73-009F-E62D-6804-41D0C18AB6DA}"/>
              </ns1:ext>
            </ns1:extLst>
          </ns0:cNvPr>
          <ns0:cNvSpPr>
            <ns1:spLocks noGrp="1"/>
          </ns0:cNvSpPr>
          <ns0:nvPr>
            <ns0:ph type="pic" idx="88" hasCustomPrompt="1"/>
          </ns0:nvPr>
        </ns0:nvSpPr>
        <ns0:spPr>
          <ns1:xfrm>
            <ns1:off x="9902939" y="2920335"/>
            <ns1:ext cx="2882711" cy="6295917"/>
          </ns1:xfrm>
          <ns1:prstGeom prst="roundRect">
            <ns1:avLst>
              <ns1:gd name="adj" fmla="val 10610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48" name="Рисунок SmartArt 7">
            <ns1:extLst>
              <ns1:ext uri="{FF2B5EF4-FFF2-40B4-BE49-F238E27FC236}">
                <ns2:creationId id="{2A9B7CD3-BC2B-847B-5D38-3EDEFB9A71AB}"/>
              </ns1:ext>
            </ns1:extLst>
          </ns0:cNvPr>
          <ns0:cNvSpPr>
            <ns1:spLocks noGrp="1"/>
          </ns0:cNvSpPr>
          <ns0:nvPr>
            <ns0:ph type="dgm" idx="89" hasCustomPrompt="1"/>
          </ns0:nvPr>
        </ns0:nvSpPr>
        <ns0:spPr>
          <ns1:xfrm>
            <ns1:off x="10909018" y="3070874"/>
            <ns1:ext cx="849839" cy="244312"/>
          </ns1:xfrm>
          <ns1:prstGeom prst="roundRect">
            <ns1:avLst>
              <ns1:gd name="adj" fmla="val 50000"/>
            </ns1:avLst>
          </ns1:prstGeom>
          <ns1:solidFill>
            <ns1:schemeClr val="tx1"/>
          </ns1:solidFill>
        </ns0:spPr>
        <ns0:txBody>
          <ns1:bodyPr>
            <ns1:noAutofit/>
          </ns1:bodyPr>
          <ns1:lstStyle>
            <ns1:lvl1pPr>
              <ns1:buNone/>
              <ns1:defRPr sz="400">
                <ns1:solidFill>
                  <ns1:schemeClr val="tx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49" name="Текст 39">
            <ns1:extLst>
              <ns1:ext uri="{FF2B5EF4-FFF2-40B4-BE49-F238E27FC236}">
                <ns2:creationId id="{C4AED393-6A0C-3A1E-7B5C-B0C0F918BEA7}"/>
              </ns1:ext>
            </ns1:extLst>
          </ns0:cNvPr>
          <ns0:cNvSpPr>
            <ns1:spLocks noGrp="1"/>
          </ns0:cNvSpPr>
          <ns0:nvPr>
            <ns0:ph type="body" idx="90" hasCustomPrompt="1"/>
          </ns0:nvPr>
        </ns0:nvSpPr>
        <ns0:spPr>
          <ns1:xfrm rot="433576">
            <ns1:off x="11643074" y="4186212"/>
            <ns1:ext cx="1760298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Реализовано</ns1:t>
            </ns1:r>
          </ns1:p>
        </ns0:txBody>
      </ns0:sp>
      <ns0:sp>
        <ns0:nvSpPr>
          <ns0:cNvPr id="50" name="Рисунок SmartArt 2">
            <ns1:extLst>
              <ns1:ext uri="{FF2B5EF4-FFF2-40B4-BE49-F238E27FC236}">
                <ns2:creationId id="{629FFD09-379F-375A-97E0-86BEA925B331}"/>
              </ns1:ext>
            </ns1:extLst>
          </ns0:cNvPr>
          <ns0:cNvSpPr>
            <ns1:spLocks noGrp="1"/>
          </ns0:cNvSpPr>
          <ns0:nvPr>
            <ns0:ph type="dgm" idx="91" hasCustomPrompt="1"/>
          </ns0:nvPr>
        </ns0:nvSpPr>
        <ns0:spPr>
          <ns1:xfrm>
            <ns1:off x="14224625" y="2844322"/>
            <ns1:ext cx="3064047" cy="6453327"/>
          </ns1:xfrm>
          <ns1:prstGeom prst="roundRect">
            <ns1:avLst>
              <ns1:gd name="adj" fmla="val 13343"/>
            </ns1:avLst>
          </ns1:prstGeom>
          <ns1:solidFill>
            <ns1:schemeClr val="tx1"/>
          </ns1:solidFill>
        </ns0:spPr>
        <ns0:txBody>
          <ns1:bodyPr/>
          <ns1:lstStyle/>
          <ns1:p>
            <ns1:r>
              <ns1:t> </ns1:t>
            </ns1:r>
          </ns1:p>
        </ns0:txBody>
      </ns0:sp>
      <ns0:sp>
        <ns0:nvSpPr>
          <ns0:cNvPr id="52" name="Рисунок 19">
            <ns1:extLst>
              <ns1:ext uri="{FF2B5EF4-FFF2-40B4-BE49-F238E27FC236}">
                <ns2:creationId id="{75DC86A5-D0B0-C3A7-C77E-EEDA1C8EE9E9}"/>
              </ns1:ext>
            </ns1:extLst>
          </ns0:cNvPr>
          <ns0:cNvSpPr>
            <ns1:spLocks noGrp="1"/>
          </ns0:cNvSpPr>
          <ns0:nvPr>
            <ns0:ph type="pic" idx="92" hasCustomPrompt="1"/>
          </ns0:nvPr>
        </ns0:nvSpPr>
        <ns0:spPr>
          <ns1:xfrm>
            <ns1:off x="14325649" y="2920335"/>
            <ns1:ext cx="2882711" cy="6295917"/>
          </ns1:xfrm>
          <ns1:prstGeom prst="roundRect">
            <ns1:avLst>
              <ns1:gd name="adj" fmla="val 10610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53" name="Рисунок SmartArt 7">
            <ns1:extLst>
              <ns1:ext uri="{FF2B5EF4-FFF2-40B4-BE49-F238E27FC236}">
                <ns2:creationId id="{EBF59BD9-5517-4089-059E-14D551C18CC1}"/>
              </ns1:ext>
            </ns1:extLst>
          </ns0:cNvPr>
          <ns0:cNvSpPr>
            <ns1:spLocks noGrp="1"/>
          </ns0:cNvSpPr>
          <ns0:nvPr>
            <ns0:ph type="dgm" idx="93" hasCustomPrompt="1"/>
          </ns0:nvPr>
        </ns0:nvSpPr>
        <ns0:spPr>
          <ns1:xfrm>
            <ns1:off x="15331728" y="3070874"/>
            <ns1:ext cx="849839" cy="244312"/>
          </ns1:xfrm>
          <ns1:prstGeom prst="roundRect">
            <ns1:avLst>
              <ns1:gd name="adj" fmla="val 50000"/>
            </ns1:avLst>
          </ns1:prstGeom>
          <ns1:solidFill>
            <ns1:schemeClr val="tx1"/>
          </ns1:solidFill>
        </ns0:spPr>
        <ns0:txBody>
          <ns1:bodyPr>
            <ns1:noAutofit/>
          </ns1:bodyPr>
          <ns1:lstStyle>
            <ns1:lvl1pPr>
              <ns1:buNone/>
              <ns1:defRPr sz="400">
                <ns1:solidFill>
                  <ns1:schemeClr val="tx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54" name="Текст 39">
            <ns1:extLst>
              <ns1:ext uri="{FF2B5EF4-FFF2-40B4-BE49-F238E27FC236}">
                <ns2:creationId id="{95DD9832-E495-DC02-07F4-DE8C43BEB172}"/>
              </ns1:ext>
            </ns1:extLst>
          </ns0:cNvPr>
          <ns0:cNvSpPr>
            <ns1:spLocks noGrp="1"/>
          </ns0:cNvSpPr>
          <ns0:nvPr>
            <ns0:ph type="body" idx="94" hasCustomPrompt="1"/>
          </ns0:nvPr>
        </ns0:nvSpPr>
        <ns0:spPr>
          <ns1:xfrm rot="433576">
            <ns1:off x="16065784" y="4186212"/>
            <ns1:ext cx="1760298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3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Реализовано</ns1:t>
            </ns1:r>
          </ns1:p>
        </ns0:txBody>
      </ns0:sp>
      <ns0:sp>
        <ns0:nvSpPr>
          <ns0:cNvPr id="3" name="Рисунок 3">
            <ns1:extLst>
              <ns1:ext uri="{FF2B5EF4-FFF2-40B4-BE49-F238E27FC236}">
                <ns2:creationId id="{5474C818-6F88-47E7-E3D6-11356A5142AA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4" name="Текст 16">
            <ns1:extLst>
              <ns1:ext uri="{FF2B5EF4-FFF2-40B4-BE49-F238E27FC236}">
                <ns2:creationId id="{37919C27-345C-583A-153B-4581C4C82B49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6b52a69a0a1347c3">
              <ns1:extLst>
                <ns1:ext uri="{96DAC541-7B7A-43D3-8B79-37D633B846F1}">
                  <ns4:svgBlip ns3:embed="Ra56c3a8a7ddb4a6c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0" name="Текст 16">
            <ns1:extLst>
              <ns1:ext uri="{FF2B5EF4-FFF2-40B4-BE49-F238E27FC236}">
                <ns2:creationId id="{223FA3F1-F3B2-48D4-D56A-C7F2ABAFE188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e259b572fc314d7c">
              <ns1:extLst>
                <ns1:ext uri="{96DAC541-7B7A-43D3-8B79-37D633B846F1}">
                  <ns4:svgBlip ns3:embed="R26e4f4f6608b4bef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6" name="Рисунок 5">
            <ns1:extLst>
              <ns1:ext uri="{FF2B5EF4-FFF2-40B4-BE49-F238E27FC236}">
                <ns2:creationId id="{547EB3EC-D706-57E9-5F09-77F5185175B9}"/>
              </ns1:ext>
            </ns1:extLst>
          </ns0:cNvPr>
          <ns0:cNvSpPr>
            <ns1:spLocks noGrp="1"/>
          </ns0:cNvSpPr>
          <ns0:nvPr>
            <ns0:ph type="pic" idx="95" hasCustomPrompt="1"/>
          </ns0:nvPr>
        </ns0:nvSpPr>
        <ns0:spPr>
          <ns1:xfrm>
            <ns1:off x="4514850" y="5737560"/>
            <ns1:ext cx="299676" cy="661466"/>
          </ns1:xfrm>
          <ns1:prstGeom prst="rect">
            <ns1:avLst/>
          </ns1:prstGeom>
          <ns1:blipFill>
            <ns1:blip ns3:embed="Re04f51141a8442b1">
              <ns1:extLst>
                <ns1:ext uri="{96DAC541-7B7A-43D3-8B79-37D633B846F1}">
                  <ns4:svgBlip ns3:embed="R32d02142ac654b0e"/>
                </ns1:ext>
              </ns1:extLst>
            </ns1:blip>
            <ns1:srcRect l="0" t="0" r="0" b="0"/>
            <ns1:stretch>
              <ns1:fillRect l="0" t="11407" r="0" b="11407"/>
            </ns1:stretch>
          </ns1:blipFill>
        </ns0:spPr>
        <ns0:txBody>
          <ns1:bodyPr>
            <ns1:noAutofit/>
          </ns1:bodyPr>
          <ns1:lstStyle>
            <ns1:lvl1pPr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8" name="Рисунок 5">
            <ns1:extLst>
              <ns1:ext uri="{FF2B5EF4-FFF2-40B4-BE49-F238E27FC236}">
                <ns2:creationId id="{1CC98361-2C25-BAEB-331C-9821F5E86A7C}"/>
              </ns1:ext>
            </ns1:extLst>
          </ns0:cNvPr>
          <ns0:cNvSpPr>
            <ns1:spLocks noGrp="1"/>
          </ns0:cNvSpPr>
          <ns0:nvPr>
            <ns0:ph type="pic" idx="96" hasCustomPrompt="1"/>
          </ns0:nvPr>
        </ns0:nvSpPr>
        <ns0:spPr>
          <ns1:xfrm>
            <ns1:off x="8956222" y="5737560"/>
            <ns1:ext cx="299676" cy="661466"/>
          </ns1:xfrm>
          <ns1:prstGeom prst="rect">
            <ns1:avLst/>
          </ns1:prstGeom>
          <ns1:blipFill>
            <ns1:blip ns3:embed="Re04f51141a8442b1">
              <ns1:extLst>
                <ns1:ext uri="{96DAC541-7B7A-43D3-8B79-37D633B846F1}">
                  <ns4:svgBlip ns3:embed="R32d02142ac654b0e"/>
                </ns1:ext>
              </ns1:extLst>
            </ns1:blip>
            <ns1:srcRect l="0" t="0" r="0" b="0"/>
            <ns1:stretch>
              <ns1:fillRect l="0" t="11407" r="0" b="11407"/>
            </ns1:stretch>
          </ns1:blipFill>
        </ns0:spPr>
        <ns0:txBody>
          <ns1:bodyPr>
            <ns1:noAutofit/>
          </ns1:bodyPr>
          <ns1:lstStyle>
            <ns1:lvl1pPr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1" name="Рисунок 5">
            <ns1:extLst>
              <ns1:ext uri="{FF2B5EF4-FFF2-40B4-BE49-F238E27FC236}">
                <ns2:creationId id="{6F1C38DF-E924-BB5D-2AED-3863B2D6F9C5}"/>
              </ns1:ext>
            </ns1:extLst>
          </ns0:cNvPr>
          <ns0:cNvSpPr>
            <ns1:spLocks noGrp="1"/>
          </ns0:cNvSpPr>
          <ns0:nvPr>
            <ns0:ph type="pic" idx="97" hasCustomPrompt="1"/>
          </ns0:nvPr>
        </ns0:nvSpPr>
        <ns0:spPr>
          <ns1:xfrm>
            <ns1:off x="13413922" y="5737560"/>
            <ns1:ext cx="299676" cy="661466"/>
          </ns1:xfrm>
          <ns1:prstGeom prst="rect">
            <ns1:avLst/>
          </ns1:prstGeom>
          <ns1:blipFill>
            <ns1:blip ns3:embed="Re04f51141a8442b1">
              <ns1:extLst>
                <ns1:ext uri="{96DAC541-7B7A-43D3-8B79-37D633B846F1}">
                  <ns4:svgBlip ns3:embed="R32d02142ac654b0e"/>
                </ns1:ext>
              </ns1:extLst>
            </ns1:blip>
            <ns1:srcRect l="0" t="0" r="0" b="0"/>
            <ns1:stretch>
              <ns1:fillRect l="0" t="11407" r="0" b="11407"/>
            </ns1:stretch>
          </ns1:blipFill>
        </ns0:spPr>
        <ns0:txBody>
          <ns1:bodyPr>
            <ns1:noAutofit/>
          </ns1:bodyPr>
          <ns1:lstStyle>
            <ns1:lvl1pPr>
              <ns1:buNone/>
              <ns1:defRPr sz="1800"/>
            </ns1:lvl1pPr>
          </ns1:lstStyle>
          <ns1:p>
            <ns1:r>
              <ns1:t> </ns1:t>
            </ns1:r>
          </ns1:p>
        </ns0:txBody>
      </ns0:sp>
    </ns0:spTree>
  </ns0:cSld>
</ns0:sldLayout>
</file>

<file path=ppt/slideLayouts/slideLayout30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1 телефон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8" name="Рисунок 11">
            <ns1:extLst>
              <ns1:ext uri="{FF2B5EF4-FFF2-40B4-BE49-F238E27FC236}">
                <ns2:creationId id="{52F6A6E7-9906-405A-2C8B-384A1FC1BBA2}"/>
              </ns1:ext>
            </ns1:extLst>
          </ns0:cNvPr>
          <ns0:cNvSpPr>
            <ns1:spLocks noGrp="1"/>
          </ns0:cNvSpPr>
          <ns0:nvPr>
            <ns0:ph type="pic" idx="92" hasCustomPrompt="1"/>
          </ns0:nvPr>
        </ns0:nvSpPr>
        <ns0:spPr>
          <ns1:xfrm>
            <ns1:off x="11315402" y="7024509"/>
            <ns1:ext cx="6033759" cy="2019300"/>
          </ns1:xfrm>
          <ns1:prstGeom prst="roundRect">
            <ns1:avLst>
              <ns1:gd name="adj" fmla="val 9025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9" name="Текст 41">
            <ns1:extLst>
              <ns1:ext uri="{FF2B5EF4-FFF2-40B4-BE49-F238E27FC236}">
                <ns2:creationId id="{71873E03-F984-3E84-53B5-574FB4083D84}"/>
              </ns1:ext>
            </ns1:extLst>
          </ns0:cNvPr>
          <ns0:cNvSpPr>
            <ns1:spLocks noGrp="1"/>
          </ns0:cNvSpPr>
          <ns0:nvPr>
            <ns0:ph type="body" idx="93" hasCustomPrompt="1"/>
          </ns0:nvPr>
        </ns0:nvSpPr>
        <ns0:spPr>
          <ns1:xfrm>
            <ns1:off x="11577468" y="7233939"/>
            <ns1:ext cx="503509" cy="503509"/>
          </ns1:xfrm>
          <ns1:prstGeom prst="roundRect">
            <ns1:avLst>
              <ns1:gd name="adj" fmla="val 16667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05</ns1:t>
            </ns1:r>
          </ns1:p>
        </ns0:txBody>
      </ns0:sp>
      <ns0:sp>
        <ns0:nvSpPr>
          <ns0:cNvPr id="20" name="Рисунок 11">
            <ns1:extLst>
              <ns1:ext uri="{FF2B5EF4-FFF2-40B4-BE49-F238E27FC236}">
                <ns2:creationId id="{CFA58908-AEF2-3819-B125-13974C1148C6}"/>
              </ns1:ext>
            </ns1:extLst>
          </ns0:cNvPr>
          <ns0:cNvSpPr>
            <ns1:spLocks noGrp="1"/>
          </ns0:cNvSpPr>
          <ns0:nvPr>
            <ns0:ph type="pic" idx="94" hasCustomPrompt="1"/>
          </ns0:nvPr>
        </ns0:nvSpPr>
        <ns0:spPr>
          <ns1:xfrm>
            <ns1:off x="11315402" y="2508492"/>
            <ns1:ext cx="6033759" cy="4239986"/>
          </ns1:xfrm>
          <ns1:prstGeom prst="roundRect">
            <ns1:avLst>
              <ns1:gd name="adj" fmla="val 9025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21" name="Текст 41">
            <ns1:extLst>
              <ns1:ext uri="{FF2B5EF4-FFF2-40B4-BE49-F238E27FC236}">
                <ns2:creationId id="{84FDF155-527D-87D8-7CF4-1E183112A88C}"/>
              </ns1:ext>
            </ns1:extLst>
          </ns0:cNvPr>
          <ns0:cNvSpPr>
            <ns1:spLocks noGrp="1"/>
          </ns0:cNvSpPr>
          <ns0:nvPr>
            <ns0:ph type="body" idx="95" hasCustomPrompt="1"/>
          </ns0:nvPr>
        </ns0:nvSpPr>
        <ns0:spPr>
          <ns1:xfrm>
            <ns1:off x="11577468" y="2717922"/>
            <ns1:ext cx="503509" cy="503509"/>
          </ns1:xfrm>
          <ns1:prstGeom prst="roundRect">
            <ns1:avLst>
              <ns1:gd name="adj" fmla="val 16667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04</ns1:t>
            </ns1:r>
          </ns1:p>
        </ns0:txBody>
      </ns0:sp>
      <ns0:sp>
        <ns0:nvSpPr>
          <ns0:cNvPr id="9" name="Рисунок 11">
            <ns1:extLst>
              <ns1:ext uri="{FF2B5EF4-FFF2-40B4-BE49-F238E27FC236}">
                <ns2:creationId id="{F589384C-CF73-2D2D-EF1A-CA1C7E376E24}"/>
              </ns1:ext>
            </ns1:extLst>
          </ns0:cNvPr>
          <ns0:cNvSpPr>
            <ns1:spLocks noGrp="1"/>
          </ns0:cNvSpPr>
          <ns0:nvPr>
            <ns0:ph type="pic" idx="88" hasCustomPrompt="1"/>
          </ns0:nvPr>
        </ns0:nvSpPr>
        <ns0:spPr>
          <ns1:xfrm>
            <ns1:off x="958422" y="4729178"/>
            <ns1:ext cx="6033759" cy="2019300"/>
          </ns1:xfrm>
          <ns1:prstGeom prst="roundRect">
            <ns1:avLst>
              <ns1:gd name="adj" fmla="val 9025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0" name="Текст 41">
            <ns1:extLst>
              <ns1:ext uri="{FF2B5EF4-FFF2-40B4-BE49-F238E27FC236}">
                <ns2:creationId id="{54F13AA7-0C81-FEC1-A65D-6E769244F3CB}"/>
              </ns1:ext>
            </ns1:extLst>
          </ns0:cNvPr>
          <ns0:cNvSpPr>
            <ns1:spLocks noGrp="1"/>
          </ns0:cNvSpPr>
          <ns0:nvPr>
            <ns0:ph type="body" idx="89" hasCustomPrompt="1"/>
          </ns0:nvPr>
        </ns0:nvSpPr>
        <ns0:spPr>
          <ns1:xfrm>
            <ns1:off x="1220488" y="4938608"/>
            <ns1:ext cx="503509" cy="503509"/>
          </ns1:xfrm>
          <ns1:prstGeom prst="roundRect">
            <ns1:avLst>
              <ns1:gd name="adj" fmla="val 16667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02</ns1:t>
            </ns1:r>
          </ns1:p>
        </ns0:txBody>
      </ns0:sp>
      <ns0:sp>
        <ns0:nvSpPr>
          <ns0:cNvPr id="16" name="Рисунок 11">
            <ns1:extLst>
              <ns1:ext uri="{FF2B5EF4-FFF2-40B4-BE49-F238E27FC236}">
                <ns2:creationId id="{EF17310F-F1A9-5465-FC6A-4373F58EFAB7}"/>
              </ns1:ext>
            </ns1:extLst>
          </ns0:cNvPr>
          <ns0:cNvSpPr>
            <ns1:spLocks noGrp="1"/>
          </ns0:cNvSpPr>
          <ns0:nvPr>
            <ns0:ph type="pic" idx="90" hasCustomPrompt="1"/>
          </ns0:nvPr>
        </ns0:nvSpPr>
        <ns0:spPr>
          <ns1:xfrm>
            <ns1:off x="958422" y="7024509"/>
            <ns1:ext cx="6033759" cy="2019300"/>
          </ns1:xfrm>
          <ns1:prstGeom prst="roundRect">
            <ns1:avLst>
              <ns1:gd name="adj" fmla="val 9025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7" name="Текст 41">
            <ns1:extLst>
              <ns1:ext uri="{FF2B5EF4-FFF2-40B4-BE49-F238E27FC236}">
                <ns2:creationId id="{D4CADEB4-DBAE-5F13-892C-241092404C90}"/>
              </ns1:ext>
            </ns1:extLst>
          </ns0:cNvPr>
          <ns0:cNvSpPr>
            <ns1:spLocks noGrp="1"/>
          </ns0:cNvSpPr>
          <ns0:nvPr>
            <ns0:ph type="body" idx="91" hasCustomPrompt="1"/>
          </ns0:nvPr>
        </ns0:nvSpPr>
        <ns0:spPr>
          <ns1:xfrm>
            <ns1:off x="1220488" y="7233939"/>
            <ns1:ext cx="503509" cy="503509"/>
          </ns1:xfrm>
          <ns1:prstGeom prst="roundRect">
            <ns1:avLst>
              <ns1:gd name="adj" fmla="val 16667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03</ns1:t>
            </ns1:r>
          </ns1:p>
        </ns0:txBody>
      </ns0:sp>
      <ns0:sp>
        <ns0:nvSpPr>
          <ns0:cNvPr id="7" name="Рисунок 11">
            <ns1:extLst>
              <ns1:ext uri="{FF2B5EF4-FFF2-40B4-BE49-F238E27FC236}">
                <ns2:creationId id="{712D8A25-4D79-5201-DEAC-9A8EFA4CBC5D}"/>
              </ns1:ext>
            </ns1:extLst>
          </ns0:cNvPr>
          <ns0:cNvSpPr>
            <ns1:spLocks noGrp="1"/>
          </ns0:cNvSpPr>
          <ns0:nvPr>
            <ns0:ph type="pic" idx="38" hasCustomPrompt="1"/>
          </ns0:nvPr>
        </ns0:nvSpPr>
        <ns0:spPr>
          <ns1:xfrm>
            <ns1:off x="958422" y="2508492"/>
            <ns1:ext cx="6033759" cy="2019300"/>
          </ns1:xfrm>
          <ns1:prstGeom prst="roundRect">
            <ns1:avLst>
              <ns1:gd name="adj" fmla="val 9025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4" name="Рисунок SmartArt 2">
            <ns1:extLst>
              <ns1:ext uri="{FF2B5EF4-FFF2-40B4-BE49-F238E27FC236}">
                <ns2:creationId id="{E2A50415-5E5B-3A96-EDCD-1A256458035C}"/>
              </ns1:ext>
            </ns1:extLst>
          </ns0:cNvPr>
          <ns0:cNvSpPr>
            <ns1:spLocks noGrp="1"/>
          </ns0:cNvSpPr>
          <ns0:nvPr>
            <ns0:ph type="dgm" idx="87" hasCustomPrompt="1"/>
          </ns0:nvPr>
        </ns0:nvSpPr>
        <ns0:spPr>
          <ns1:xfrm>
            <ns1:off x="7601135" y="2442535"/>
            <ns1:ext cx="3064047" cy="6453327"/>
          </ns1:xfrm>
          <ns1:prstGeom prst="roundRect">
            <ns1:avLst>
              <ns1:gd name="adj" fmla="val 13343"/>
            </ns1:avLst>
          </ns1:prstGeom>
          <ns1:solidFill>
            <ns1:schemeClr val="tx1"/>
          </ns1:solidFill>
        </ns0:spPr>
        <ns0:txBody>
          <ns1:bodyPr/>
          <ns1:lstStyle/>
          <ns1:p>
            <ns1:r>
              <ns1:t> </ns1:t>
            </ns1:r>
          </ns1:p>
        </ns0:txBody>
      </ns0:sp>
      <ns0:sp>
        <ns0:nvSpPr>
          <ns0:cNvPr id="5" name="Рисунок 19">
            <ns1:extLst>
              <ns1:ext uri="{FF2B5EF4-FFF2-40B4-BE49-F238E27FC236}">
                <ns2:creationId id="{E2F5CD03-17B6-9A8B-7148-A7A66253D3AC}"/>
              </ns1:ext>
            </ns1:extLst>
          </ns0:cNvPr>
          <ns0:cNvSpPr>
            <ns1:spLocks noGrp="1"/>
          </ns0:cNvSpPr>
          <ns0:nvPr>
            <ns0:ph type="pic" idx="71" hasCustomPrompt="1"/>
          </ns0:nvPr>
        </ns0:nvSpPr>
        <ns0:spPr>
          <ns1:xfrm>
            <ns1:off x="7702159" y="2518548"/>
            <ns1:ext cx="2882711" cy="6295917"/>
          </ns1:xfrm>
          <ns1:prstGeom prst="roundRect">
            <ns1:avLst>
              <ns1:gd name="adj" fmla="val 10610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6" name="Рисунок SmartArt 7">
            <ns1:extLst>
              <ns1:ext uri="{FF2B5EF4-FFF2-40B4-BE49-F238E27FC236}">
                <ns2:creationId id="{6AE22036-9E9E-8BDF-DDA4-84AD426780CA}"/>
              </ns1:ext>
            </ns1:extLst>
          </ns0:cNvPr>
          <ns0:cNvSpPr>
            <ns1:spLocks noGrp="1"/>
          </ns0:cNvSpPr>
          <ns0:nvPr>
            <ns0:ph type="dgm" idx="74" hasCustomPrompt="1"/>
          </ns0:nvPr>
        </ns0:nvSpPr>
        <ns0:spPr>
          <ns1:xfrm>
            <ns1:off x="8708238" y="2669087"/>
            <ns1:ext cx="849839" cy="244312"/>
          </ns1:xfrm>
          <ns1:prstGeom prst="roundRect">
            <ns1:avLst>
              <ns1:gd name="adj" fmla="val 50000"/>
            </ns1:avLst>
          </ns1:prstGeom>
          <ns1:solidFill>
            <ns1:schemeClr val="tx1"/>
          </ns1:solidFill>
        </ns0:spPr>
        <ns0:txBody>
          <ns1:bodyPr>
            <ns1:noAutofit/>
          </ns1:bodyPr>
          <ns1:lstStyle>
            <ns1:lvl1pPr>
              <ns1:buNone/>
              <ns1:defRPr sz="400">
                <ns1:solidFill>
                  <ns1:schemeClr val="tx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13" name="Текст 39">
            <ns1:extLst>
              <ns1:ext uri="{FF2B5EF4-FFF2-40B4-BE49-F238E27FC236}">
                <ns2:creationId id="{D43BCDBC-7D59-29D8-A62C-A8F10FACE0D6}"/>
              </ns1:ext>
            </ns1:extLst>
          </ns0:cNvPr>
          <ns0:cNvSpPr>
            <ns1:spLocks noGrp="1"/>
          </ns0:cNvSpPr>
          <ns0:nvPr>
            <ns0:ph type="body" idx="11" hasCustomPrompt="1"/>
          </ns0:nvPr>
        </ns0:nvSpPr>
        <ns0:spPr>
          <ns1:xfrm>
            <ns1:off x="1828799" y="2781624"/>
            <ns1:ext cx="4863527" cy="37481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15" name="Текст 39">
            <ns1:extLst>
              <ns1:ext uri="{FF2B5EF4-FFF2-40B4-BE49-F238E27FC236}">
                <ns2:creationId id="{1A5184EA-C246-6CE4-5D84-4B94EF0338D6}"/>
              </ns1:ext>
            </ns1:extLst>
          </ns0:cNvPr>
          <ns0:cNvSpPr>
            <ns1:spLocks noGrp="1"/>
          </ns0:cNvSpPr>
          <ns0:nvPr>
            <ns0:ph type="body" idx="22" hasCustomPrompt="1"/>
          </ns0:nvPr>
        </ns0:nvSpPr>
        <ns0:spPr>
          <ns1:xfrm>
            <ns1:off x="1265238" y="3350838"/>
            <ns1:ext cx="5459412" cy="776050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24" name="Текст 39">
            <ns1:extLst>
              <ns1:ext uri="{FF2B5EF4-FFF2-40B4-BE49-F238E27FC236}">
                <ns2:creationId id="{A9D5AAAB-AA94-9C62-8FDA-8DAC5C707922}"/>
              </ns1:ext>
            </ns1:extLst>
          </ns0:cNvPr>
          <ns0:cNvSpPr>
            <ns1:spLocks noGrp="1"/>
          </ns0:cNvSpPr>
          <ns0:nvPr>
            <ns0:ph type="body" idx="75" hasCustomPrompt="1"/>
          </ns0:nvPr>
        </ns0:nvSpPr>
        <ns0:spPr>
          <ns1:xfrm>
            <ns1:off x="1828799" y="5053770"/>
            <ns1:ext cx="4863527" cy="37481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26" name="Текст 39">
            <ns1:extLst>
              <ns1:ext uri="{FF2B5EF4-FFF2-40B4-BE49-F238E27FC236}">
                <ns2:creationId id="{2FE0DD52-98B2-C05E-D333-6332FCEF92C5}"/>
              </ns1:ext>
            </ns1:extLst>
          </ns0:cNvPr>
          <ns0:cNvSpPr>
            <ns1:spLocks noGrp="1"/>
          </ns0:cNvSpPr>
          <ns0:nvPr>
            <ns0:ph type="body" idx="77" hasCustomPrompt="1"/>
          </ns0:nvPr>
        </ns0:nvSpPr>
        <ns0:spPr>
          <ns1:xfrm>
            <ns1:off x="1265238" y="5622984"/>
            <ns1:ext cx="5459412" cy="776050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29" name="Текст 39">
            <ns1:extLst>
              <ns1:ext uri="{FF2B5EF4-FFF2-40B4-BE49-F238E27FC236}">
                <ns2:creationId id="{B6C1A5F2-8D69-BE38-D694-19BC0315665A}"/>
              </ns1:ext>
            </ns1:extLst>
          </ns0:cNvPr>
          <ns0:cNvSpPr>
            <ns1:spLocks noGrp="1"/>
          </ns0:cNvSpPr>
          <ns0:nvPr>
            <ns0:ph type="body" idx="78" hasCustomPrompt="1"/>
          </ns0:nvPr>
        </ns0:nvSpPr>
        <ns0:spPr>
          <ns1:xfrm>
            <ns1:off x="1828799" y="7325916"/>
            <ns1:ext cx="4863527" cy="37481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37" name="Текст 39">
            <ns1:extLst>
              <ns1:ext uri="{FF2B5EF4-FFF2-40B4-BE49-F238E27FC236}">
                <ns2:creationId id="{38FAE02E-FACF-4903-DFCD-E48A8BBF9BDB}"/>
              </ns1:ext>
            </ns1:extLst>
          </ns0:cNvPr>
          <ns0:cNvSpPr>
            <ns1:spLocks noGrp="1"/>
          </ns0:cNvSpPr>
          <ns0:nvPr>
            <ns0:ph type="body" idx="80" hasCustomPrompt="1"/>
          </ns0:nvPr>
        </ns0:nvSpPr>
        <ns0:spPr>
          <ns1:xfrm>
            <ns1:off x="1265238" y="7895130"/>
            <ns1:ext cx="5459412" cy="776050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66" name="Текст 39">
            <ns1:extLst>
              <ns1:ext uri="{FF2B5EF4-FFF2-40B4-BE49-F238E27FC236}">
                <ns2:creationId id="{18FD3059-FE80-5B77-BB3E-6B91708C19CA}"/>
              </ns1:ext>
            </ns1:extLst>
          </ns0:cNvPr>
          <ns0:cNvSpPr>
            <ns1:spLocks noGrp="1"/>
          </ns0:cNvSpPr>
          <ns0:nvPr>
            <ns0:ph type="body" idx="81" hasCustomPrompt="1"/>
          </ns0:nvPr>
        </ns0:nvSpPr>
        <ns0:spPr>
          <ns1:xfrm>
            <ns1:off x="12150435" y="2781624"/>
            <ns1:ext cx="4863527" cy="37481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68" name="Текст 39">
            <ns1:extLst>
              <ns1:ext uri="{FF2B5EF4-FFF2-40B4-BE49-F238E27FC236}">
                <ns2:creationId id="{E744F78B-01E4-8AFF-4C8E-B14D658432F4}"/>
              </ns1:ext>
            </ns1:extLst>
          </ns0:cNvPr>
          <ns0:cNvSpPr>
            <ns1:spLocks noGrp="1"/>
          </ns0:cNvSpPr>
          <ns0:nvPr>
            <ns0:ph type="body" idx="83" hasCustomPrompt="1"/>
          </ns0:nvPr>
        </ns0:nvSpPr>
        <ns0:spPr>
          <ns1:xfrm>
            <ns1:off x="11586874" y="3350838"/>
            <ns1:ext cx="5459412" cy="3048196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71" name="Текст 39">
            <ns1:extLst>
              <ns1:ext uri="{FF2B5EF4-FFF2-40B4-BE49-F238E27FC236}">
                <ns2:creationId id="{A6BCEADC-9FB8-D3DA-7D42-A1C153A430D2}"/>
              </ns1:ext>
            </ns1:extLst>
          </ns0:cNvPr>
          <ns0:cNvSpPr>
            <ns1:spLocks noGrp="1"/>
          </ns0:cNvSpPr>
          <ns0:nvPr>
            <ns0:ph type="body" idx="84" hasCustomPrompt="1"/>
          </ns0:nvPr>
        </ns0:nvSpPr>
        <ns0:spPr>
          <ns1:xfrm>
            <ns1:off x="12150435" y="7325916"/>
            <ns1:ext cx="4863527" cy="37481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73" name="Текст 39">
            <ns1:extLst>
              <ns1:ext uri="{FF2B5EF4-FFF2-40B4-BE49-F238E27FC236}">
                <ns2:creationId id="{B7B9DFD5-8F6B-AA48-DC08-5E43A7CC45C4}"/>
              </ns1:ext>
            </ns1:extLst>
          </ns0:cNvPr>
          <ns0:cNvSpPr>
            <ns1:spLocks noGrp="1"/>
          </ns0:cNvSpPr>
          <ns0:nvPr>
            <ns0:ph type="body" idx="86" hasCustomPrompt="1"/>
          </ns0:nvPr>
        </ns0:nvSpPr>
        <ns0:spPr>
          <ns1:xfrm>
            <ns1:off x="11586874" y="7895130"/>
            <ns1:ext cx="5459412" cy="776050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8" name="Текст 41">
            <ns1:extLst>
              <ns1:ext uri="{FF2B5EF4-FFF2-40B4-BE49-F238E27FC236}">
                <ns2:creationId id="{4431A0FE-8950-1A39-DE20-4DD124A6BC9A}"/>
              </ns1:ext>
            </ns1:extLst>
          </ns0:cNvPr>
          <ns0:cNvSpPr>
            <ns1:spLocks noGrp="1"/>
          </ns0:cNvSpPr>
          <ns0:nvPr>
            <ns0:ph type="body" idx="42" hasCustomPrompt="1"/>
          </ns0:nvPr>
        </ns0:nvSpPr>
        <ns0:spPr>
          <ns1:xfrm>
            <ns1:off x="1220488" y="2717922"/>
            <ns1:ext cx="503509" cy="503509"/>
          </ns1:xfrm>
          <ns1:prstGeom prst="roundRect">
            <ns1:avLst>
              <ns1:gd name="adj" fmla="val 16667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01</ns1:t>
            </ns1:r>
          </ns1:p>
        </ns0:txBody>
      </ns0:sp>
      <ns0:sp>
        <ns0:nvSpPr>
          <ns0:cNvPr id="3" name="Рисунок 3">
            <ns1:extLst>
              <ns1:ext uri="{FF2B5EF4-FFF2-40B4-BE49-F238E27FC236}">
                <ns2:creationId id="{733416DF-6DC5-E502-B5E9-B7C602AAC5B4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1" name="Текст 16">
            <ns1:extLst>
              <ns1:ext uri="{FF2B5EF4-FFF2-40B4-BE49-F238E27FC236}">
                <ns2:creationId id="{A2211976-31D3-F4BF-6C2A-01F8A9F18CB3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a295f2af35da4058">
              <ns1:extLst>
                <ns1:ext uri="{96DAC541-7B7A-43D3-8B79-37D633B846F1}">
                  <ns4:svgBlip ns3:embed="R3f1ae91783824305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22" name="Текст 16">
            <ns1:extLst>
              <ns1:ext uri="{FF2B5EF4-FFF2-40B4-BE49-F238E27FC236}">
                <ns2:creationId id="{BF9C2450-4BB2-D4BE-8541-02B8C16E14BA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c5952d35f3bf4d2f">
              <ns1:extLst>
                <ns1:ext uri="{96DAC541-7B7A-43D3-8B79-37D633B846F1}">
                  <ns4:svgBlip ns3:embed="R26e6dce71a064f81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2" name="Рисунок 11">
            <ns1:extLst>
              <ns1:ext uri="{FF2B5EF4-FFF2-40B4-BE49-F238E27FC236}">
                <ns2:creationId id="{23269FD9-67EC-7C5F-AB79-EF204EECF5FB}"/>
              </ns1:ext>
            </ns1:extLst>
          </ns0:cNvPr>
          <ns0:cNvSpPr>
            <ns1:spLocks noGrp="1"/>
          </ns0:cNvSpPr>
          <ns0:nvPr>
            <ns0:ph type="pic" idx="96" hasCustomPrompt="1"/>
          </ns0:nvPr>
        </ns0:nvSpPr>
        <ns0:spPr>
          <ns1:xfrm>
            <ns1:off x="7007455" y="3387174"/>
            <ns1:ext cx="757237" cy="261937"/>
          </ns1:xfrm>
          <ns1:prstGeom prst="rect">
            <ns1:avLst/>
          </ns1:prstGeom>
          <ns1:blipFill>
            <ns1:blip ns3:embed="Rd3c857ce4e5a4688">
              <ns1:extLst>
                <ns1:ext uri="{96DAC541-7B7A-43D3-8B79-37D633B846F1}">
                  <ns4:svgBlip ns3:embed="R0ab5f21940d94d27"/>
                </ns1:ext>
              </ns1:extLst>
            </ns1:blip>
            <ns1:srcRect l="0" t="0" r="0" b="0"/>
            <ns1:stretch>
              <ns1:fillRect l="-44045" t="1" r="3190" b="682"/>
            </ns1:stretch>
          </ns1:blipFill>
        </ns0:spPr>
        <ns0:txBody>
          <ns1:bodyPr>
            <ns1:noAutofit/>
          </ns1:bodyPr>
          <ns1:lstStyle>
            <ns1:lvl1pPr>
              <ns1:buNone/>
              <ns1:defRPr sz="1600"/>
            </ns1:lvl1pPr>
          </ns1:lstStyle>
          <ns1:p>
            <ns1:r>
              <ns1:t> </ns1:t>
            </ns1:r>
          </ns1:p>
        </ns0:txBody>
      </ns0:sp>
      <ns0:sp>
        <ns0:nvSpPr>
          <ns0:cNvPr id="23" name="Рисунок 11">
            <ns1:extLst>
              <ns1:ext uri="{FF2B5EF4-FFF2-40B4-BE49-F238E27FC236}">
                <ns2:creationId id="{37D194B1-219C-F7E0-A27C-B46BC2FB58F1}"/>
              </ns1:ext>
            </ns1:extLst>
          </ns0:cNvPr>
          <ns0:cNvSpPr>
            <ns1:spLocks noGrp="1"/>
          </ns0:cNvSpPr>
          <ns0:nvPr>
            <ns0:ph type="pic" idx="97" hasCustomPrompt="1"/>
          </ns0:nvPr>
        </ns0:nvSpPr>
        <ns0:spPr>
          <ns1:xfrm>
            <ns1:off x="7007455" y="5607860"/>
            <ns1:ext cx="757237" cy="261937"/>
          </ns1:xfrm>
          <ns1:prstGeom prst="rect">
            <ns1:avLst/>
          </ns1:prstGeom>
          <ns1:blipFill>
            <ns1:blip ns3:embed="Rd3c857ce4e5a4688">
              <ns1:extLst>
                <ns1:ext uri="{96DAC541-7B7A-43D3-8B79-37D633B846F1}">
                  <ns4:svgBlip ns3:embed="R0ab5f21940d94d27"/>
                </ns1:ext>
              </ns1:extLst>
            </ns1:blip>
            <ns1:srcRect l="0" t="0" r="0" b="0"/>
            <ns1:stretch>
              <ns1:fillRect l="-44045" t="1" r="3190" b="682"/>
            </ns1:stretch>
          </ns1:blipFill>
        </ns0:spPr>
        <ns0:txBody>
          <ns1:bodyPr>
            <ns1:noAutofit/>
          </ns1:bodyPr>
          <ns1:lstStyle>
            <ns1:lvl1pPr>
              <ns1:buNone/>
              <ns1:defRPr sz="1600"/>
            </ns1:lvl1pPr>
          </ns1:lstStyle>
          <ns1:p>
            <ns1:r>
              <ns1:t> </ns1:t>
            </ns1:r>
          </ns1:p>
        </ns0:txBody>
      </ns0:sp>
      <ns0:sp>
        <ns0:nvSpPr>
          <ns0:cNvPr id="25" name="Рисунок 11">
            <ns1:extLst>
              <ns1:ext uri="{FF2B5EF4-FFF2-40B4-BE49-F238E27FC236}">
                <ns2:creationId id="{13C4D172-8B41-DC21-2BE8-CCDE095E01B7}"/>
              </ns1:ext>
            </ns1:extLst>
          </ns0:cNvPr>
          <ns0:cNvSpPr>
            <ns1:spLocks noGrp="1"/>
          </ns0:cNvSpPr>
          <ns0:nvPr>
            <ns0:ph type="pic" idx="98" hasCustomPrompt="1"/>
          </ns0:nvPr>
        </ns0:nvSpPr>
        <ns0:spPr>
          <ns1:xfrm>
            <ns1:off x="7007455" y="7903191"/>
            <ns1:ext cx="757237" cy="261937"/>
          </ns1:xfrm>
          <ns1:prstGeom prst="rect">
            <ns1:avLst/>
          </ns1:prstGeom>
          <ns1:blipFill>
            <ns1:blip ns3:embed="Rd3c857ce4e5a4688">
              <ns1:extLst>
                <ns1:ext uri="{96DAC541-7B7A-43D3-8B79-37D633B846F1}">
                  <ns4:svgBlip ns3:embed="R0ab5f21940d94d27"/>
                </ns1:ext>
              </ns1:extLst>
            </ns1:blip>
            <ns1:srcRect l="0" t="0" r="0" b="0"/>
            <ns1:stretch>
              <ns1:fillRect l="-44045" t="1" r="3190" b="682"/>
            </ns1:stretch>
          </ns1:blipFill>
        </ns0:spPr>
        <ns0:txBody>
          <ns1:bodyPr>
            <ns1:noAutofit/>
          </ns1:bodyPr>
          <ns1:lstStyle>
            <ns1:lvl1pPr>
              <ns1:buNone/>
              <ns1:defRPr sz="1600"/>
            </ns1:lvl1pPr>
          </ns1:lstStyle>
          <ns1:p>
            <ns1:r>
              <ns1:t> </ns1:t>
            </ns1:r>
          </ns1:p>
        </ns0:txBody>
      </ns0:sp>
      <ns0:sp>
        <ns0:nvSpPr>
          <ns0:cNvPr id="27" name="Рисунок 11">
            <ns1:extLst>
              <ns1:ext uri="{FF2B5EF4-FFF2-40B4-BE49-F238E27FC236}">
                <ns2:creationId id="{CDE32BDC-E656-2F76-0DB9-316C1BA88133}"/>
              </ns1:ext>
            </ns1:extLst>
          </ns0:cNvPr>
          <ns0:cNvSpPr>
            <ns1:spLocks noGrp="1"/>
          </ns0:cNvSpPr>
          <ns0:nvPr>
            <ns0:ph type="pic" idx="99" hasCustomPrompt="1"/>
          </ns0:nvPr>
        </ns0:nvSpPr>
        <ns0:spPr>
          <ns1:xfrm flipH="1">
            <ns1:off x="10516899" y="4497517"/>
            <ns1:ext cx="757237" cy="261937"/>
          </ns1:xfrm>
          <ns1:prstGeom prst="rect">
            <ns1:avLst/>
          </ns1:prstGeom>
          <ns1:blipFill>
            <ns1:blip ns3:embed="Rd3c857ce4e5a4688">
              <ns1:extLst>
                <ns1:ext uri="{96DAC541-7B7A-43D3-8B79-37D633B846F1}">
                  <ns4:svgBlip ns3:embed="R0ab5f21940d94d27"/>
                </ns1:ext>
              </ns1:extLst>
            </ns1:blip>
            <ns1:srcRect l="0" t="0" r="0" b="0"/>
            <ns1:stretch>
              <ns1:fillRect l="-44045" t="1" r="3190" b="682"/>
            </ns1:stretch>
          </ns1:blipFill>
        </ns0:spPr>
        <ns0:txBody>
          <ns1:bodyPr>
            <ns1:noAutofit/>
          </ns1:bodyPr>
          <ns1:lstStyle>
            <ns1:lvl1pPr>
              <ns1:buNone/>
              <ns1:defRPr sz="1600"/>
            </ns1:lvl1pPr>
          </ns1:lstStyle>
          <ns1:p>
            <ns1:r>
              <ns1:t> </ns1:t>
            </ns1:r>
          </ns1:p>
        </ns0:txBody>
      </ns0:sp>
      <ns0:sp>
        <ns0:nvSpPr>
          <ns0:cNvPr id="28" name="Рисунок 11">
            <ns1:extLst>
              <ns1:ext uri="{FF2B5EF4-FFF2-40B4-BE49-F238E27FC236}">
                <ns2:creationId id="{D5C3A82D-DA66-FCAC-E1F5-8FD3AF170B7E}"/>
              </ns1:ext>
            </ns1:extLst>
          </ns0:cNvPr>
          <ns0:cNvSpPr>
            <ns1:spLocks noGrp="1"/>
          </ns0:cNvSpPr>
          <ns0:nvPr>
            <ns0:ph type="pic" idx="100" hasCustomPrompt="1"/>
          </ns0:nvPr>
        </ns0:nvSpPr>
        <ns0:spPr>
          <ns1:xfrm flipH="1">
            <ns1:off x="10516899" y="7903191"/>
            <ns1:ext cx="757237" cy="261937"/>
          </ns1:xfrm>
          <ns1:prstGeom prst="rect">
            <ns1:avLst/>
          </ns1:prstGeom>
          <ns1:blipFill>
            <ns1:blip ns3:embed="Rd3c857ce4e5a4688">
              <ns1:extLst>
                <ns1:ext uri="{96DAC541-7B7A-43D3-8B79-37D633B846F1}">
                  <ns4:svgBlip ns3:embed="R0ab5f21940d94d27"/>
                </ns1:ext>
              </ns1:extLst>
            </ns1:blip>
            <ns1:srcRect l="0" t="0" r="0" b="0"/>
            <ns1:stretch>
              <ns1:fillRect l="-44045" t="1" r="3190" b="682"/>
            </ns1:stretch>
          </ns1:blipFill>
        </ns0:spPr>
        <ns0:txBody>
          <ns1:bodyPr>
            <ns1:noAutofit/>
          </ns1:bodyPr>
          <ns1:lstStyle>
            <ns1:lvl1pPr>
              <ns1:buNone/>
              <ns1:defRPr sz="1600"/>
            </ns1:lvl1pPr>
          </ns1:lstStyle>
          <ns1:p>
            <ns1:r>
              <ns1:t> </ns1:t>
            </ns1:r>
          </ns1:p>
        </ns0:txBody>
      </ns0:sp>
    </ns0:spTree>
  </ns0:cSld>
</ns0:sldLayout>
</file>

<file path=ppt/slideLayouts/slideLayout31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xmlns:ns4="http://schemas.microsoft.com/office/drawing/2014/main" preserve="1" userDrawn="1">
  <ns0:cSld name="Ноутбук и буллеты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pic>
        <ns0:nvPicPr>
          <ns0:cNvPr id="42" name="Rectangle 240649147"/>
          <ns0:cNvPicPr>
            <ns1:picLocks noChangeAspect="1"/>
          </ns0:cNvPicPr>
          <ns0:nvPr/>
        </ns0:nvPicPr>
        <ns0:blipFill>
          <ns1:blip ns2:embed="R868fdafd61434137">
            <ns1:extLst>
              <ns1:ext uri="{96DAC541-7B7A-43D3-8B79-37D633B846F1}">
                <ns3:svgBlip ns2:embed="Rf567ed771797455c"/>
              </ns1:ext>
            </ns1:extLst>
          </ns1:blip>
          <ns1:srcRect l="0" t="0" r="0" b="0"/>
          <ns1:stretch/>
        </ns0:blipFill>
        <ns0:spPr>
          <ns1:xfrm>
            <ns1:off x="10420350" y="0"/>
            <ns1:ext cx="7867650" cy="10287000"/>
          </ns1:xfrm>
          <ns1:prstGeom prst="rect">
            <ns1:avLst/>
          </ns1:prstGeom>
        </ns0:spPr>
      </ns0:pic>
      <ns0:pic>
        <ns0:nvPicPr>
          <ns0:cNvPr id="43" name="Device - Macbook Pro"/>
          <ns0:cNvPicPr>
            <ns1:picLocks noChangeAspect="1"/>
          </ns0:cNvPicPr>
          <ns0:nvPr/>
        </ns0:nvPicPr>
        <ns0:blipFill>
          <ns1:blip ns2:embed="R5eff586af21a49a4"/>
          <ns1:srcRect l="0" t="0" r="0" b="0"/>
          <ns1:stretch/>
        </ns0:blipFill>
        <ns0:spPr>
          <ns1:xfrm>
            <ns1:off x="8467791" y="2295525"/>
            <ns1:ext cx="9820209" cy="7419752"/>
          </ns1:xfrm>
          <ns1:prstGeom prst="rect">
            <ns1:avLst/>
          </ns1:prstGeom>
        </ns0:spPr>
      </ns0:pic>
      <ns0:sp>
        <ns0:nvSpPr>
          <ns0:cNvPr id="33" name="Заголовок 32">
            <ns1:extLst>
              <ns1:ext uri="{FF2B5EF4-FFF2-40B4-BE49-F238E27FC236}">
                <ns4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4" name="Текст 39">
            <ns1:extLst>
              <ns1:ext uri="{FF2B5EF4-FFF2-40B4-BE49-F238E27FC236}">
                <ns4:creationId id="{63FC1102-C8C6-9D39-F0A5-45EE29684D31}"/>
              </ns1:ext>
            </ns1:extLst>
          </ns0:cNvPr>
          <ns0:cNvSpPr>
            <ns1:spLocks noGrp="1"/>
          </ns0:cNvSpPr>
          <ns0:nvPr>
            <ns0:ph type="body" idx="39" hasCustomPrompt="1"/>
          </ns0:nvPr>
        </ns0:nvSpPr>
        <ns0:spPr>
          <ns1:xfrm>
            <ns1:off x="952500" y="2414965"/>
            <ns1:ext cx="2705101" cy="942842"/>
          </ns1:xfrm>
        </ns0:spPr>
        <ns0:txBody>
          <ns1:bodyPr anchor="ctr">
            <ns1:noAutofit/>
          </ns1:bodyPr>
          <ns1:lstStyle>
            <ns1:lvl1pPr>
              <ns1:buNone/>
              <ns1:defRPr sz="76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</ns1:t>
            </ns1:r>
          </ns1:p>
        </ns0:txBody>
      </ns0:sp>
      <ns0:sp>
        <ns0:nvSpPr>
          <ns0:cNvPr id="5" name="Текст 39">
            <ns1:extLst>
              <ns1:ext uri="{FF2B5EF4-FFF2-40B4-BE49-F238E27FC236}">
                <ns4:creationId id="{693D35E7-E918-993A-46B3-D3EEF2AA1910}"/>
              </ns1:ext>
            </ns1:extLst>
          </ns0:cNvPr>
          <ns0:cNvSpPr>
            <ns1:spLocks noGrp="1"/>
          </ns0:cNvSpPr>
          <ns0:nvPr>
            <ns0:ph type="body" idx="22" hasCustomPrompt="1"/>
          </ns0:nvPr>
        </ns0:nvSpPr>
        <ns0:spPr>
          <ns1:xfrm>
            <ns1:off x="952501" y="3457559"/>
            <ns1:ext cx="3123553" cy="1133062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17" name="Текст 39">
            <ns1:extLst>
              <ns1:ext uri="{FF2B5EF4-FFF2-40B4-BE49-F238E27FC236}">
                <ns4:creationId id="{808B7DBC-036B-3F5E-631B-939D09A8863E}"/>
              </ns1:ext>
            </ns1:extLst>
          </ns0:cNvPr>
          <ns0:cNvSpPr>
            <ns1:spLocks noGrp="1"/>
          </ns0:cNvSpPr>
          <ns0:nvPr>
            <ns0:ph type="body" idx="40" hasCustomPrompt="1"/>
          </ns0:nvPr>
        </ns0:nvSpPr>
        <ns0:spPr>
          <ns1:xfrm>
            <ns1:off x="4362128" y="2414965"/>
            <ns1:ext cx="2705101" cy="942842"/>
          </ns1:xfrm>
        </ns0:spPr>
        <ns0:txBody>
          <ns1:bodyPr anchor="ctr">
            <ns1:noAutofit/>
          </ns1:bodyPr>
          <ns1:lstStyle>
            <ns1:lvl1pPr>
              <ns1:buNone/>
              <ns1:defRPr sz="76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</ns1:t>
            </ns1:r>
          </ns1:p>
        </ns0:txBody>
      </ns0:sp>
      <ns0:sp>
        <ns0:nvSpPr>
          <ns0:cNvPr id="18" name="Текст 39">
            <ns1:extLst>
              <ns1:ext uri="{FF2B5EF4-FFF2-40B4-BE49-F238E27FC236}">
                <ns4:creationId id="{42D4BD33-18C3-419F-2F2A-F84A43C88E56}"/>
              </ns1:ext>
            </ns1:extLst>
          </ns0:cNvPr>
          <ns0:cNvSpPr>
            <ns1:spLocks noGrp="1"/>
          </ns0:cNvSpPr>
          <ns0:nvPr>
            <ns0:ph type="body" idx="41" hasCustomPrompt="1"/>
          </ns0:nvPr>
        </ns0:nvSpPr>
        <ns0:spPr>
          <ns1:xfrm>
            <ns1:off x="4362129" y="3457559"/>
            <ns1:ext cx="3123553" cy="1133062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19" name="Текст 39">
            <ns1:extLst>
              <ns1:ext uri="{FF2B5EF4-FFF2-40B4-BE49-F238E27FC236}">
                <ns4:creationId id="{12A9E4DC-4835-A6B5-8060-36A6E2DFB921}"/>
              </ns1:ext>
            </ns1:extLst>
          </ns0:cNvPr>
          <ns0:cNvSpPr>
            <ns1:spLocks noGrp="1"/>
          </ns0:cNvSpPr>
          <ns0:nvPr>
            <ns0:ph type="body" idx="42" hasCustomPrompt="1"/>
          </ns0:nvPr>
        </ns0:nvSpPr>
        <ns0:spPr>
          <ns1:xfrm>
            <ns1:off x="952500" y="4886538"/>
            <ns1:ext cx="2705101" cy="942842"/>
          </ns1:xfrm>
        </ns0:spPr>
        <ns0:txBody>
          <ns1:bodyPr anchor="ctr">
            <ns1:noAutofit/>
          </ns1:bodyPr>
          <ns1:lstStyle>
            <ns1:lvl1pPr>
              <ns1:buNone/>
              <ns1:defRPr sz="76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</ns1:t>
            </ns1:r>
          </ns1:p>
        </ns0:txBody>
      </ns0:sp>
      <ns0:sp>
        <ns0:nvSpPr>
          <ns0:cNvPr id="20" name="Текст 39">
            <ns1:extLst>
              <ns1:ext uri="{FF2B5EF4-FFF2-40B4-BE49-F238E27FC236}">
                <ns4:creationId id="{A4443161-3DD6-CE89-FD42-F62427B63D37}"/>
              </ns1:ext>
            </ns1:extLst>
          </ns0:cNvPr>
          <ns0:cNvSpPr>
            <ns1:spLocks noGrp="1"/>
          </ns0:cNvSpPr>
          <ns0:nvPr>
            <ns0:ph type="body" idx="43" hasCustomPrompt="1"/>
          </ns0:nvPr>
        </ns0:nvSpPr>
        <ns0:spPr>
          <ns1:xfrm>
            <ns1:off x="952501" y="5929132"/>
            <ns1:ext cx="3123553" cy="1133062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21" name="Текст 39">
            <ns1:extLst>
              <ns1:ext uri="{FF2B5EF4-FFF2-40B4-BE49-F238E27FC236}">
                <ns4:creationId id="{7E40912B-9273-15D5-D4C9-DDD8783B7819}"/>
              </ns1:ext>
            </ns1:extLst>
          </ns0:cNvPr>
          <ns0:cNvSpPr>
            <ns1:spLocks noGrp="1"/>
          </ns0:cNvSpPr>
          <ns0:nvPr>
            <ns0:ph type="body" idx="44" hasCustomPrompt="1"/>
          </ns0:nvPr>
        </ns0:nvSpPr>
        <ns0:spPr>
          <ns1:xfrm>
            <ns1:off x="4362128" y="4886538"/>
            <ns1:ext cx="2705101" cy="942842"/>
          </ns1:xfrm>
        </ns0:spPr>
        <ns0:txBody>
          <ns1:bodyPr anchor="ctr">
            <ns1:noAutofit/>
          </ns1:bodyPr>
          <ns1:lstStyle>
            <ns1:lvl1pPr>
              <ns1:buNone/>
              <ns1:defRPr sz="76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</ns1:t>
            </ns1:r>
          </ns1:p>
        </ns0:txBody>
      </ns0:sp>
      <ns0:sp>
        <ns0:nvSpPr>
          <ns0:cNvPr id="30" name="Текст 39">
            <ns1:extLst>
              <ns1:ext uri="{FF2B5EF4-FFF2-40B4-BE49-F238E27FC236}">
                <ns4:creationId id="{78D348EB-7492-13D7-87BA-7264D193600C}"/>
              </ns1:ext>
            </ns1:extLst>
          </ns0:cNvPr>
          <ns0:cNvSpPr>
            <ns1:spLocks noGrp="1"/>
          </ns0:cNvSpPr>
          <ns0:nvPr>
            <ns0:ph type="body" idx="45" hasCustomPrompt="1"/>
          </ns0:nvPr>
        </ns0:nvSpPr>
        <ns0:spPr>
          <ns1:xfrm>
            <ns1:off x="4362129" y="5929132"/>
            <ns1:ext cx="3123553" cy="1133062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31" name="Текст 39">
            <ns1:extLst>
              <ns1:ext uri="{FF2B5EF4-FFF2-40B4-BE49-F238E27FC236}">
                <ns4:creationId id="{4AB8FA78-99C8-8838-A142-527E6664B852}"/>
              </ns1:ext>
            </ns1:extLst>
          </ns0:cNvPr>
          <ns0:cNvSpPr>
            <ns1:spLocks noGrp="1"/>
          </ns0:cNvSpPr>
          <ns0:nvPr>
            <ns0:ph type="body" idx="46" hasCustomPrompt="1"/>
          </ns0:nvPr>
        </ns0:nvSpPr>
        <ns0:spPr>
          <ns1:xfrm>
            <ns1:off x="952500" y="7350770"/>
            <ns1:ext cx="2705101" cy="942842"/>
          </ns1:xfrm>
        </ns0:spPr>
        <ns0:txBody>
          <ns1:bodyPr anchor="ctr">
            <ns1:noAutofit/>
          </ns1:bodyPr>
          <ns1:lstStyle>
            <ns1:lvl1pPr>
              <ns1:buNone/>
              <ns1:defRPr sz="76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</ns1:t>
            </ns1:r>
          </ns1:p>
        </ns0:txBody>
      </ns0:sp>
      <ns0:sp>
        <ns0:nvSpPr>
          <ns0:cNvPr id="34" name="Текст 39">
            <ns1:extLst>
              <ns1:ext uri="{FF2B5EF4-FFF2-40B4-BE49-F238E27FC236}">
                <ns4:creationId id="{01B714A4-F7D2-2DAC-A6B2-87FD2BC5D2A6}"/>
              </ns1:ext>
            </ns1:extLst>
          </ns0:cNvPr>
          <ns0:cNvSpPr>
            <ns1:spLocks noGrp="1"/>
          </ns0:cNvSpPr>
          <ns0:nvPr>
            <ns0:ph type="body" idx="47" hasCustomPrompt="1"/>
          </ns0:nvPr>
        </ns0:nvSpPr>
        <ns0:spPr>
          <ns1:xfrm>
            <ns1:off x="952501" y="8393364"/>
            <ns1:ext cx="3123553" cy="1133062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35" name="Текст 39">
            <ns1:extLst>
              <ns1:ext uri="{FF2B5EF4-FFF2-40B4-BE49-F238E27FC236}">
                <ns4:creationId id="{62A1CB22-FBE3-E6E8-FBC7-9E6C6BF03DC8}"/>
              </ns1:ext>
            </ns1:extLst>
          </ns0:cNvPr>
          <ns0:cNvSpPr>
            <ns1:spLocks noGrp="1"/>
          </ns0:cNvSpPr>
          <ns0:nvPr>
            <ns0:ph type="body" idx="48" hasCustomPrompt="1"/>
          </ns0:nvPr>
        </ns0:nvSpPr>
        <ns0:spPr>
          <ns1:xfrm>
            <ns1:off x="4362128" y="7350770"/>
            <ns1:ext cx="2705101" cy="942842"/>
          </ns1:xfrm>
        </ns0:spPr>
        <ns0:txBody>
          <ns1:bodyPr anchor="ctr">
            <ns1:noAutofit/>
          </ns1:bodyPr>
          <ns1:lstStyle>
            <ns1:lvl1pPr>
              <ns1:buNone/>
              <ns1:defRPr sz="76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</ns1:t>
            </ns1:r>
          </ns1:p>
        </ns0:txBody>
      </ns0:sp>
      <ns0:sp>
        <ns0:nvSpPr>
          <ns0:cNvPr id="36" name="Текст 39">
            <ns1:extLst>
              <ns1:ext uri="{FF2B5EF4-FFF2-40B4-BE49-F238E27FC236}">
                <ns4:creationId id="{442EB661-BFE6-1D0E-A1F6-8AECB563AE5F}"/>
              </ns1:ext>
            </ns1:extLst>
          </ns0:cNvPr>
          <ns0:cNvSpPr>
            <ns1:spLocks noGrp="1"/>
          </ns0:cNvSpPr>
          <ns0:nvPr>
            <ns0:ph type="body" idx="49" hasCustomPrompt="1"/>
          </ns0:nvPr>
        </ns0:nvSpPr>
        <ns0:spPr>
          <ns1:xfrm>
            <ns1:off x="4362129" y="8393364"/>
            <ns1:ext cx="3123553" cy="1133062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39" name="Рисунок 6">
            <ns1:extLst>
              <ns1:ext uri="{FF2B5EF4-FFF2-40B4-BE49-F238E27FC236}">
                <ns4:creationId id="{9ABDD08B-5B88-A9D4-F7FB-C8A705488566}"/>
              </ns1:ext>
            </ns1:extLst>
          </ns0:cNvPr>
          <ns0:cNvSpPr>
            <ns1:spLocks noGrp="1"/>
          </ns0:cNvSpPr>
          <ns0:nvPr>
            <ns0:ph type="pic" idx="14" hasCustomPrompt="1"/>
          </ns0:nvPr>
        </ns0:nvSpPr>
        <ns0:spPr>
          <ns1:xfrm>
            <ns1:off x="9874816" y="2657062"/>
            <ns1:ext cx="9079611" cy="5607908"/>
          </ns1:xfrm>
          <ns1:prstGeom prst="rect">
            <ns1:avLst/>
          </ns1:prstGeom>
          <ns1:solidFill>
            <ns1:schemeClr val="bg2">
              <ns1:lumMod val="90000"/>
            </ns1:schemeClr>
          </ns1:solidFill>
        </ns0:spPr>
        <ns0:txBody>
          <ns1:bodyPr/>
          <ns1:lstStyle>
            <ns1:lvl1pPr marL="0" indent="0">
              <ns1:buNone/>
              <ns1:defRPr/>
            </ns1:lvl1pPr>
          </ns1:lstStyle>
          <ns1:p>
            <ns1:r>
              <ns1:t> </ns1:t>
            </ns1:r>
          </ns1:p>
        </ns0:txBody>
      </ns0:sp>
      <ns0:sp>
        <ns0:nvSpPr>
          <ns0:cNvPr id="3" name="Рисунок 3">
            <ns1:extLst>
              <ns1:ext uri="{FF2B5EF4-FFF2-40B4-BE49-F238E27FC236}">
                <ns4:creationId id="{C0C25FBA-EBBC-2B84-8F6A-0506E63647FA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8" name="Текст 16">
            <ns1:extLst>
              <ns1:ext uri="{FF2B5EF4-FFF2-40B4-BE49-F238E27FC236}">
                <ns4:creationId id="{0B396F92-FD4B-19E8-5AEB-874D43213D67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2:embed="R31ba5de26dc54285">
              <ns1:extLst>
                <ns1:ext uri="{96DAC541-7B7A-43D3-8B79-37D633B846F1}">
                  <ns3:svgBlip ns2:embed="Rf999ddb9a18d40d2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1" name="Текст 16">
            <ns1:extLst>
              <ns1:ext uri="{FF2B5EF4-FFF2-40B4-BE49-F238E27FC236}">
                <ns4:creationId id="{CAD0C298-5DB2-D090-BFD0-C421D7C96180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2:embed="R3e9f66287b11481a">
              <ns1:extLst>
                <ns1:ext uri="{96DAC541-7B7A-43D3-8B79-37D633B846F1}">
                  <ns3:svgBlip ns2:embed="R75fecd3e0c3b4a76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32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 xmlns:ns4="http://schemas.microsoft.com/office/drawing/2016/SVG/main" preserve="1" userDrawn="1">
  <ns0:cSld name="Ноутбук и 3 буллета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pic>
        <ns0:nvPicPr>
          <ns0:cNvPr id="41" name="Device - Macbook Pro"/>
          <ns0:cNvPicPr>
            <ns1:picLocks noChangeAspect="1"/>
          </ns0:cNvPicPr>
          <ns0:nvPr/>
        </ns0:nvPicPr>
        <ns0:blipFill>
          <ns1:blip ns2:embed="R0e53a070e5ee43a5"/>
          <ns1:srcRect l="0" t="0" r="0" b="0"/>
          <ns1:stretch/>
        </ns0:blipFill>
        <ns0:spPr>
          <ns1:xfrm>
            <ns1:off x="0" y="2343150"/>
            <ns1:ext cx="11563415" cy="7419752"/>
          </ns1:xfrm>
          <ns1:prstGeom prst="rect">
            <ns1:avLst/>
          </ns1:prstGeom>
        </ns0:spPr>
      </ns0:pic>
      <ns0:sp>
        <ns0:nvSpPr>
          <ns0:cNvPr id="33" name="Заголовок 32">
            <ns1:extLst>
              <ns1:ext uri="{FF2B5EF4-FFF2-40B4-BE49-F238E27FC236}">
                <ns3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39" name="Рисунок 6">
            <ns1:extLst>
              <ns1:ext uri="{FF2B5EF4-FFF2-40B4-BE49-F238E27FC236}">
                <ns3:creationId id="{9ABDD08B-5B88-A9D4-F7FB-C8A705488566}"/>
              </ns1:ext>
            </ns1:extLst>
          </ns0:cNvPr>
          <ns0:cNvSpPr>
            <ns1:spLocks noGrp="1"/>
          </ns0:cNvSpPr>
          <ns0:nvPr>
            <ns0:ph type="pic" idx="14" hasCustomPrompt="1"/>
          </ns0:nvPr>
        </ns0:nvSpPr>
        <ns0:spPr>
          <ns1:xfrm>
            <ns1:off x="1179909" y="2696705"/>
            <ns1:ext cx="9002477" cy="5625885"/>
          </ns1:xfrm>
          <ns1:prstGeom prst="rect">
            <ns1:avLst/>
          </ns1:prstGeom>
          <ns1:solidFill>
            <ns1:schemeClr val="bg2">
              <ns1:lumMod val="90000"/>
            </ns1:schemeClr>
          </ns1:solidFill>
        </ns0:spPr>
        <ns0:txBody>
          <ns1:bodyPr/>
          <ns1:lstStyle>
            <ns1:lvl1pPr marL="0" indent="0">
              <ns1:buNone/>
              <ns1:defRPr/>
            </ns1:lvl1pPr>
          </ns1:lstStyle>
          <ns1:p>
            <ns1:r>
              <ns1:t> </ns1:t>
            </ns1:r>
          </ns1:p>
        </ns0:txBody>
      </ns0:sp>
      <ns0:sp>
        <ns0:nvSpPr>
          <ns0:cNvPr id="15" name="Текст 39">
            <ns1:extLst>
              <ns1:ext uri="{FF2B5EF4-FFF2-40B4-BE49-F238E27FC236}">
                <ns3:creationId id="{53DCDF61-6F11-50E8-B2CD-A5F24B7A76F4}"/>
              </ns1:ext>
            </ns1:extLst>
          </ns0:cNvPr>
          <ns0:cNvSpPr>
            <ns1:spLocks noGrp="1"/>
          </ns0:cNvSpPr>
          <ns0:nvPr>
            <ns0:ph type="body" idx="61" hasCustomPrompt="1"/>
          </ns0:nvPr>
        </ns0:nvSpPr>
        <ns0:spPr>
          <ns1:xfrm>
            <ns1:off x="13340226" y="3147377"/>
            <ns1:ext cx="4010025" cy="1190625"/>
          </ns1:xfrm>
        </ns0:spPr>
        <ns0:txBody>
          <ns1:bodyPr>
            <ns1:noAutofit/>
          </ns1:bodyPr>
          <ns1:lstStyle>
            <ns1:lvl1pPr algn="l"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16" name="Рисунок 19">
            <ns1:extLst>
              <ns1:ext uri="{FF2B5EF4-FFF2-40B4-BE49-F238E27FC236}">
                <ns3:creationId id="{390DC40D-83A2-25F7-79DA-EACA5F8962BD}"/>
              </ns1:ext>
            </ns1:extLst>
          </ns0:cNvPr>
          <ns0:cNvSpPr>
            <ns1:spLocks noGrp="1"/>
          </ns0:cNvSpPr>
          <ns0:nvPr>
            <ns0:ph type="pic" idx="62" hasCustomPrompt="1"/>
          </ns0:nvPr>
        </ns0:nvSpPr>
        <ns0:spPr>
          <ns1:xfrm>
            <ns1:off x="11940051" y="3147378"/>
            <ns1:ext cx="1190624" cy="1190625"/>
          </ns1:xfrm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22" name="Текст 39">
            <ns1:extLst>
              <ns1:ext uri="{FF2B5EF4-FFF2-40B4-BE49-F238E27FC236}">
                <ns3:creationId id="{611C85A3-E21A-A58E-743B-1487C138B0E5}"/>
              </ns1:ext>
            </ns1:extLst>
          </ns0:cNvPr>
          <ns0:cNvSpPr>
            <ns1:spLocks noGrp="1"/>
          </ns0:cNvSpPr>
          <ns0:nvPr>
            <ns0:ph type="body" idx="63" hasCustomPrompt="1"/>
          </ns0:nvPr>
        </ns0:nvSpPr>
        <ns0:spPr>
          <ns1:xfrm>
            <ns1:off x="13340226" y="4697207"/>
            <ns1:ext cx="4010025" cy="1190625"/>
          </ns1:xfrm>
        </ns0:spPr>
        <ns0:txBody>
          <ns1:bodyPr>
            <ns1:noAutofit/>
          </ns1:bodyPr>
          <ns1:lstStyle>
            <ns1:lvl1pPr algn="l"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23" name="Рисунок 19">
            <ns1:extLst>
              <ns1:ext uri="{FF2B5EF4-FFF2-40B4-BE49-F238E27FC236}">
                <ns3:creationId id="{E8187277-FB6D-6FB6-0F7A-AFFA54D1F5A1}"/>
              </ns1:ext>
            </ns1:extLst>
          </ns0:cNvPr>
          <ns0:cNvSpPr>
            <ns1:spLocks noGrp="1"/>
          </ns0:cNvSpPr>
          <ns0:nvPr>
            <ns0:ph type="pic" idx="64" hasCustomPrompt="1"/>
          </ns0:nvPr>
        </ns0:nvSpPr>
        <ns0:spPr>
          <ns1:xfrm>
            <ns1:off x="11940051" y="4697208"/>
            <ns1:ext cx="1190624" cy="1190625"/>
          </ns1:xfrm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24" name="Текст 39">
            <ns1:extLst>
              <ns1:ext uri="{FF2B5EF4-FFF2-40B4-BE49-F238E27FC236}">
                <ns3:creationId id="{BCC8314F-2893-6EE3-E505-184090F1C1EE}"/>
              </ns1:ext>
            </ns1:extLst>
          </ns0:cNvPr>
          <ns0:cNvSpPr>
            <ns1:spLocks noGrp="1"/>
          </ns0:cNvSpPr>
          <ns0:nvPr>
            <ns0:ph type="body" idx="65" hasCustomPrompt="1"/>
          </ns0:nvPr>
        </ns0:nvSpPr>
        <ns0:spPr>
          <ns1:xfrm>
            <ns1:off x="13340226" y="6247037"/>
            <ns1:ext cx="4010025" cy="1190625"/>
          </ns1:xfrm>
        </ns0:spPr>
        <ns0:txBody>
          <ns1:bodyPr>
            <ns1:noAutofit/>
          </ns1:bodyPr>
          <ns1:lstStyle>
            <ns1:lvl1pPr algn="l"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25" name="Рисунок 19">
            <ns1:extLst>
              <ns1:ext uri="{FF2B5EF4-FFF2-40B4-BE49-F238E27FC236}">
                <ns3:creationId id="{BAF2A1B9-CF73-F548-0D0D-B5E0AEF54369}"/>
              </ns1:ext>
            </ns1:extLst>
          </ns0:cNvPr>
          <ns0:cNvSpPr>
            <ns1:spLocks noGrp="1"/>
          </ns0:cNvSpPr>
          <ns0:nvPr>
            <ns0:ph type="pic" idx="66" hasCustomPrompt="1"/>
          </ns0:nvPr>
        </ns0:nvSpPr>
        <ns0:spPr>
          <ns1:xfrm>
            <ns1:off x="11940051" y="6247038"/>
            <ns1:ext cx="1190624" cy="1190625"/>
          </ns1:xfrm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4" name="Рисунок 3">
            <ns1:extLst>
              <ns1:ext uri="{FF2B5EF4-FFF2-40B4-BE49-F238E27FC236}">
                <ns3:creationId id="{0930284C-323D-08C8-3C9A-991C372717B8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5" name="Текст 16">
            <ns1:extLst>
              <ns1:ext uri="{FF2B5EF4-FFF2-40B4-BE49-F238E27FC236}">
                <ns3:creationId id="{2CF2A941-75A8-5A57-FFE2-C04C4E7179C4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2:embed="Rcdd0ae295d744048">
              <ns1:extLst>
                <ns1:ext uri="{96DAC541-7B7A-43D3-8B79-37D633B846F1}">
                  <ns4:svgBlip ns2:embed="R88a4219c8e544297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8" name="Текст 16">
            <ns1:extLst>
              <ns1:ext uri="{FF2B5EF4-FFF2-40B4-BE49-F238E27FC236}">
                <ns3:creationId id="{9C99B622-4FDC-144E-BA42-A2D881CBB336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2:embed="R4d31f430fb1c49c4">
              <ns1:extLst>
                <ns1:ext uri="{96DAC541-7B7A-43D3-8B79-37D633B846F1}">
                  <ns4:svgBlip ns2:embed="R7e5ec474b08c43ea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33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Мокапы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" name="Рисунок 11">
            <ns1:extLst>
              <ns1:ext uri="{FF2B5EF4-FFF2-40B4-BE49-F238E27FC236}">
                <ns2:creationId id="{DA83382C-5611-640A-409D-17C70AEA2697}"/>
              </ns1:ext>
            </ns1:extLst>
          </ns0:cNvPr>
          <ns0:cNvSpPr>
            <ns1:spLocks noGrp="1"/>
          </ns0:cNvSpPr>
          <ns0:nvPr>
            <ns0:ph type="pic" idx="37" hasCustomPrompt="1"/>
          </ns0:nvPr>
        </ns0:nvSpPr>
        <ns0:spPr>
          <ns1:xfrm>
            <ns1:off x="9928226" y="6743701"/>
            <ns1:ext cx="3543300" cy="2438400"/>
          </ns1:xfrm>
          <ns1:prstGeom prst="roundRect">
            <ns1:avLst>
              <ns1:gd name="adj" fmla="val 11553"/>
            </ns1:avLst>
          </ns1:prstGeom>
          <ns1:solidFill>
            <ns1:srgbClr val="EA0B4C"/>
          </ns1:solidFill>
          <ns1:ln>
            <ns1:solidFill>
              <ns1:schemeClr val="accent1"/>
            </ns1:solidFill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32" name="Рисунок 19">
            <ns1:extLst>
              <ns1:ext uri="{FF2B5EF4-FFF2-40B4-BE49-F238E27FC236}">
                <ns2:creationId id="{05D2AEB1-023F-25E1-DA9C-DD6774ED1020}"/>
              </ns1:ext>
            </ns1:extLst>
          </ns0:cNvPr>
          <ns0:cNvSpPr>
            <ns1:spLocks noGrp="1"/>
          </ns0:cNvSpPr>
          <ns0:nvPr>
            <ns0:ph type="pic" idx="67" hasCustomPrompt="1"/>
          </ns0:nvPr>
        </ns0:nvSpPr>
        <ns0:spPr>
          <ns1:xfrm>
            <ns1:off x="9928225" y="49153"/>
            <ns1:ext cx="3543300" cy="6525409"/>
          </ns1:xfrm>
          <ns1:prstGeom prst="roundRect">
            <ns1:avLst>
              <ns1:gd name="adj" fmla="val 8240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 algn="l"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43" name="Рисунок 19">
            <ns1:extLst>
              <ns1:ext uri="{FF2B5EF4-FFF2-40B4-BE49-F238E27FC236}">
                <ns2:creationId id="{FA69BF65-91EE-2929-D2ED-1038EBB45BDA}"/>
              </ns1:ext>
            </ns1:extLst>
          </ns0:cNvPr>
          <ns0:cNvSpPr>
            <ns1:spLocks noGrp="1"/>
          </ns0:cNvSpPr>
          <ns0:nvPr>
            <ns0:ph type="pic" idx="71" hasCustomPrompt="1"/>
          </ns0:nvPr>
        </ns0:nvSpPr>
        <ns0:spPr>
          <ns1:xfrm>
            <ns1:off x="13858489" y="2698140"/>
            <ns1:ext cx="3543300" cy="6525409"/>
          </ns1:xfrm>
          <ns1:prstGeom prst="roundRect">
            <ns1:avLst>
              <ns1:gd name="adj" fmla="val 7714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 algn="l"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8588761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20" name="Текст 39">
            <ns1:extLst>
              <ns1:ext uri="{FF2B5EF4-FFF2-40B4-BE49-F238E27FC236}">
                <ns2:creationId id="{362F2390-E1EE-F809-6B89-A4A2C570B8DB}"/>
              </ns1:ext>
            </ns1:extLst>
          </ns0:cNvPr>
          <ns0:cNvSpPr>
            <ns1:spLocks noGrp="1"/>
          </ns0:cNvSpPr>
          <ns0:nvPr>
            <ns0:ph type="body" idx="60" hasCustomPrompt="1"/>
          </ns0:nvPr>
        </ns0:nvSpPr>
        <ns0:spPr>
          <ns1:xfrm>
            <ns1:off x="952500" y="6518579"/>
            <ns1:ext cx="3634998" cy="961807"/>
          </ns1:xfrm>
        </ns0:spPr>
        <ns0:txBody>
          <ns1:bodyPr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  <ns1:br/>
            <ns1:r>
              <ns1:t>максимум</ns1:t>
            </ns1:r>
            <ns1:br/>
            <ns1:r>
              <ns1:t>в 3 строки</ns1:t>
            </ns1:r>
          </ns1:p>
        </ns0:txBody>
      </ns0:sp>
      <ns0:sp>
        <ns0:nvSpPr>
          <ns0:cNvPr id="21" name="Текст 39">
            <ns1:extLst>
              <ns1:ext uri="{FF2B5EF4-FFF2-40B4-BE49-F238E27FC236}">
                <ns2:creationId id="{36556FD7-3626-723B-3649-D0C412BBBFE1}"/>
              </ns1:ext>
            </ns1:extLst>
          </ns0:cNvPr>
          <ns0:cNvSpPr>
            <ns1:spLocks noGrp="1"/>
          </ns0:cNvSpPr>
          <ns0:nvPr>
            <ns0:ph type="body" idx="61" hasCustomPrompt="1"/>
          </ns0:nvPr>
        </ns0:nvSpPr>
        <ns0:spPr>
          <ns1:xfrm>
            <ns1:off x="952500" y="7564600"/>
            <ns1:ext cx="3634998" cy="1147061"/>
          </ns1:xfrm>
        </ns0:spPr>
        <ns0:txBody>
          <ns1:bodyPr>
            <ns1:noAutofit/>
          </ns1:bodyPr>
          <ns1:lstStyle>
            <ns1:lvl1pPr algn="l"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26" name="Рисунок 19">
            <ns1:extLst>
              <ns1:ext uri="{FF2B5EF4-FFF2-40B4-BE49-F238E27FC236}">
                <ns2:creationId id="{25FAFD30-1660-DBC3-FF62-5B23337E960F}"/>
              </ns1:ext>
            </ns1:extLst>
          </ns0:cNvPr>
          <ns0:cNvSpPr>
            <ns1:spLocks noGrp="1"/>
          </ns0:cNvSpPr>
          <ns0:nvPr>
            <ns0:ph type="pic" idx="62" hasCustomPrompt="1"/>
          </ns0:nvPr>
        </ns0:nvSpPr>
        <ns0:spPr>
          <ns1:xfrm>
            <ns1:off x="952500" y="5271038"/>
            <ns1:ext cx="1148361" cy="1148361"/>
          </ns1:xfrm>
        </ns0:spPr>
        <ns0:txBody>
          <ns1:bodyPr>
            <ns1:normAutofit/>
          </ns1:bodyPr>
          <ns1:lstStyle>
            <ns1:lvl1pPr algn="l"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27" name="Текст 39">
            <ns1:extLst>
              <ns1:ext uri="{FF2B5EF4-FFF2-40B4-BE49-F238E27FC236}">
                <ns2:creationId id="{EE85A218-E785-5E8F-8EA3-9F85FE6E6F4F}"/>
              </ns1:ext>
            </ns1:extLst>
          </ns0:cNvPr>
          <ns0:cNvSpPr>
            <ns1:spLocks noGrp="1"/>
          </ns0:cNvSpPr>
          <ns0:nvPr>
            <ns0:ph type="body" idx="63" hasCustomPrompt="1"/>
          </ns0:nvPr>
        </ns0:nvSpPr>
        <ns0:spPr>
          <ns1:xfrm>
            <ns1:off x="5042586" y="6518579"/>
            <ns1:ext cx="3634998" cy="961807"/>
          </ns1:xfrm>
        </ns0:spPr>
        <ns0:txBody>
          <ns1:bodyPr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  <ns1:br/>
            <ns1:r>
              <ns1:t>максимум</ns1:t>
            </ns1:r>
            <ns1:br/>
            <ns1:r>
              <ns1:t>в 3 строки</ns1:t>
            </ns1:r>
          </ns1:p>
        </ns0:txBody>
      </ns0:sp>
      <ns0:sp>
        <ns0:nvSpPr>
          <ns0:cNvPr id="28" name="Текст 39">
            <ns1:extLst>
              <ns1:ext uri="{FF2B5EF4-FFF2-40B4-BE49-F238E27FC236}">
                <ns2:creationId id="{2D2096AA-A7BC-C77E-D489-0C5B608E94B2}"/>
              </ns1:ext>
            </ns1:extLst>
          </ns0:cNvPr>
          <ns0:cNvSpPr>
            <ns1:spLocks noGrp="1"/>
          </ns0:cNvSpPr>
          <ns0:nvPr>
            <ns0:ph type="body" idx="64" hasCustomPrompt="1"/>
          </ns0:nvPr>
        </ns0:nvSpPr>
        <ns0:spPr>
          <ns1:xfrm>
            <ns1:off x="5042586" y="7564600"/>
            <ns1:ext cx="3634998" cy="1147061"/>
          </ns1:xfrm>
        </ns0:spPr>
        <ns0:txBody>
          <ns1:bodyPr>
            <ns1:noAutofit/>
          </ns1:bodyPr>
          <ns1:lstStyle>
            <ns1:lvl1pPr algn="l"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29" name="Рисунок 19">
            <ns1:extLst>
              <ns1:ext uri="{FF2B5EF4-FFF2-40B4-BE49-F238E27FC236}">
                <ns2:creationId id="{87FCDB08-7F88-04DA-D290-99E8C9DBFD7F}"/>
              </ns1:ext>
            </ns1:extLst>
          </ns0:cNvPr>
          <ns0:cNvSpPr>
            <ns1:spLocks noGrp="1"/>
          </ns0:cNvSpPr>
          <ns0:nvPr>
            <ns0:ph type="pic" idx="65" hasCustomPrompt="1"/>
          </ns0:nvPr>
        </ns0:nvSpPr>
        <ns0:spPr>
          <ns1:xfrm>
            <ns1:off x="5042586" y="5271038"/>
            <ns1:ext cx="1148361" cy="1148361"/>
          </ns1:xfrm>
        </ns0:spPr>
        <ns0:txBody>
          <ns1:bodyPr>
            <ns1:normAutofit/>
          </ns1:bodyPr>
          <ns1:lstStyle>
            <ns1:lvl1pPr algn="l"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30" name="Текст 39">
            <ns1:extLst>
              <ns1:ext uri="{FF2B5EF4-FFF2-40B4-BE49-F238E27FC236}">
                <ns2:creationId id="{329FE672-FC7D-F3F8-A104-8D9A21048DA8}"/>
              </ns1:ext>
            </ns1:extLst>
          </ns0:cNvPr>
          <ns0:cNvSpPr>
            <ns1:spLocks noGrp="1"/>
          </ns0:cNvSpPr>
          <ns0:nvPr>
            <ns0:ph type="body" idx="11" hasCustomPrompt="1"/>
          </ns0:nvPr>
        </ns0:nvSpPr>
        <ns0:spPr>
          <ns1:xfrm>
            <ns1:off x="952500" y="2886074"/>
            <ns1:ext cx="7953376" cy="1920703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 Разместите свой текст здесь. Текст может быть в несколько строк</ns1:t>
            </ns1:r>
          </ns1:p>
        </ns0:txBody>
      </ns0:sp>
      <ns0:sp>
        <ns0:nvSpPr>
          <ns0:cNvPr id="31" name="Текст 39">
            <ns1:extLst>
              <ns1:ext uri="{FF2B5EF4-FFF2-40B4-BE49-F238E27FC236}">
                <ns2:creationId id="{D7AF7B17-1336-4D95-09C3-74B69FB4BDEE}"/>
              </ns1:ext>
            </ns1:extLst>
          </ns0:cNvPr>
          <ns0:cNvSpPr>
            <ns1:spLocks noGrp="1"/>
          </ns0:cNvSpPr>
          <ns0:nvPr>
            <ns0:ph type="body" idx="66" hasCustomPrompt="1"/>
          </ns0:nvPr>
        </ns0:nvSpPr>
        <ns0:spPr>
          <ns1:xfrm>
            <ns1:off x="952500" y="2366708"/>
            <ns1:ext cx="7953376" cy="482295"/>
          </ns1:xfrm>
        </ns0:spPr>
        <ns0:txBody>
          <ns1:bodyPr>
            <ns1:noAutofit/>
          </ns1:bodyPr>
          <ns1:lstStyle>
            <ns1:lvl1pPr algn="l"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36" name="Текст 39">
            <ns1:extLst>
              <ns1:ext uri="{FF2B5EF4-FFF2-40B4-BE49-F238E27FC236}">
                <ns2:creationId id="{D0440EE8-9C28-BB22-1F37-041E0DAD4255}"/>
              </ns1:ext>
            </ns1:extLst>
          </ns0:cNvPr>
          <ns0:cNvSpPr>
            <ns1:spLocks noGrp="1"/>
          </ns0:cNvSpPr>
          <ns0:nvPr>
            <ns0:ph type="body" idx="69" hasCustomPrompt="1"/>
          </ns0:nvPr>
        </ns0:nvSpPr>
        <ns0:spPr>
          <ns1:xfrm>
            <ns1:off x="10233025" y="8036789"/>
            <ns1:ext cx="2933700" cy="752723"/>
          </ns1:xfrm>
        </ns0:spPr>
        <ns0:txBody>
          <ns1:bodyPr>
            <ns1:noAutofit/>
          </ns1:bodyPr>
          <ns1:lstStyle>
            <ns1:lvl1pPr algn="l">
              <ns1:buNone/>
              <ns1:defRPr sz="15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Максимум в 2-3 строки</ns1:t>
            </ns1:r>
          </ns1:p>
        </ns0:txBody>
      </ns0:sp>
      <ns0:sp>
        <ns0:nvSpPr>
          <ns0:cNvPr id="37" name="Текст 39">
            <ns1:extLst>
              <ns1:ext uri="{FF2B5EF4-FFF2-40B4-BE49-F238E27FC236}">
                <ns2:creationId id="{56F4E8B9-08D3-3328-BFD5-3096C5B1FF5E}"/>
              </ns1:ext>
            </ns1:extLst>
          </ns0:cNvPr>
          <ns0:cNvSpPr>
            <ns1:spLocks noGrp="1"/>
          </ns0:cNvSpPr>
          <ns0:nvPr>
            <ns0:ph type="body" idx="70" hasCustomPrompt="1"/>
          </ns0:nvPr>
        </ns0:nvSpPr>
        <ns0:spPr>
          <ns1:xfrm>
            <ns1:off x="10233025" y="7191557"/>
            <ns1:ext cx="2933700" cy="752723"/>
          </ns1:xfrm>
        </ns0:spPr>
        <ns0:txBody>
          <ns1:bodyPr anchor="ctr">
            <ns1:noAutofit/>
          </ns1:bodyPr>
          <ns1:lstStyle>
            <ns1:lvl1pPr algn="l">
              <ns1:buNone/>
              <ns1:defRPr sz="48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109 млн</ns1:t>
            </ns1:r>
          </ns1:p>
        </ns0:txBody>
      </ns0:sp>
      <ns0:sp>
        <ns0:nvSpPr>
          <ns0:cNvPr id="5" name="Текст 16">
            <ns1:extLst>
              <ns1:ext uri="{FF2B5EF4-FFF2-40B4-BE49-F238E27FC236}">
                <ns2:creationId id="{046D7BEA-E13D-9A7A-3E1E-7723B25C8BC5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6dab72fee1f942f0">
              <ns1:extLst>
                <ns1:ext uri="{96DAC541-7B7A-43D3-8B79-37D633B846F1}">
                  <ns4:svgBlip ns3:embed="Re548056705e84235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6" name="Текст 16">
            <ns1:extLst>
              <ns1:ext uri="{FF2B5EF4-FFF2-40B4-BE49-F238E27FC236}">
                <ns2:creationId id="{07E0C70B-6AAC-6B9E-AC1F-40046D9A06B7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e365e634e2e2498b">
              <ns1:extLst>
                <ns1:ext uri="{96DAC541-7B7A-43D3-8B79-37D633B846F1}">
                  <ns4:svgBlip ns3:embed="R135df6dc70644a05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34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3 цифры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40" name="Текст 39">
            <ns1:extLst>
              <ns1:ext uri="{FF2B5EF4-FFF2-40B4-BE49-F238E27FC236}">
                <ns2:creationId id="{CB25F473-D73D-9900-E6F1-3D7C8865ED59}"/>
              </ns1:ext>
            </ns1:extLst>
          </ns0:cNvPr>
          <ns0:cNvSpPr>
            <ns1:spLocks noGrp="1"/>
          </ns0:cNvSpPr>
          <ns0:nvPr>
            <ns0:ph type="body" idx="11" hasCustomPrompt="1"/>
          </ns0:nvPr>
        </ns0:nvSpPr>
        <ns0:spPr>
          <ns1:xfrm>
            <ns1:off x="952499" y="2383155"/>
            <ns1:ext cx="12339431" cy="757610"/>
          </ns1:xfrm>
        </ns0:spPr>
        <ns0:txBody>
          <ns1:bodyPr>
            <ns1:noAutofit/>
          </ns1:bodyPr>
          <ns1:lstStyle>
            <ns1:lvl1pPr>
              <ns1:buNone/>
              <ns1:defRPr sz="20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 Разместите свой текст здесь. Текст может быть в несколько строк</ns1:t>
            </ns1:r>
          </ns1:p>
        </ns0:txBody>
      </ns0:sp>
      <ns0:sp>
        <ns0:nvSpPr>
          <ns0:cNvPr id="29" name="Текст 39">
            <ns1:extLst>
              <ns1:ext uri="{FF2B5EF4-FFF2-40B4-BE49-F238E27FC236}">
                <ns2:creationId id="{8569A155-D24B-4FB4-6A61-88584A3FD0C7}"/>
              </ns1:ext>
            </ns1:extLst>
          </ns0:cNvPr>
          <ns0:cNvSpPr>
            <ns1:spLocks noGrp="1"/>
          </ns0:cNvSpPr>
          <ns0:nvPr>
            <ns0:ph type="body" idx="14" hasCustomPrompt="1"/>
          </ns0:nvPr>
        </ns0:nvSpPr>
        <ns0:spPr>
          <ns1:xfrm>
            <ns1:off x="952500" y="5143500"/>
            <ns1:ext cx="2705101" cy="1622314"/>
          </ns1:xfrm>
        </ns0:spPr>
        <ns0:txBody>
          <ns1:bodyPr anchor="ctr">
            <ns1:noAutofit/>
          </ns1:bodyPr>
          <ns1:lstStyle>
            <ns1:lvl1pPr>
              <ns1:buNone/>
              <ns1:defRPr sz="136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</ns1:t>
            </ns1:r>
          </ns1:p>
        </ns0:txBody>
      </ns0:sp>
      <ns0:sp>
        <ns0:nvSpPr>
          <ns0:cNvPr id="30" name="Текст 39">
            <ns1:extLst>
              <ns1:ext uri="{FF2B5EF4-FFF2-40B4-BE49-F238E27FC236}">
                <ns2:creationId id="{222BD6E8-E0C0-A6B1-4C02-18FDE00709D8}"/>
              </ns1:ext>
            </ns1:extLst>
          </ns0:cNvPr>
          <ns0:cNvSpPr>
            <ns1:spLocks noGrp="1"/>
          </ns0:cNvSpPr>
          <ns0:nvPr>
            <ns0:ph type="body" idx="15" hasCustomPrompt="1"/>
          </ns0:nvPr>
        </ns0:nvSpPr>
        <ns0:spPr>
          <ns1:xfrm>
            <ns1:off x="6578047" y="5143500"/>
            <ns1:ext cx="2705101" cy="1622314"/>
          </ns1:xfrm>
        </ns0:spPr>
        <ns0:txBody>
          <ns1:bodyPr anchor="ctr">
            <ns1:noAutofit/>
          </ns1:bodyPr>
          <ns1:lstStyle>
            <ns1:lvl1pPr>
              <ns1:buNone/>
              <ns1:defRPr sz="136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02</ns1:t>
            </ns1:r>
          </ns1:p>
        </ns0:txBody>
      </ns0:sp>
      <ns0:sp>
        <ns0:nvSpPr>
          <ns0:cNvPr id="31" name="Текст 39">
            <ns1:extLst>
              <ns1:ext uri="{FF2B5EF4-FFF2-40B4-BE49-F238E27FC236}">
                <ns2:creationId id="{DF279CBA-B878-F0E2-2CC8-34D9487C8228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2203595" y="5143500"/>
            <ns1:ext cx="2705101" cy="1622314"/>
          </ns1:xfrm>
        </ns0:spPr>
        <ns0:txBody>
          <ns1:bodyPr anchor="ctr">
            <ns1:noAutofit/>
          </ns1:bodyPr>
          <ns1:lstStyle>
            <ns1:lvl1pPr>
              <ns1:buNone/>
              <ns1:defRPr sz="136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03</ns1:t>
            </ns1:r>
          </ns1:p>
        </ns0:txBody>
      </ns0:sp>
      <ns0:sp>
        <ns0:nvSpPr>
          <ns0:cNvPr id="3" name="Текст 39">
            <ns1:extLst>
              <ns1:ext uri="{FF2B5EF4-FFF2-40B4-BE49-F238E27FC236}">
                <ns2:creationId id="{628B96BA-AE54-3E60-10FA-0F6EDC258599}"/>
              </ns1:ext>
            </ns1:extLst>
          </ns0:cNvPr>
          <ns0:cNvSpPr>
            <ns1:spLocks noGrp="1"/>
          </ns0:cNvSpPr>
          <ns0:nvPr>
            <ns0:ph type="body" idx="22" hasCustomPrompt="1"/>
          </ns0:nvPr>
        </ns0:nvSpPr>
        <ns0:spPr>
          <ns1:xfrm>
            <ns1:off x="952499" y="6884595"/>
            <ns1:ext cx="4629150" cy="997809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13" name="Текст 39">
            <ns1:extLst>
              <ns1:ext uri="{FF2B5EF4-FFF2-40B4-BE49-F238E27FC236}">
                <ns2:creationId id="{EAE92FC1-E07A-7344-B086-72E63FF447D7}"/>
              </ns1:ext>
            </ns1:extLst>
          </ns0:cNvPr>
          <ns0:cNvSpPr>
            <ns1:spLocks noGrp="1"/>
          </ns0:cNvSpPr>
          <ns0:nvPr>
            <ns0:ph type="body" idx="25" hasCustomPrompt="1"/>
          </ns0:nvPr>
        </ns0:nvSpPr>
        <ns0:spPr>
          <ns1:xfrm>
            <ns1:off x="6574823" y="6884595"/>
            <ns1:ext cx="4629150" cy="997809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14" name="Текст 39">
            <ns1:extLst>
              <ns1:ext uri="{FF2B5EF4-FFF2-40B4-BE49-F238E27FC236}">
                <ns2:creationId id="{40D27A30-CA47-0CC3-D8BF-E8C8629CCD34}"/>
              </ns1:ext>
            </ns1:extLst>
          </ns0:cNvPr>
          <ns0:cNvSpPr>
            <ns1:spLocks noGrp="1"/>
          </ns0:cNvSpPr>
          <ns0:nvPr>
            <ns0:ph type="body" idx="26" hasCustomPrompt="1"/>
          </ns0:nvPr>
        </ns0:nvSpPr>
        <ns0:spPr>
          <ns1:xfrm>
            <ns1:off x="12197147" y="6884595"/>
            <ns1:ext cx="4629150" cy="997809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4" name="Рисунок 3">
            <ns1:extLst>
              <ns1:ext uri="{FF2B5EF4-FFF2-40B4-BE49-F238E27FC236}">
                <ns2:creationId id="{3143AD8E-386F-26B4-C970-CCA430F2C5E1}"/>
              </ns1:ext>
            </ns1:extLst>
          </ns0:cNvPr>
          <ns0:cNvSpPr>
            <ns1:spLocks noGrp="1"/>
          </ns0:cNvSpPr>
          <ns0:nvPr>
            <ns0:ph type="pic" idx="27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5" name="Текст 16">
            <ns1:extLst>
              <ns1:ext uri="{FF2B5EF4-FFF2-40B4-BE49-F238E27FC236}">
                <ns2:creationId id="{005E43DD-8FAF-9B0B-CCB8-93AC922DC8A4}"/>
              </ns1:ext>
            </ns1:extLst>
          </ns0:cNvPr>
          <ns0:cNvSpPr>
            <ns1:spLocks noGrp="1"/>
          </ns0:cNvSpPr>
          <ns0:nvPr>
            <ns0:ph type="body" idx="28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a2d0a7d0fe4342ea">
              <ns1:extLst>
                <ns1:ext uri="{96DAC541-7B7A-43D3-8B79-37D633B846F1}">
                  <ns4:svgBlip ns3:embed="R8461607ff8164747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8" name="Текст 16">
            <ns1:extLst>
              <ns1:ext uri="{FF2B5EF4-FFF2-40B4-BE49-F238E27FC236}">
                <ns2:creationId id="{5BDF1642-3A74-AEAA-1E1C-1446722A0E59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d1597b5604e742ef">
              <ns1:extLst>
                <ns1:ext uri="{96DAC541-7B7A-43D3-8B79-37D633B846F1}">
                  <ns4:svgBlip ns3:embed="Re7e4afabe13d416f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35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4 цифры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" name="Рисунок 11">
            <ns1:extLst>
              <ns1:ext uri="{FF2B5EF4-FFF2-40B4-BE49-F238E27FC236}">
                <ns2:creationId id="{10EFAFA3-E497-EF65-0320-EEE6ABD62D4A}"/>
              </ns1:ext>
            </ns1:extLst>
          </ns0:cNvPr>
          <ns0:cNvSpPr>
            <ns1:spLocks noGrp="1"/>
          </ns0:cNvSpPr>
          <ns0:nvPr>
            <ns0:ph type="pic" idx="38" hasCustomPrompt="1"/>
          </ns0:nvPr>
        </ns0:nvSpPr>
        <ns0:spPr>
          <ns1:xfrm>
            <ns1:off x="958422" y="2508492"/>
            <ns1:ext cx="8071277" cy="3111258"/>
          </ns1:xfrm>
          <ns1:prstGeom prst="roundRect">
            <ns1:avLst>
              <ns1:gd name="adj" fmla="val 9025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4" name="Рисунок 11">
            <ns1:extLst>
              <ns1:ext uri="{FF2B5EF4-FFF2-40B4-BE49-F238E27FC236}">
                <ns2:creationId id="{D19AB892-9AA1-BAD5-DF8B-91C0DCB908FB}"/>
              </ns1:ext>
            </ns1:extLst>
          </ns0:cNvPr>
          <ns0:cNvSpPr>
            <ns1:spLocks noGrp="1"/>
          </ns0:cNvSpPr>
          <ns0:nvPr>
            <ns0:ph type="pic" idx="39" hasCustomPrompt="1"/>
          </ns0:nvPr>
        </ns0:nvSpPr>
        <ns0:spPr>
          <ns1:xfrm>
            <ns1:off x="9262667" y="2508492"/>
            <ns1:ext cx="8071277" cy="3111258"/>
          </ns1:xfrm>
          <ns1:prstGeom prst="roundRect">
            <ns1:avLst>
              <ns1:gd name="adj" fmla="val 9025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5" name="Рисунок 11">
            <ns1:extLst>
              <ns1:ext uri="{FF2B5EF4-FFF2-40B4-BE49-F238E27FC236}">
                <ns2:creationId id="{217B45A2-B720-3DCE-E9A3-FACDEC094459}"/>
              </ns1:ext>
            </ns1:extLst>
          </ns0:cNvPr>
          <ns0:cNvSpPr>
            <ns1:spLocks noGrp="1"/>
          </ns0:cNvSpPr>
          <ns0:nvPr>
            <ns0:ph type="pic" idx="40" hasCustomPrompt="1"/>
          </ns0:nvPr>
        </ns0:nvSpPr>
        <ns0:spPr>
          <ns1:xfrm>
            <ns1:off x="958422" y="5848852"/>
            <ns1:ext cx="8071277" cy="3111258"/>
          </ns1:xfrm>
          <ns1:prstGeom prst="roundRect">
            <ns1:avLst>
              <ns1:gd name="adj" fmla="val 9025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6" name="Рисунок 11">
            <ns1:extLst>
              <ns1:ext uri="{FF2B5EF4-FFF2-40B4-BE49-F238E27FC236}">
                <ns2:creationId id="{9DF469E0-3E91-966A-EA4D-ACFF57F8BC60}"/>
              </ns1:ext>
            </ns1:extLst>
          </ns0:cNvPr>
          <ns0:cNvSpPr>
            <ns1:spLocks noGrp="1"/>
          </ns0:cNvSpPr>
          <ns0:nvPr>
            <ns0:ph type="pic" idx="41" hasCustomPrompt="1"/>
          </ns0:nvPr>
        </ns0:nvSpPr>
        <ns0:spPr>
          <ns1:xfrm>
            <ns1:off x="9262667" y="5848852"/>
            <ns1:ext cx="8071277" cy="3111258"/>
          </ns1:xfrm>
          <ns1:prstGeom prst="roundRect">
            <ns1:avLst>
              <ns1:gd name="adj" fmla="val 9025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11" name="Текст 39">
            <ns1:extLst>
              <ns1:ext uri="{FF2B5EF4-FFF2-40B4-BE49-F238E27FC236}">
                <ns2:creationId id="{A3E94AC9-3B36-6968-9770-C5C575E5CF97}"/>
              </ns1:ext>
            </ns1:extLst>
          </ns0:cNvPr>
          <ns0:cNvSpPr>
            <ns1:spLocks noGrp="1"/>
          </ns0:cNvSpPr>
          <ns0:nvPr>
            <ns0:ph type="body" idx="14" hasCustomPrompt="1"/>
          </ns0:nvPr>
        </ns0:nvSpPr>
        <ns0:spPr>
          <ns1:xfrm>
            <ns1:off x="1265238" y="2771552"/>
            <ns1:ext cx="2705101" cy="1622314"/>
          </ns1:xfrm>
        </ns0:spPr>
        <ns0:txBody>
          <ns1:bodyPr anchor="ctr">
            <ns1:noAutofit/>
          </ns1:bodyPr>
          <ns1:lstStyle>
            <ns1:lvl1pPr>
              <ns1:buNone/>
              <ns1:defRPr sz="136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</ns1:t>
            </ns1:r>
          </ns1:p>
        </ns0:txBody>
      </ns0:sp>
      <ns0:sp>
        <ns0:nvSpPr>
          <ns0:cNvPr id="12" name="Текст 39">
            <ns1:extLst>
              <ns1:ext uri="{FF2B5EF4-FFF2-40B4-BE49-F238E27FC236}">
                <ns2:creationId id="{85B17AEB-0AFA-2765-F43D-912839D14F97}"/>
              </ns1:ext>
            </ns1:extLst>
          </ns0:cNvPr>
          <ns0:cNvSpPr>
            <ns1:spLocks noGrp="1"/>
          </ns0:cNvSpPr>
          <ns0:nvPr>
            <ns0:ph type="body" idx="22" hasCustomPrompt="1"/>
          </ns0:nvPr>
        </ns0:nvSpPr>
        <ns0:spPr>
          <ns1:xfrm>
            <ns1:off x="1265236" y="4512647"/>
            <ns1:ext cx="7422879" cy="794185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16" name="Текст 39">
            <ns1:extLst>
              <ns1:ext uri="{FF2B5EF4-FFF2-40B4-BE49-F238E27FC236}">
                <ns2:creationId id="{BAA0E8A5-E556-3594-E8BB-B07080FF9A1C}"/>
              </ns1:ext>
            </ns1:extLst>
          </ns0:cNvPr>
          <ns0:cNvSpPr>
            <ns1:spLocks noGrp="1"/>
          </ns0:cNvSpPr>
          <ns0:nvPr>
            <ns0:ph type="body" idx="23" hasCustomPrompt="1"/>
          </ns0:nvPr>
        </ns0:nvSpPr>
        <ns0:spPr>
          <ns1:xfrm>
            <ns1:off x="1265238" y="6144946"/>
            <ns1:ext cx="2705101" cy="1622314"/>
          </ns1:xfrm>
        </ns0:spPr>
        <ns0:txBody>
          <ns1:bodyPr anchor="ctr">
            <ns1:noAutofit/>
          </ns1:bodyPr>
          <ns1:lstStyle>
            <ns1:lvl1pPr>
              <ns1:buNone/>
              <ns1:defRPr sz="136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</ns1:t>
            </ns1:r>
          </ns1:p>
        </ns0:txBody>
      </ns0:sp>
      <ns0:sp>
        <ns0:nvSpPr>
          <ns0:cNvPr id="17" name="Текст 39">
            <ns1:extLst>
              <ns1:ext uri="{FF2B5EF4-FFF2-40B4-BE49-F238E27FC236}">
                <ns2:creationId id="{20C283A5-CCBA-DEC1-4E02-A88661AF2C4B}"/>
              </ns1:ext>
            </ns1:extLst>
          </ns0:cNvPr>
          <ns0:cNvSpPr>
            <ns1:spLocks noGrp="1"/>
          </ns0:cNvSpPr>
          <ns0:nvPr>
            <ns0:ph type="body" idx="24" hasCustomPrompt="1"/>
          </ns0:nvPr>
        </ns0:nvSpPr>
        <ns0:spPr>
          <ns1:xfrm>
            <ns1:off x="1265236" y="7886041"/>
            <ns1:ext cx="7422879" cy="794185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19" name="Текст 39">
            <ns1:extLst>
              <ns1:ext uri="{FF2B5EF4-FFF2-40B4-BE49-F238E27FC236}">
                <ns2:creationId id="{1211FB73-FAF9-0560-E0D5-F9231B3FBD69}"/>
              </ns1:ext>
            </ns1:extLst>
          </ns0:cNvPr>
          <ns0:cNvSpPr>
            <ns1:spLocks noGrp="1"/>
          </ns0:cNvSpPr>
          <ns0:nvPr>
            <ns0:ph type="body" idx="25" hasCustomPrompt="1"/>
          </ns0:nvPr>
        </ns0:nvSpPr>
        <ns0:spPr>
          <ns1:xfrm>
            <ns1:off x="9568979" y="2771552"/>
            <ns1:ext cx="2705101" cy="1622314"/>
          </ns1:xfrm>
        </ns0:spPr>
        <ns0:txBody>
          <ns1:bodyPr anchor="ctr">
            <ns1:noAutofit/>
          </ns1:bodyPr>
          <ns1:lstStyle>
            <ns1:lvl1pPr>
              <ns1:buNone/>
              <ns1:defRPr sz="136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</ns1:t>
            </ns1:r>
          </ns1:p>
        </ns0:txBody>
      </ns0:sp>
      <ns0:sp>
        <ns0:nvSpPr>
          <ns0:cNvPr id="20" name="Текст 39">
            <ns1:extLst>
              <ns1:ext uri="{FF2B5EF4-FFF2-40B4-BE49-F238E27FC236}">
                <ns2:creationId id="{A22CD77F-987A-3B5A-1EC3-888BF63B3C32}"/>
              </ns1:ext>
            </ns1:extLst>
          </ns0:cNvPr>
          <ns0:cNvSpPr>
            <ns1:spLocks noGrp="1"/>
          </ns0:cNvSpPr>
          <ns0:nvPr>
            <ns0:ph type="body" idx="26" hasCustomPrompt="1"/>
          </ns0:nvPr>
        </ns0:nvSpPr>
        <ns0:spPr>
          <ns1:xfrm>
            <ns1:off x="9568977" y="4512647"/>
            <ns1:ext cx="7422879" cy="794185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21" name="Текст 39">
            <ns1:extLst>
              <ns1:ext uri="{FF2B5EF4-FFF2-40B4-BE49-F238E27FC236}">
                <ns2:creationId id="{3D54AC5C-0497-BF56-6338-261EA66D8C3A}"/>
              </ns1:ext>
            </ns1:extLst>
          </ns0:cNvPr>
          <ns0:cNvSpPr>
            <ns1:spLocks noGrp="1"/>
          </ns0:cNvSpPr>
          <ns0:nvPr>
            <ns0:ph type="body" idx="27" hasCustomPrompt="1"/>
          </ns0:nvPr>
        </ns0:nvSpPr>
        <ns0:spPr>
          <ns1:xfrm>
            <ns1:off x="9568979" y="6144946"/>
            <ns1:ext cx="2705101" cy="1622314"/>
          </ns1:xfrm>
        </ns0:spPr>
        <ns0:txBody>
          <ns1:bodyPr anchor="ctr">
            <ns1:noAutofit/>
          </ns1:bodyPr>
          <ns1:lstStyle>
            <ns1:lvl1pPr>
              <ns1:buNone/>
              <ns1:defRPr sz="136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</ns1:t>
            </ns1:r>
          </ns1:p>
        </ns0:txBody>
      </ns0:sp>
      <ns0:sp>
        <ns0:nvSpPr>
          <ns0:cNvPr id="23" name="Текст 39">
            <ns1:extLst>
              <ns1:ext uri="{FF2B5EF4-FFF2-40B4-BE49-F238E27FC236}">
                <ns2:creationId id="{85554EF3-9B9D-6D03-BD44-3843EDD599A6}"/>
              </ns1:ext>
            </ns1:extLst>
          </ns0:cNvPr>
          <ns0:cNvSpPr>
            <ns1:spLocks noGrp="1"/>
          </ns0:cNvSpPr>
          <ns0:nvPr>
            <ns0:ph type="body" idx="28" hasCustomPrompt="1"/>
          </ns0:nvPr>
        </ns0:nvSpPr>
        <ns0:spPr>
          <ns1:xfrm>
            <ns1:off x="9568977" y="7886041"/>
            <ns1:ext cx="7422879" cy="794185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7" name="Рисунок 3">
            <ns1:extLst>
              <ns1:ext uri="{FF2B5EF4-FFF2-40B4-BE49-F238E27FC236}">
                <ns2:creationId id="{5A591902-2A6F-1139-7165-806554ACEE65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8" name="Текст 16">
            <ns1:extLst>
              <ns1:ext uri="{FF2B5EF4-FFF2-40B4-BE49-F238E27FC236}">
                <ns2:creationId id="{9DF463F0-B359-BF34-94E6-F795D7F098E0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4acb4f565e504e1d">
              <ns1:extLst>
                <ns1:ext uri="{96DAC541-7B7A-43D3-8B79-37D633B846F1}">
                  <ns4:svgBlip ns3:embed="R76a383396b794d16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3" name="Текст 16">
            <ns1:extLst>
              <ns1:ext uri="{FF2B5EF4-FFF2-40B4-BE49-F238E27FC236}">
                <ns2:creationId id="{2F5EBD66-D6C8-A274-0089-39D597BBF005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b19b7c4ba09c4279">
              <ns1:extLst>
                <ns1:ext uri="{96DAC541-7B7A-43D3-8B79-37D633B846F1}">
                  <ns4:svgBlip ns3:embed="Re7f2fb07984144b6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36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1 цифра и плашка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4" name="Рисунок 11">
            <ns1:extLst>
              <ns1:ext uri="{FF2B5EF4-FFF2-40B4-BE49-F238E27FC236}">
                <ns2:creationId id="{A7EAC19C-A765-3680-B56B-7AAC39A486AF}"/>
              </ns1:ext>
            </ns1:extLst>
          </ns0:cNvPr>
          <ns0:cNvSpPr>
            <ns1:spLocks noGrp="1"/>
          </ns0:cNvSpPr>
          <ns0:nvPr>
            <ns0:ph type="pic" idx="39" hasCustomPrompt="1"/>
          </ns0:nvPr>
        </ns0:nvSpPr>
        <ns0:spPr>
          <ns1:xfrm>
            <ns1:off x="9262667" y="2251317"/>
            <ns1:ext cx="8071277" cy="6121158"/>
          </ns1:xfrm>
          <ns1:prstGeom prst="roundRect">
            <ns1:avLst>
              <ns1:gd name="adj" fmla="val 7501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40" name="Текст 39">
            <ns1:extLst>
              <ns1:ext uri="{FF2B5EF4-FFF2-40B4-BE49-F238E27FC236}">
                <ns2:creationId id="{CB25F473-D73D-9900-E6F1-3D7C8865ED59}"/>
              </ns1:ext>
            </ns1:extLst>
          </ns0:cNvPr>
          <ns0:cNvSpPr>
            <ns1:spLocks noGrp="1"/>
          </ns0:cNvSpPr>
          <ns0:nvPr>
            <ns0:ph type="body" idx="11" hasCustomPrompt="1"/>
          </ns0:nvPr>
        </ns0:nvSpPr>
        <ns0:spPr>
          <ns1:xfrm>
            <ns1:off x="952499" y="2383155"/>
            <ns1:ext cx="7610733" cy="1097343"/>
          </ns1:xfrm>
        </ns0:spPr>
        <ns0:txBody>
          <ns1:bodyPr>
            <ns1:noAutofit/>
          </ns1:bodyPr>
          <ns1:lstStyle>
            <ns1:lvl1pPr>
              <ns1:buNone/>
              <ns1:defRPr sz="20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 Разместите свой текст здесь. Текст может быть в несколько строк</ns1:t>
            </ns1:r>
          </ns1:p>
        </ns0:txBody>
      </ns0:sp>
      <ns0:sp>
        <ns0:nvSpPr>
          <ns0:cNvPr id="29" name="Текст 39">
            <ns1:extLst>
              <ns1:ext uri="{FF2B5EF4-FFF2-40B4-BE49-F238E27FC236}">
                <ns2:creationId id="{8569A155-D24B-4FB4-6A61-88584A3FD0C7}"/>
              </ns1:ext>
            </ns1:extLst>
          </ns0:cNvPr>
          <ns0:cNvSpPr>
            <ns1:spLocks noGrp="1"/>
          </ns0:cNvSpPr>
          <ns0:nvPr>
            <ns0:ph type="body" idx="14" hasCustomPrompt="1"/>
          </ns0:nvPr>
        </ns0:nvSpPr>
        <ns0:spPr>
          <ns1:xfrm>
            <ns1:off x="952500" y="6054811"/>
            <ns1:ext cx="7524235" cy="2574839"/>
          </ns1:xfrm>
        </ns0:spPr>
        <ns0:txBody>
          <ns1:bodyPr anchor="ctr">
            <ns1:noAutofit/>
          </ns1:bodyPr>
          <ns1:lstStyle>
            <ns1:lvl1pPr>
              <ns1:buNone/>
              <ns1:defRPr sz="240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86%</ns1:t>
            </ns1:r>
            <ns1:endParaRPr/>
          </ns1:p>
        </ns0:txBody>
      </ns0:sp>
      <ns0:sp>
        <ns0:nvSpPr>
          <ns0:cNvPr id="3" name="Текст 39">
            <ns1:extLst>
              <ns1:ext uri="{FF2B5EF4-FFF2-40B4-BE49-F238E27FC236}">
                <ns2:creationId id="{628B96BA-AE54-3E60-10FA-0F6EDC258599}"/>
              </ns1:ext>
            </ns1:extLst>
          </ns0:cNvPr>
          <ns0:cNvSpPr>
            <ns1:spLocks noGrp="1"/>
          </ns0:cNvSpPr>
          <ns0:nvPr>
            <ns0:ph type="body" idx="22" hasCustomPrompt="1"/>
          </ns0:nvPr>
        </ns0:nvSpPr>
        <ns0:spPr>
          <ns1:xfrm>
            <ns1:off x="9715500" y="5908594"/>
            <ns1:ext cx="3419732" cy="2321006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23" name="Текст 39">
            <ns1:extLst>
              <ns1:ext uri="{FF2B5EF4-FFF2-40B4-BE49-F238E27FC236}">
                <ns2:creationId id="{4829D41F-6F6F-BA93-9C86-8D1C687DCAA3}"/>
              </ns1:ext>
            </ns1:extLst>
          </ns0:cNvPr>
          <ns0:cNvSpPr>
            <ns1:spLocks noGrp="1"/>
          </ns0:cNvSpPr>
          <ns0:nvPr>
            <ns0:ph type="body" idx="23" hasCustomPrompt="1"/>
          </ns0:nvPr>
        </ns0:nvSpPr>
        <ns0:spPr>
          <ns1:xfrm>
            <ns1:off x="13406822" y="5908594"/>
            <ns1:ext cx="3419732" cy="2321006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24" name="Текст 39">
            <ns1:extLst>
              <ns1:ext uri="{FF2B5EF4-FFF2-40B4-BE49-F238E27FC236}">
                <ns2:creationId id="{2F297A59-A346-046A-ABE4-D2C748F698BE}"/>
              </ns1:ext>
            </ns1:extLst>
          </ns0:cNvPr>
          <ns0:cNvSpPr>
            <ns1:spLocks noGrp="1"/>
          </ns0:cNvSpPr>
          <ns0:nvPr>
            <ns0:ph type="body" idx="24" hasCustomPrompt="1"/>
          </ns0:nvPr>
        </ns0:nvSpPr>
        <ns0:spPr>
          <ns1:xfrm>
            <ns1:off x="9715500" y="5454485"/>
            <ns1:ext cx="7111054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25" name="Текст 39">
            <ns1:extLst>
              <ns1:ext uri="{FF2B5EF4-FFF2-40B4-BE49-F238E27FC236}">
                <ns2:creationId id="{C2E8CE40-8CDF-ACD4-C61C-67C18585468A}"/>
              </ns1:ext>
            </ns1:extLst>
          </ns0:cNvPr>
          <ns0:cNvSpPr>
            <ns1:spLocks noGrp="1"/>
          </ns0:cNvSpPr>
          <ns0:nvPr>
            <ns0:ph type="body" idx="25" hasCustomPrompt="1"/>
          </ns0:nvPr>
        </ns0:nvSpPr>
        <ns0:spPr>
          <ns1:xfrm>
            <ns1:off x="9715500" y="3326032"/>
            <ns1:ext cx="7111054" cy="665200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26" name="Текст 39">
            <ns1:extLst>
              <ns1:ext uri="{FF2B5EF4-FFF2-40B4-BE49-F238E27FC236}">
                <ns2:creationId id="{7837975F-F791-01E5-15ED-A7F497DD6609}"/>
              </ns1:ext>
            </ns1:extLst>
          </ns0:cNvPr>
          <ns0:cNvSpPr>
            <ns1:spLocks noGrp="1"/>
          </ns0:cNvSpPr>
          <ns0:nvPr>
            <ns0:ph type="body" idx="26" hasCustomPrompt="1"/>
          </ns0:nvPr>
        </ns0:nvSpPr>
        <ns0:spPr>
          <ns1:xfrm>
            <ns1:off x="9715500" y="2871923"/>
            <ns1:ext cx="7111054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27" name="Текст 39">
            <ns1:extLst>
              <ns1:ext uri="{FF2B5EF4-FFF2-40B4-BE49-F238E27FC236}">
                <ns2:creationId id="{5525F492-7911-4BE0-DE85-5E08CC70DD46}"/>
              </ns1:ext>
            </ns1:extLst>
          </ns0:cNvPr>
          <ns0:cNvSpPr>
            <ns1:spLocks noGrp="1"/>
          </ns0:cNvSpPr>
          <ns0:nvPr>
            <ns0:ph type="body" idx="27" hasCustomPrompt="1"/>
          </ns0:nvPr>
        </ns0:nvSpPr>
        <ns0:spPr>
          <ns1:xfrm>
            <ns1:off x="9996485" y="4252789"/>
            <ns1:ext cx="2019301" cy="986476"/>
          </ns1:xfrm>
        </ns0:spPr>
        <ns0:txBody>
          <ns1:bodyPr>
            <ns1:noAutofit/>
          </ns1:bodyPr>
          <ns1:lstStyle>
            <ns1:lvl1pPr>
              <ns1:buNone/>
              <ns1:defRPr sz="11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28" name="Текст 39">
            <ns1:extLst>
              <ns1:ext uri="{FF2B5EF4-FFF2-40B4-BE49-F238E27FC236}">
                <ns2:creationId id="{38BBFCBE-3112-A919-2885-EDC2F6350E8C}"/>
              </ns1:ext>
            </ns1:extLst>
          </ns0:cNvPr>
          <ns0:cNvSpPr>
            <ns1:spLocks noGrp="1"/>
          </ns0:cNvSpPr>
          <ns0:nvPr>
            <ns0:ph type="body" idx="28" hasCustomPrompt="1"/>
          </ns0:nvPr>
        </ns0:nvSpPr>
        <ns0:spPr>
          <ns1:xfrm>
            <ns1:off x="12454581" y="4252789"/>
            <ns1:ext cx="2019301" cy="986476"/>
          </ns1:xfrm>
        </ns0:spPr>
        <ns0:txBody>
          <ns1:bodyPr>
            <ns1:noAutofit/>
          </ns1:bodyPr>
          <ns1:lstStyle>
            <ns1:lvl1pPr>
              <ns1:buNone/>
              <ns1:defRPr sz="11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32" name="Текст 39">
            <ns1:extLst>
              <ns1:ext uri="{FF2B5EF4-FFF2-40B4-BE49-F238E27FC236}">
                <ns2:creationId id="{5D09C124-65D5-10BE-1AD4-778A2FFEA616}"/>
              </ns1:ext>
            </ns1:extLst>
          </ns0:cNvPr>
          <ns0:cNvSpPr>
            <ns1:spLocks noGrp="1"/>
          </ns0:cNvSpPr>
          <ns0:nvPr>
            <ns0:ph type="body" idx="29" hasCustomPrompt="1"/>
          </ns0:nvPr>
        </ns0:nvSpPr>
        <ns0:spPr>
          <ns1:xfrm>
            <ns1:off x="14864149" y="4252789"/>
            <ns1:ext cx="2019301" cy="986476"/>
          </ns1:xfrm>
        </ns0:spPr>
        <ns0:txBody>
          <ns1:bodyPr>
            <ns1:noAutofit/>
          </ns1:bodyPr>
          <ns1:lstStyle>
            <ns1:lvl1pPr>
              <ns1:buNone/>
              <ns1:defRPr sz="11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8" name="Рисунок 16">
            <ns1:extLst>
              <ns1:ext uri="{FF2B5EF4-FFF2-40B4-BE49-F238E27FC236}">
                <ns2:creationId id="{2097D422-5D04-87E2-165F-32E7CCED36F4}"/>
              </ns1:ext>
            </ns1:extLst>
          </ns0:cNvPr>
          <ns0:cNvSpPr>
            <ns1:spLocks noGrp="1"/>
          </ns0:cNvSpPr>
          <ns0:nvPr>
            <ns0:ph type="pic" idx="82" hasCustomPrompt="1"/>
          </ns0:nvPr>
        </ns0:nvSpPr>
        <ns0:spPr>
          <ns1:xfrm>
            <ns1:off x="9721508" y="4247893"/>
            <ns1:ext cx="228600" cy="228600"/>
          </ns1:xfrm>
          <ns1:prstGeom prst="rect">
            <ns1:avLst/>
          </ns1:prstGeom>
          <ns1:blipFill>
            <ns1:blip ns3:embed="R7c4a5970e9e94f69">
              <ns1:extLst>
                <ns1:ext uri="{96DAC541-7B7A-43D3-8B79-37D633B846F1}">
                  <ns4:svgBlip ns3:embed="R0b5b4432cb254d9d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9" name="Рисунок 16">
            <ns1:extLst>
              <ns1:ext uri="{FF2B5EF4-FFF2-40B4-BE49-F238E27FC236}">
                <ns2:creationId id="{D7C182A4-3160-6970-3378-0F92973B2826}"/>
              </ns1:ext>
            </ns1:extLst>
          </ns0:cNvPr>
          <ns0:cNvSpPr>
            <ns1:spLocks noGrp="1"/>
          </ns0:cNvSpPr>
          <ns0:nvPr>
            <ns0:ph type="pic" idx="83" hasCustomPrompt="1"/>
          </ns0:nvPr>
        </ns0:nvSpPr>
        <ns0:spPr>
          <ns1:xfrm>
            <ns1:off x="12178958" y="4247893"/>
            <ns1:ext cx="228600" cy="228600"/>
          </ns1:xfrm>
          <ns1:prstGeom prst="rect">
            <ns1:avLst/>
          </ns1:prstGeom>
          <ns1:blipFill>
            <ns1:blip ns3:embed="R7c4a5970e9e94f69">
              <ns1:extLst>
                <ns1:ext uri="{96DAC541-7B7A-43D3-8B79-37D633B846F1}">
                  <ns4:svgBlip ns3:embed="R0b5b4432cb254d9d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0" name="Рисунок 16">
            <ns1:extLst>
              <ns1:ext uri="{FF2B5EF4-FFF2-40B4-BE49-F238E27FC236}">
                <ns2:creationId id="{B5188D03-9CA3-DACE-CCCB-2E8B7BBF9416}"/>
              </ns1:ext>
            </ns1:extLst>
          </ns0:cNvPr>
          <ns0:cNvSpPr>
            <ns1:spLocks noGrp="1"/>
          </ns0:cNvSpPr>
          <ns0:nvPr>
            <ns0:ph type="pic" idx="84" hasCustomPrompt="1"/>
          </ns0:nvPr>
        </ns0:nvSpPr>
        <ns0:spPr>
          <ns1:xfrm>
            <ns1:off x="14593546" y="4247893"/>
            <ns1:ext cx="228600" cy="228600"/>
          </ns1:xfrm>
          <ns1:prstGeom prst="rect">
            <ns1:avLst/>
          </ns1:prstGeom>
          <ns1:blipFill>
            <ns1:blip ns3:embed="R7c4a5970e9e94f69">
              <ns1:extLst>
                <ns1:ext uri="{96DAC541-7B7A-43D3-8B79-37D633B846F1}">
                  <ns4:svgBlip ns3:embed="R0b5b4432cb254d9d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5" name="Рисунок 3">
            <ns1:extLst>
              <ns1:ext uri="{FF2B5EF4-FFF2-40B4-BE49-F238E27FC236}">
                <ns2:creationId id="{FD62CB35-F67A-0822-FA4C-8A644F37E3BC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6" name="Текст 16">
            <ns1:extLst>
              <ns1:ext uri="{FF2B5EF4-FFF2-40B4-BE49-F238E27FC236}">
                <ns2:creationId id="{F621B410-C06C-4C3F-329E-4B14E7CDA1E0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1327b13b1a404df4">
              <ns1:extLst>
                <ns1:ext uri="{96DAC541-7B7A-43D3-8B79-37D633B846F1}">
                  <ns4:svgBlip ns3:embed="R2852f5da69244418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2" name="Текст 16">
            <ns1:extLst>
              <ns1:ext uri="{FF2B5EF4-FFF2-40B4-BE49-F238E27FC236}">
                <ns2:creationId id="{DDCF7DE7-8716-B66F-0B91-9CE2679D139C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c6441fd8dfd74d92">
              <ns1:extLst>
                <ns1:ext uri="{96DAC541-7B7A-43D3-8B79-37D633B846F1}">
                  <ns4:svgBlip ns3:embed="Rabc5fc12dca14b99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37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6 блоков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8" name="Рисунок 11">
            <ns1:extLst>
              <ns1:ext uri="{FF2B5EF4-FFF2-40B4-BE49-F238E27FC236}">
                <ns2:creationId id="{F92F4DF4-C4C5-1D4E-4280-2191202F5B44}"/>
              </ns1:ext>
            </ns1:extLst>
          </ns0:cNvPr>
          <ns0:cNvSpPr>
            <ns1:spLocks noGrp="1"/>
          </ns0:cNvSpPr>
          <ns0:nvPr>
            <ns0:ph type="pic" idx="54" hasCustomPrompt="1"/>
          </ns0:nvPr>
        </ns0:nvSpPr>
        <ns0:spPr>
          <ns1:xfrm>
            <ns1:off x="6509305" y="5068517"/>
            <ns1:ext cx="5300916" cy="3912974"/>
          </ns1:xfrm>
          <ns1:prstGeom prst="roundRect">
            <ns1:avLst>
              <ns1:gd name="adj" fmla="val 7213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35" name="Рисунок 34">
            <ns1:extLst>
              <ns1:ext uri="{FF2B5EF4-FFF2-40B4-BE49-F238E27FC236}">
                <ns2:creationId id="{79538282-A385-1BD3-E5DA-8A998E2F6362}"/>
              </ns1:ext>
            </ns1:extLst>
          </ns0:cNvPr>
          <ns0:cNvSpPr>
            <ns1:spLocks noGrp="1"/>
          </ns0:cNvSpPr>
          <ns0:nvPr>
            <ns0:ph type="pic" idx="94" hasCustomPrompt="1"/>
          </ns0:nvPr>
        </ns0:nvSpPr>
        <ns0:spPr>
          <ns1:xfrm>
            <ns1:off x="6865938" y="6315075"/>
            <ns1:ext cx="1839912" cy="457200"/>
          </ns1:xfrm>
          <ns1:prstGeom prst="roundRect">
            <ns1:avLst>
              <ns1:gd name="adj" fmla="val 27318"/>
            </ns1:avLst>
          </ns1:prstGeom>
          <ns1:solidFill>
            <ns1:srgbClr val="00B050"/>
          </ns1:solidFill>
        </ns0:spPr>
        <ns0:txBody>
          <ns1:bodyPr>
            <ns1:noAutofit/>
          </ns1:bodyPr>
          <ns1:lstStyle>
            <ns1:lvl1pPr>
              <ns1:buNone/>
              <ns1:defRPr sz="1050"/>
            </ns1:lvl1pPr>
          </ns1:lstStyle>
          <ns1:p>
            <ns1:r>
              <ns1:t> </ns1:t>
            </ns1:r>
          </ns1:p>
        </ns0:txBody>
      </ns0:sp>
      <ns0:sp>
        <ns0:nvSpPr>
          <ns0:cNvPr id="36" name="Рисунок 34">
            <ns1:extLst>
              <ns1:ext uri="{FF2B5EF4-FFF2-40B4-BE49-F238E27FC236}">
                <ns2:creationId id="{9BFD9EC4-8853-B8B7-05C4-248801893938}"/>
              </ns1:ext>
            </ns1:extLst>
          </ns0:cNvPr>
          <ns0:cNvSpPr>
            <ns1:spLocks noGrp="1"/>
          </ns0:cNvSpPr>
          <ns0:nvPr>
            <ns0:ph type="pic" idx="95" hasCustomPrompt="1"/>
          </ns0:nvPr>
        </ns0:nvSpPr>
        <ns0:spPr>
          <ns1:xfrm>
            <ns1:off x="9582085" y="6315075"/>
            <ns1:ext cx="1839912" cy="457200"/>
          </ns1:xfrm>
          <ns1:prstGeom prst="roundRect">
            <ns1:avLst>
              <ns1:gd name="adj" fmla="val 27318"/>
            </ns1:avLst>
          </ns1:prstGeom>
          <ns1:solidFill>
            <ns1:srgbClr val="00B050"/>
          </ns1:solidFill>
        </ns0:spPr>
        <ns0:txBody>
          <ns1:bodyPr>
            <ns1:noAutofit/>
          </ns1:bodyPr>
          <ns1:lstStyle>
            <ns1:lvl1pPr>
              <ns1:buNone/>
              <ns1:defRPr sz="1050"/>
            </ns1:lvl1pPr>
          </ns1:lstStyle>
          <ns1:p>
            <ns1:r>
              <ns1:t> </ns1:t>
            </ns1:r>
          </ns1:p>
        </ns0:txBody>
      </ns0:sp>
      <ns0:sp>
        <ns0:nvSpPr>
          <ns0:cNvPr id="3" name="Рисунок 11">
            <ns1:extLst>
              <ns1:ext uri="{FF2B5EF4-FFF2-40B4-BE49-F238E27FC236}">
                <ns2:creationId id="{E12401C0-0F09-4EE6-B1B2-7216490E14EF}"/>
              </ns1:ext>
            </ns1:extLst>
          </ns0:cNvPr>
          <ns0:cNvSpPr>
            <ns1:spLocks noGrp="1"/>
          </ns0:cNvSpPr>
          <ns0:nvPr>
            <ns0:ph type="pic" idx="50" hasCustomPrompt="1"/>
          </ns0:nvPr>
        </ns0:nvSpPr>
        <ns0:spPr>
          <ns1:xfrm>
            <ns1:off x="12033028" y="2476500"/>
            <ns1:ext cx="5300916" cy="2362200"/>
          </ns1:xfrm>
          <ns1:prstGeom prst="roundRect">
            <ns1:avLst>
              <ns1:gd name="adj" fmla="val 11505"/>
            </ns1:avLst>
          </ns1:prstGeom>
          <ns1:solidFill>
            <ns1:schemeClr val="accent1">
              <ns1:lumMod val="20000"/>
              <ns1:lumOff val="8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4" name="Рисунок 11">
            <ns1:extLst>
              <ns1:ext uri="{FF2B5EF4-FFF2-40B4-BE49-F238E27FC236}">
                <ns2:creationId id="{26594825-5535-380F-0E9D-B10695BFE234}"/>
              </ns1:ext>
            </ns1:extLst>
          </ns0:cNvPr>
          <ns0:cNvSpPr>
            <ns1:spLocks noGrp="1"/>
          </ns0:cNvSpPr>
          <ns0:nvPr>
            <ns0:ph type="pic" idx="51" hasCustomPrompt="1"/>
          </ns0:nvPr>
        </ns0:nvSpPr>
        <ns0:spPr>
          <ns1:xfrm>
            <ns1:off x="6509305" y="2476500"/>
            <ns1:ext cx="5300916" cy="2362200"/>
          </ns1:xfrm>
          <ns1:prstGeom prst="roundRect">
            <ns1:avLst>
              <ns1:gd name="adj" fmla="val 11505"/>
            </ns1:avLst>
          </ns1:prstGeom>
          <ns1:solidFill>
            <ns1:schemeClr val="accent1">
              <ns1:lumMod val="20000"/>
              <ns1:lumOff val="8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5" name="Рисунок 11">
            <ns1:extLst>
              <ns1:ext uri="{FF2B5EF4-FFF2-40B4-BE49-F238E27FC236}">
                <ns2:creationId id="{23E130BC-2112-85E6-E378-E5821345349E}"/>
              </ns1:ext>
            </ns1:extLst>
          </ns0:cNvPr>
          <ns0:cNvSpPr>
            <ns1:spLocks noGrp="1"/>
          </ns0:cNvSpPr>
          <ns0:nvPr>
            <ns0:ph type="pic" idx="52" hasCustomPrompt="1"/>
          </ns0:nvPr>
        </ns0:nvSpPr>
        <ns0:spPr>
          <ns1:xfrm>
            <ns1:off x="948260" y="2476500"/>
            <ns1:ext cx="5300916" cy="2362200"/>
          </ns1:xfrm>
          <ns1:prstGeom prst="roundRect">
            <ns1:avLst>
              <ns1:gd name="adj" fmla="val 11505"/>
            </ns1:avLst>
          </ns1:prstGeom>
          <ns1:solidFill>
            <ns1:srgbClr val="EA0B4C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7" name="Рисунок 11">
            <ns1:extLst>
              <ns1:ext uri="{FF2B5EF4-FFF2-40B4-BE49-F238E27FC236}">
                <ns2:creationId id="{AB42EC88-919B-9C33-F693-8C235CA43D72}"/>
              </ns1:ext>
            </ns1:extLst>
          </ns0:cNvPr>
          <ns0:cNvSpPr>
            <ns1:spLocks noGrp="1"/>
          </ns0:cNvSpPr>
          <ns0:nvPr>
            <ns0:ph type="pic" idx="53" hasCustomPrompt="1"/>
          </ns0:nvPr>
        </ns0:nvSpPr>
        <ns0:spPr>
          <ns1:xfrm>
            <ns1:off x="12033028" y="5068517"/>
            <ns1:ext cx="5300916" cy="3912974"/>
          </ns1:xfrm>
          <ns1:prstGeom prst="roundRect">
            <ns1:avLst>
              <ns1:gd name="adj" fmla="val 7213"/>
            </ns1:avLst>
          </ns1:prstGeom>
          <ns1:solidFill>
            <ns1:srgbClr val="EA0B4C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9" name="Рисунок 11">
            <ns1:extLst>
              <ns1:ext uri="{FF2B5EF4-FFF2-40B4-BE49-F238E27FC236}">
                <ns2:creationId id="{0692A7CB-0285-C213-BAA3-66EAB4771C5E}"/>
              </ns1:ext>
            </ns1:extLst>
          </ns0:cNvPr>
          <ns0:cNvSpPr>
            <ns1:spLocks noGrp="1"/>
          </ns0:cNvSpPr>
          <ns0:nvPr>
            <ns0:ph type="pic" idx="55" hasCustomPrompt="1"/>
          </ns0:nvPr>
        </ns0:nvSpPr>
        <ns0:spPr>
          <ns1:xfrm>
            <ns1:off x="948260" y="5068517"/>
            <ns1:ext cx="5300916" cy="3912974"/>
          </ns1:xfrm>
          <ns1:prstGeom prst="roundRect">
            <ns1:avLst>
              <ns1:gd name="adj" fmla="val 7690"/>
            </ns1:avLst>
          </ns1:prstGeom>
          <ns1:solidFill>
            <ns1:schemeClr val="accent1">
              <ns1:lumMod val="20000"/>
              <ns1:lumOff val="8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63" name="Текст 39">
            <ns1:extLst>
              <ns1:ext uri="{FF2B5EF4-FFF2-40B4-BE49-F238E27FC236}">
                <ns2:creationId id="{10F39709-4978-F3CC-1632-30D2A8CDF1C1}"/>
              </ns1:ext>
            </ns1:extLst>
          </ns0:cNvPr>
          <ns0:cNvSpPr>
            <ns1:spLocks noGrp="1"/>
          </ns0:cNvSpPr>
          <ns0:nvPr>
            <ns0:ph type="body" idx="24" hasCustomPrompt="1"/>
          </ns0:nvPr>
        </ns0:nvSpPr>
        <ns0:spPr>
          <ns1:xfrm>
            <ns1:off x="6867502" y="2771262"/>
            <ns1:ext cx="2834746" cy="343925"/>
          </ns1:xfrm>
        </ns0:spPr>
        <ns0:txBody>
          <ns1:bodyPr anchor="ctr">
            <ns1:noAutofit/>
          </ns1:bodyPr>
          <ns1:lstStyle>
            <ns1:lvl1pPr>
              <ns1:buNone/>
              <ns1:defRPr sz="24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64" name="Текст 39">
            <ns1:extLst>
              <ns1:ext uri="{FF2B5EF4-FFF2-40B4-BE49-F238E27FC236}">
                <ns2:creationId id="{424B8DD7-5960-EA9B-98DE-F6EA0DEE1921}"/>
              </ns1:ext>
            </ns1:extLst>
          </ns0:cNvPr>
          <ns0:cNvSpPr>
            <ns1:spLocks noGrp="1"/>
          </ns0:cNvSpPr>
          <ns0:nvPr>
            <ns0:ph type="body" idx="25" hasCustomPrompt="1"/>
          </ns0:nvPr>
        </ns0:nvSpPr>
        <ns0:spPr>
          <ns1:xfrm>
            <ns1:off x="12415686" y="2771262"/>
            <ns1:ext cx="2834746" cy="343925"/>
          </ns1:xfrm>
        </ns0:spPr>
        <ns0:txBody>
          <ns1:bodyPr anchor="ctr">
            <ns1:noAutofit/>
          </ns1:bodyPr>
          <ns1:lstStyle>
            <ns1:lvl1pPr>
              <ns1:buNone/>
              <ns1:defRPr sz="24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65" name="Текст 39">
            <ns1:extLst>
              <ns1:ext uri="{FF2B5EF4-FFF2-40B4-BE49-F238E27FC236}">
                <ns2:creationId id="{2D7B6F6F-DF2F-B8C9-87D3-9CA42DC9EE5E}"/>
              </ns1:ext>
            </ns1:extLst>
          </ns0:cNvPr>
          <ns0:cNvSpPr>
            <ns1:spLocks noGrp="1"/>
          </ns0:cNvSpPr>
          <ns0:nvPr>
            <ns0:ph type="body" idx="26" hasCustomPrompt="1"/>
          </ns0:nvPr>
        </ns0:nvSpPr>
        <ns0:spPr>
          <ns1:xfrm>
            <ns1:off x="1356389" y="2771262"/>
            <ns1:ext cx="2834746" cy="343925"/>
          </ns1:xfrm>
        </ns0:spPr>
        <ns0:txBody>
          <ns1:bodyPr anchor="ctr">
            <ns1:noAutofit/>
          </ns1:bodyPr>
          <ns1:lstStyle>
            <ns1:lvl1pPr>
              <ns1:buNone/>
              <ns1:defRPr sz="2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66" name="Текст 39">
            <ns1:extLst>
              <ns1:ext uri="{FF2B5EF4-FFF2-40B4-BE49-F238E27FC236}">
                <ns2:creationId id="{39DBA640-1B8B-10D8-C881-575BA6FA6D4F}"/>
              </ns1:ext>
            </ns1:extLst>
          </ns0:cNvPr>
          <ns0:cNvSpPr>
            <ns1:spLocks noGrp="1"/>
          </ns0:cNvSpPr>
          <ns0:nvPr>
            <ns0:ph type="body" idx="27" hasCustomPrompt="1"/>
          </ns0:nvPr>
        </ns0:nvSpPr>
        <ns0:spPr>
          <ns1:xfrm>
            <ns1:off x="6867502" y="5489749"/>
            <ns1:ext cx="2834746" cy="343925"/>
          </ns1:xfrm>
        </ns0:spPr>
        <ns0:txBody>
          <ns1:bodyPr anchor="ctr">
            <ns1:noAutofit/>
          </ns1:bodyPr>
          <ns1:lstStyle>
            <ns1:lvl1pPr>
              <ns1:buNone/>
              <ns1:defRPr sz="24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67" name="Текст 39">
            <ns1:extLst>
              <ns1:ext uri="{FF2B5EF4-FFF2-40B4-BE49-F238E27FC236}">
                <ns2:creationId id="{238ABB33-C09A-D269-A2F4-77E0888CCEE9}"/>
              </ns1:ext>
            </ns1:extLst>
          </ns0:cNvPr>
          <ns0:cNvSpPr>
            <ns1:spLocks noGrp="1"/>
          </ns0:cNvSpPr>
          <ns0:nvPr>
            <ns0:ph type="body" idx="28" hasCustomPrompt="1"/>
          </ns0:nvPr>
        </ns0:nvSpPr>
        <ns0:spPr>
          <ns1:xfrm>
            <ns1:off x="12415686" y="5489749"/>
            <ns1:ext cx="2834746" cy="343925"/>
          </ns1:xfrm>
        </ns0:spPr>
        <ns0:txBody>
          <ns1:bodyPr anchor="ctr">
            <ns1:noAutofit/>
          </ns1:bodyPr>
          <ns1:lstStyle>
            <ns1:lvl1pPr>
              <ns1:buNone/>
              <ns1:defRPr sz="2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68" name="Текст 39">
            <ns1:extLst>
              <ns1:ext uri="{FF2B5EF4-FFF2-40B4-BE49-F238E27FC236}">
                <ns2:creationId id="{74BEDA4A-0856-268D-72BC-0A6792410152}"/>
              </ns1:ext>
            </ns1:extLst>
          </ns0:cNvPr>
          <ns0:cNvSpPr>
            <ns1:spLocks noGrp="1"/>
          </ns0:cNvSpPr>
          <ns0:nvPr>
            <ns0:ph type="body" idx="29" hasCustomPrompt="1"/>
          </ns0:nvPr>
        </ns0:nvSpPr>
        <ns0:spPr>
          <ns1:xfrm>
            <ns1:off x="6866352" y="4133850"/>
            <ns1:ext cx="862064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млн</ns1:t>
            </ns1:r>
          </ns1:p>
        </ns0:txBody>
      </ns0:sp>
      <ns0:sp>
        <ns0:nvSpPr>
          <ns0:cNvPr id="69" name="Текст 39">
            <ns1:extLst>
              <ns1:ext uri="{FF2B5EF4-FFF2-40B4-BE49-F238E27FC236}">
                <ns2:creationId id="{2130E20A-20CD-59E6-6ABA-2F3192A0D81B}"/>
              </ns1:ext>
            </ns1:extLst>
          </ns0:cNvPr>
          <ns0:cNvSpPr>
            <ns1:spLocks noGrp="1"/>
          </ns0:cNvSpPr>
          <ns0:nvPr>
            <ns0:ph type="body" idx="30" hasCustomPrompt="1"/>
          </ns0:nvPr>
        </ns0:nvSpPr>
        <ns0:spPr>
          <ns1:xfrm>
            <ns1:off x="6866352" y="3471473"/>
            <ns1:ext cx="1495424" cy="643326"/>
          </ns1:xfrm>
        </ns0:spPr>
        <ns0:txBody>
          <ns1:bodyPr anchor="ctr">
            <ns1:noAutofit/>
          </ns1:bodyPr>
          <ns1:lstStyle>
            <ns1:lvl1pPr>
              <ns1:buNone/>
              <ns1:defRPr sz="48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70" name="Текст 39">
            <ns1:extLst>
              <ns1:ext uri="{FF2B5EF4-FFF2-40B4-BE49-F238E27FC236}">
                <ns2:creationId id="{89FCF4A7-F34A-02C3-41CD-52BD8D4E406F}"/>
              </ns1:ext>
            </ns1:extLst>
          </ns0:cNvPr>
          <ns0:cNvSpPr>
            <ns1:spLocks noGrp="1"/>
          </ns0:cNvSpPr>
          <ns0:nvPr>
            <ns0:ph type="body" idx="31" hasCustomPrompt="1"/>
          </ns0:nvPr>
        </ns0:nvSpPr>
        <ns0:spPr>
          <ns1:xfrm>
            <ns1:off x="9078210" y="3471473"/>
            <ns1:ext cx="1902993" cy="643326"/>
          </ns1:xfrm>
        </ns0:spPr>
        <ns0:txBody>
          <ns1:bodyPr anchor="ctr">
            <ns1:noAutofit/>
          </ns1:bodyPr>
          <ns1:lstStyle>
            <ns1:lvl1pPr>
              <ns1:buNone/>
              <ns1:defRPr sz="48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+11%</ns1:t>
            </ns1:r>
          </ns1:p>
        </ns0:txBody>
      </ns0:sp>
      <ns0:sp>
        <ns0:nvSpPr>
          <ns0:cNvPr id="71" name="Текст 39">
            <ns1:extLst>
              <ns1:ext uri="{FF2B5EF4-FFF2-40B4-BE49-F238E27FC236}">
                <ns2:creationId id="{57E060E4-758A-89E1-C845-696F257E5C35}"/>
              </ns1:ext>
            </ns1:extLst>
          </ns0:cNvPr>
          <ns0:cNvSpPr>
            <ns1:spLocks noGrp="1"/>
          </ns0:cNvSpPr>
          <ns0:nvPr>
            <ns0:ph type="body" idx="32" hasCustomPrompt="1"/>
          </ns0:nvPr>
        </ns0:nvSpPr>
        <ns0:spPr>
          <ns1:xfrm>
            <ns1:off x="12411000" y="4133850"/>
            <ns1:ext cx="862064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млн</ns1:t>
            </ns1:r>
          </ns1:p>
        </ns0:txBody>
      </ns0:sp>
      <ns0:sp>
        <ns0:nvSpPr>
          <ns0:cNvPr id="72" name="Текст 39">
            <ns1:extLst>
              <ns1:ext uri="{FF2B5EF4-FFF2-40B4-BE49-F238E27FC236}">
                <ns2:creationId id="{10195068-DCE9-35C4-FA9C-14789256A8C1}"/>
              </ns1:ext>
            </ns1:extLst>
          </ns0:cNvPr>
          <ns0:cNvSpPr>
            <ns1:spLocks noGrp="1"/>
          </ns0:cNvSpPr>
          <ns0:nvPr>
            <ns0:ph type="body" idx="33" hasCustomPrompt="1"/>
          </ns0:nvPr>
        </ns0:nvSpPr>
        <ns0:spPr>
          <ns1:xfrm>
            <ns1:off x="12411000" y="3471473"/>
            <ns1:ext cx="1495424" cy="643326"/>
          </ns1:xfrm>
        </ns0:spPr>
        <ns0:txBody>
          <ns1:bodyPr anchor="ctr">
            <ns1:noAutofit/>
          </ns1:bodyPr>
          <ns1:lstStyle>
            <ns1:lvl1pPr>
              <ns1:buNone/>
              <ns1:defRPr sz="48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73" name="Текст 39">
            <ns1:extLst>
              <ns1:ext uri="{FF2B5EF4-FFF2-40B4-BE49-F238E27FC236}">
                <ns2:creationId id="{69C78CC1-DD63-1A96-B360-1359BB643D12}"/>
              </ns1:ext>
            </ns1:extLst>
          </ns0:cNvPr>
          <ns0:cNvSpPr>
            <ns1:spLocks noGrp="1"/>
          </ns0:cNvSpPr>
          <ns0:nvPr>
            <ns0:ph type="body" idx="34" hasCustomPrompt="1"/>
          </ns0:nvPr>
        </ns0:nvSpPr>
        <ns0:spPr>
          <ns1:xfrm>
            <ns1:off x="14622858" y="3471473"/>
            <ns1:ext cx="1902993" cy="643326"/>
          </ns1:xfrm>
        </ns0:spPr>
        <ns0:txBody>
          <ns1:bodyPr anchor="ctr">
            <ns1:noAutofit/>
          </ns1:bodyPr>
          <ns1:lstStyle>
            <ns1:lvl1pPr>
              <ns1:buNone/>
              <ns1:defRPr sz="48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+11%</ns1:t>
            </ns1:r>
          </ns1:p>
        </ns0:txBody>
      </ns0:sp>
      <ns0:sp>
        <ns0:nvSpPr>
          <ns0:cNvPr id="74" name="Текст 39">
            <ns1:extLst>
              <ns1:ext uri="{FF2B5EF4-FFF2-40B4-BE49-F238E27FC236}">
                <ns2:creationId id="{2FA6F4F1-76F8-B732-8D22-10BCE320B66E}"/>
              </ns1:ext>
            </ns1:extLst>
          </ns0:cNvPr>
          <ns0:cNvSpPr>
            <ns1:spLocks noGrp="1"/>
          </ns0:cNvSpPr>
          <ns0:nvPr>
            <ns0:ph type="body" idx="35" hasCustomPrompt="1"/>
          </ns0:nvPr>
        </ns0:nvSpPr>
        <ns0:spPr>
          <ns1:xfrm>
            <ns1:off x="12411000" y="7531958"/>
            <ns1:ext cx="862064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млн</ns1:t>
            </ns1:r>
          </ns1:p>
        </ns0:txBody>
      </ns0:sp>
      <ns0:sp>
        <ns0:nvSpPr>
          <ns0:cNvPr id="75" name="Текст 39">
            <ns1:extLst>
              <ns1:ext uri="{FF2B5EF4-FFF2-40B4-BE49-F238E27FC236}">
                <ns2:creationId id="{67DE019E-7EF9-5104-16AD-40A463CC97DB}"/>
              </ns1:ext>
            </ns1:extLst>
          </ns0:cNvPr>
          <ns0:cNvSpPr>
            <ns1:spLocks noGrp="1"/>
          </ns0:cNvSpPr>
          <ns0:nvPr>
            <ns0:ph type="body" idx="36" hasCustomPrompt="1"/>
          </ns0:nvPr>
        </ns0:nvSpPr>
        <ns0:spPr>
          <ns1:xfrm>
            <ns1:off x="12411000" y="6869581"/>
            <ns1:ext cx="1495424" cy="643326"/>
          </ns1:xfrm>
        </ns0:spPr>
        <ns0:txBody>
          <ns1:bodyPr anchor="ctr">
            <ns1:noAutofit/>
          </ns1:bodyPr>
          <ns1:lstStyle>
            <ns1:lvl1pPr>
              <ns1:buNone/>
              <ns1:defRPr sz="48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76" name="Текст 39">
            <ns1:extLst>
              <ns1:ext uri="{FF2B5EF4-FFF2-40B4-BE49-F238E27FC236}">
                <ns2:creationId id="{F20CDB78-A2FC-04FC-5F44-19147C8FF76C}"/>
              </ns1:ext>
            </ns1:extLst>
          </ns0:cNvPr>
          <ns0:cNvSpPr>
            <ns1:spLocks noGrp="1"/>
          </ns0:cNvSpPr>
          <ns0:nvPr>
            <ns0:ph type="body" idx="37" hasCustomPrompt="1"/>
          </ns0:nvPr>
        </ns0:nvSpPr>
        <ns0:spPr>
          <ns1:xfrm>
            <ns1:off x="14622858" y="6671873"/>
            <ns1:ext cx="1902993" cy="643326"/>
          </ns1:xfrm>
        </ns0:spPr>
        <ns0:txBody>
          <ns1:bodyPr anchor="ctr">
            <ns1:noAutofit/>
          </ns1:bodyPr>
          <ns1:lstStyle>
            <ns1:lvl1pPr>
              <ns1:buNone/>
              <ns1:defRPr sz="48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+11%</ns1:t>
            </ns1:r>
          </ns1:p>
        </ns0:txBody>
      </ns0:sp>
      <ns0:sp>
        <ns0:nvSpPr>
          <ns0:cNvPr id="77" name="Текст 39">
            <ns1:extLst>
              <ns1:ext uri="{FF2B5EF4-FFF2-40B4-BE49-F238E27FC236}">
                <ns2:creationId id="{43D39E9A-DA90-DE13-EA52-ADAD422BD996}"/>
              </ns1:ext>
            </ns1:extLst>
          </ns0:cNvPr>
          <ns0:cNvSpPr>
            <ns1:spLocks noGrp="1"/>
          </ns0:cNvSpPr>
          <ns0:nvPr>
            <ns0:ph type="body" idx="38" hasCustomPrompt="1"/>
          </ns0:nvPr>
        </ns0:nvSpPr>
        <ns0:spPr>
          <ns1:xfrm>
            <ns1:off x="14635217" y="8151214"/>
            <ns1:ext cx="1902992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 2 года</ns1:t>
            </ns1:r>
          </ns1:p>
        </ns0:txBody>
      </ns0:sp>
      <ns0:sp>
        <ns0:nvSpPr>
          <ns0:cNvPr id="78" name="Текст 39">
            <ns1:extLst>
              <ns1:ext uri="{FF2B5EF4-FFF2-40B4-BE49-F238E27FC236}">
                <ns2:creationId id="{73BE41CB-BE06-592B-9144-13762039ADDB}"/>
              </ns1:ext>
            </ns1:extLst>
          </ns0:cNvPr>
          <ns0:cNvSpPr>
            <ns1:spLocks noGrp="1"/>
          </ns0:cNvSpPr>
          <ns0:nvPr>
            <ns0:ph type="body" idx="39" hasCustomPrompt="1"/>
          </ns0:nvPr>
        </ns0:nvSpPr>
        <ns0:spPr>
          <ns1:xfrm>
            <ns1:off x="14635217" y="7488837"/>
            <ns1:ext cx="1902992" cy="643326"/>
          </ns1:xfrm>
        </ns0:spPr>
        <ns0:txBody>
          <ns1:bodyPr anchor="ctr">
            <ns1:noAutofit/>
          </ns1:bodyPr>
          <ns1:lstStyle>
            <ns1:lvl1pPr>
              <ns1:buNone/>
              <ns1:defRPr sz="48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79" name="Текст 39">
            <ns1:extLst>
              <ns1:ext uri="{FF2B5EF4-FFF2-40B4-BE49-F238E27FC236}">
                <ns2:creationId id="{2CE83FA7-53D4-A06B-BC1C-848F021CCC40}"/>
              </ns1:ext>
            </ns1:extLst>
          </ns0:cNvPr>
          <ns0:cNvSpPr>
            <ns1:spLocks noGrp="1"/>
          </ns0:cNvSpPr>
          <ns0:nvPr>
            <ns0:ph type="body" idx="40" hasCustomPrompt="1"/>
          </ns0:nvPr>
        </ns0:nvSpPr>
        <ns0:spPr>
          <ns1:xfrm>
            <ns1:off x="6866352" y="7655526"/>
            <ns1:ext cx="862064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млн</ns1:t>
            </ns1:r>
          </ns1:p>
        </ns0:txBody>
      </ns0:sp>
      <ns0:sp>
        <ns0:nvSpPr>
          <ns0:cNvPr id="80" name="Текст 39">
            <ns1:extLst>
              <ns1:ext uri="{FF2B5EF4-FFF2-40B4-BE49-F238E27FC236}">
                <ns2:creationId id="{6CFDBF91-680D-1B19-24C9-841DC56658AA}"/>
              </ns1:ext>
            </ns1:extLst>
          </ns0:cNvPr>
          <ns0:cNvSpPr>
            <ns1:spLocks noGrp="1"/>
          </ns0:cNvSpPr>
          <ns0:nvPr>
            <ns0:ph type="body" idx="41" hasCustomPrompt="1"/>
          </ns0:nvPr>
        </ns0:nvSpPr>
        <ns0:spPr>
          <ns1:xfrm>
            <ns1:off x="6866352" y="6993149"/>
            <ns1:ext cx="1495424" cy="643326"/>
          </ns1:xfrm>
        </ns0:spPr>
        <ns0:txBody>
          <ns1:bodyPr anchor="ctr">
            <ns1:noAutofit/>
          </ns1:bodyPr>
          <ns1:lstStyle>
            <ns1:lvl1pPr>
              <ns1:buNone/>
              <ns1:defRPr sz="48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81" name="Текст 39">
            <ns1:extLst>
              <ns1:ext uri="{FF2B5EF4-FFF2-40B4-BE49-F238E27FC236}">
                <ns2:creationId id="{323EE48A-EA46-6B50-32A6-D7081D2728E8}"/>
              </ns1:ext>
            </ns1:extLst>
          </ns0:cNvPr>
          <ns0:cNvSpPr>
            <ns1:spLocks noGrp="1"/>
          </ns0:cNvSpPr>
          <ns0:nvPr>
            <ns0:ph type="body" idx="42" hasCustomPrompt="1"/>
          </ns0:nvPr>
        </ns0:nvSpPr>
        <ns0:spPr>
          <ns1:xfrm>
            <ns1:off x="9609552" y="7655526"/>
            <ns1:ext cx="862064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млн</ns1:t>
            </ns1:r>
          </ns1:p>
        </ns0:txBody>
      </ns0:sp>
      <ns0:sp>
        <ns0:nvSpPr>
          <ns0:cNvPr id="82" name="Текст 39">
            <ns1:extLst>
              <ns1:ext uri="{FF2B5EF4-FFF2-40B4-BE49-F238E27FC236}">
                <ns2:creationId id="{D3D49E52-F045-B468-E8B1-0FF623FB64EF}"/>
              </ns1:ext>
            </ns1:extLst>
          </ns0:cNvPr>
          <ns0:cNvSpPr>
            <ns1:spLocks noGrp="1"/>
          </ns0:cNvSpPr>
          <ns0:nvPr>
            <ns0:ph type="body" idx="43" hasCustomPrompt="1"/>
          </ns0:nvPr>
        </ns0:nvSpPr>
        <ns0:spPr>
          <ns1:xfrm>
            <ns1:off x="9609552" y="6993149"/>
            <ns1:ext cx="1495424" cy="643326"/>
          </ns1:xfrm>
        </ns0:spPr>
        <ns0:txBody>
          <ns1:bodyPr anchor="ctr">
            <ns1:noAutofit/>
          </ns1:bodyPr>
          <ns1:lstStyle>
            <ns1:lvl1pPr>
              <ns1:buNone/>
              <ns1:defRPr sz="48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83" name="Текст 39">
            <ns1:extLst>
              <ns1:ext uri="{FF2B5EF4-FFF2-40B4-BE49-F238E27FC236}">
                <ns2:creationId id="{D7CF66D3-6E3B-D99C-DCA5-66419BFC5A98}"/>
              </ns1:ext>
            </ns1:extLst>
          </ns0:cNvPr>
          <ns0:cNvSpPr>
            <ns1:spLocks noGrp="1"/>
          </ns0:cNvSpPr>
          <ns0:nvPr>
            <ns0:ph type="body" idx="44" hasCustomPrompt="1"/>
          </ns0:nvPr>
        </ns0:nvSpPr>
        <ns0:spPr>
          <ns1:xfrm>
            <ns1:off x="1356388" y="5489749"/>
            <ns1:ext cx="4104730" cy="1577806"/>
          </ns1:xfrm>
        </ns0:spPr>
        <ns0:txBody>
          <ns1:bodyPr anchor="t">
            <ns1:noAutofit/>
          </ns1:bodyPr>
          <ns1:lstStyle>
            <ns1:lvl1pPr>
              <ns1:buNone/>
              <ns1:defRPr sz="24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 в несколько</ns1:t>
            </ns1:r>
            <ns1:br/>
            <ns1:r>
              <ns1:t>строк с важной информацией</ns1:t>
            </ns1:r>
          </ns1:p>
        </ns0:txBody>
      </ns0:sp>
      <ns0:sp>
        <ns0:nvSpPr>
          <ns0:cNvPr id="84" name="Текст 39">
            <ns1:extLst>
              <ns1:ext uri="{FF2B5EF4-FFF2-40B4-BE49-F238E27FC236}">
                <ns2:creationId id="{6B2FCED4-427D-B345-896E-A45129BA0539}"/>
              </ns1:ext>
            </ns1:extLst>
          </ns0:cNvPr>
          <ns0:cNvSpPr>
            <ns1:spLocks noGrp="1"/>
          </ns0:cNvSpPr>
          <ns0:nvPr>
            <ns0:ph type="body" idx="45" hasCustomPrompt="1"/>
          </ns0:nvPr>
        </ns0:nvSpPr>
        <ns0:spPr>
          <ns1:xfrm>
            <ns1:off x="1318168" y="4133850"/>
            <ns1:ext cx="862064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млн</ns1:t>
            </ns1:r>
          </ns1:p>
        </ns0:txBody>
      </ns0:sp>
      <ns0:sp>
        <ns0:nvSpPr>
          <ns0:cNvPr id="85" name="Текст 39">
            <ns1:extLst>
              <ns1:ext uri="{FF2B5EF4-FFF2-40B4-BE49-F238E27FC236}">
                <ns2:creationId id="{C9AED66D-F8E7-168E-BCB0-F4DACB3473BC}"/>
              </ns1:ext>
            </ns1:extLst>
          </ns0:cNvPr>
          <ns0:cNvSpPr>
            <ns1:spLocks noGrp="1"/>
          </ns0:cNvSpPr>
          <ns0:nvPr>
            <ns0:ph type="body" idx="46" hasCustomPrompt="1"/>
          </ns0:nvPr>
        </ns0:nvSpPr>
        <ns0:spPr>
          <ns1:xfrm>
            <ns1:off x="1318168" y="3471473"/>
            <ns1:ext cx="1495424" cy="643326"/>
          </ns1:xfrm>
        </ns0:spPr>
        <ns0:txBody>
          <ns1:bodyPr anchor="ctr">
            <ns1:noAutofit/>
          </ns1:bodyPr>
          <ns1:lstStyle>
            <ns1:lvl1pPr>
              <ns1:buNone/>
              <ns1:defRPr sz="48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86" name="Текст 39">
            <ns1:extLst>
              <ns1:ext uri="{FF2B5EF4-FFF2-40B4-BE49-F238E27FC236}">
                <ns2:creationId id="{263A9E40-46C5-6BE2-D5B4-BB158787346A}"/>
              </ns1:ext>
            </ns1:extLst>
          </ns0:cNvPr>
          <ns0:cNvSpPr>
            <ns1:spLocks noGrp="1"/>
          </ns0:cNvSpPr>
          <ns0:nvPr>
            <ns0:ph type="body" idx="47" hasCustomPrompt="1"/>
          </ns0:nvPr>
        </ns0:nvSpPr>
        <ns0:spPr>
          <ns1:xfrm>
            <ns1:off x="3530026" y="3471473"/>
            <ns1:ext cx="1902993" cy="643326"/>
          </ns1:xfrm>
        </ns0:spPr>
        <ns0:txBody>
          <ns1:bodyPr anchor="ctr">
            <ns1:noAutofit/>
          </ns1:bodyPr>
          <ns1:lstStyle>
            <ns1:lvl1pPr>
              <ns1:buNone/>
              <ns1:defRPr sz="48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+11%</ns1:t>
            </ns1:r>
          </ns1:p>
        </ns0:txBody>
      </ns0:sp>
      <ns0:sp>
        <ns0:nvSpPr>
          <ns0:cNvPr id="87" name="Текст 39">
            <ns1:extLst>
              <ns1:ext uri="{FF2B5EF4-FFF2-40B4-BE49-F238E27FC236}">
                <ns2:creationId id="{90D07B49-1807-F911-4D5A-C481C4DECC83}"/>
              </ns1:ext>
            </ns1:extLst>
          </ns0:cNvPr>
          <ns0:cNvSpPr>
            <ns1:spLocks noGrp="1"/>
          </ns0:cNvSpPr>
          <ns0:nvPr>
            <ns0:ph type="body" idx="48" hasCustomPrompt="1"/>
          </ns0:nvPr>
        </ns0:nvSpPr>
        <ns0:spPr>
          <ns1:xfrm>
            <ns1:off x="7303549" y="6374663"/>
            <ns1:ext cx="1245420" cy="343925"/>
          </ns1:xfrm>
        </ns0:spPr>
        <ns0:txBody>
          <ns1:bodyPr anchor="ctr">
            <ns1:noAutofit/>
          </ns1:bodyPr>
          <ns1:lstStyle>
            <ns1:lvl1pPr>
              <ns1:buNone/>
              <ns1:defRPr sz="16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2025 год</ns1:t>
            </ns1:r>
          </ns1:p>
        </ns0:txBody>
      </ns0:sp>
      <ns0:sp>
        <ns0:nvSpPr>
          <ns0:cNvPr id="90" name="Текст 39">
            <ns1:extLst>
              <ns1:ext uri="{FF2B5EF4-FFF2-40B4-BE49-F238E27FC236}">
                <ns2:creationId id="{2E9FF644-F78F-2CF0-8D3C-4D0685692014}"/>
              </ns1:ext>
            </ns1:extLst>
          </ns0:cNvPr>
          <ns0:cNvSpPr>
            <ns1:spLocks noGrp="1"/>
          </ns0:cNvSpPr>
          <ns0:nvPr>
            <ns0:ph type="body" idx="49" hasCustomPrompt="1"/>
          </ns0:nvPr>
        </ns0:nvSpPr>
        <ns0:spPr>
          <ns1:xfrm>
            <ns1:off x="10012335" y="6374663"/>
            <ns1:ext cx="1245420" cy="343925"/>
          </ns1:xfrm>
        </ns0:spPr>
        <ns0:txBody>
          <ns1:bodyPr anchor="ctr">
            <ns1:noAutofit/>
          </ns1:bodyPr>
          <ns1:lstStyle>
            <ns1:lvl1pPr>
              <ns1:buNone/>
              <ns1:defRPr sz="16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2025 год</ns1:t>
            </ns1:r>
          </ns1:p>
        </ns0:txBody>
      </ns0:sp>
      <ns0:sp>
        <ns0:nvSpPr>
          <ns0:cNvPr id="6" name="Рисунок 16">
            <ns1:extLst>
              <ns1:ext uri="{FF2B5EF4-FFF2-40B4-BE49-F238E27FC236}">
                <ns2:creationId id="{F2D2E075-265E-FA97-6A80-207860EBF217}"/>
              </ns1:ext>
            </ns1:extLst>
          </ns0:cNvPr>
          <ns0:cNvSpPr>
            <ns1:spLocks noGrp="1"/>
          </ns0:cNvSpPr>
          <ns0:nvPr>
            <ns0:ph type="pic" idx="82" hasCustomPrompt="1"/>
          </ns0:nvPr>
        </ns0:nvSpPr>
        <ns0:spPr>
          <ns1:xfrm>
            <ns1:off x="5534024" y="5463154"/>
            <ns1:ext cx="342901" cy="357526"/>
          </ns1:xfrm>
          <ns1:prstGeom prst="rect">
            <ns1:avLst/>
          </ns1:prstGeom>
          <ns1:blipFill>
            <ns1:blip ns3:embed="R00fc2499386243f5">
              <ns1:extLst>
                <ns1:ext uri="{96DAC541-7B7A-43D3-8B79-37D633B846F1}">
                  <ns4:svgBlip ns3:embed="R463048f61bbb476d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0" name="Рисунок 16">
            <ns1:extLst>
              <ns1:ext uri="{FF2B5EF4-FFF2-40B4-BE49-F238E27FC236}">
                <ns2:creationId id="{66AFD0E1-FF12-EC7D-2C49-8FEC5BCDCFCD}"/>
              </ns1:ext>
            </ns1:extLst>
          </ns0:cNvPr>
          <ns0:cNvSpPr>
            <ns1:spLocks noGrp="1"/>
          </ns0:cNvSpPr>
          <ns0:nvPr>
            <ns0:ph type="pic" idx="83" hasCustomPrompt="1"/>
          </ns0:nvPr>
        </ns0:nvSpPr>
        <ns0:spPr>
          <ns1:xfrm>
            <ns1:off x="11121163" y="5463154"/>
            <ns1:ext cx="342901" cy="357526"/>
          </ns1:xfrm>
          <ns1:prstGeom prst="rect">
            <ns1:avLst/>
          </ns1:prstGeom>
          <ns1:blipFill>
            <ns1:blip ns3:embed="Re30fa4daaafb4807">
              <ns1:extLst>
                <ns1:ext uri="{96DAC541-7B7A-43D3-8B79-37D633B846F1}">
                  <ns4:svgBlip ns3:embed="R4a34c77474be4c9f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1" name="Рисунок 16">
            <ns1:extLst>
              <ns1:ext uri="{FF2B5EF4-FFF2-40B4-BE49-F238E27FC236}">
                <ns2:creationId id="{008D2FD1-73A5-6AF8-E0D6-E49C0702E952}"/>
              </ns1:ext>
            </ns1:extLst>
          </ns0:cNvPr>
          <ns0:cNvSpPr>
            <ns1:spLocks noGrp="1"/>
          </ns0:cNvSpPr>
          <ns0:nvPr>
            <ns0:ph type="pic" idx="84" hasCustomPrompt="1"/>
          </ns0:nvPr>
        </ns0:nvSpPr>
        <ns0:spPr>
          <ns1:xfrm>
            <ns1:off x="5529566" y="2757661"/>
            <ns1:ext cx="342901" cy="357526"/>
          </ns1:xfrm>
          <ns1:prstGeom prst="rect">
            <ns1:avLst/>
          </ns1:prstGeom>
          <ns1:blipFill>
            <ns1:blip ns3:embed="R15d87eb6ef3249e7">
              <ns1:extLst>
                <ns1:ext uri="{96DAC541-7B7A-43D3-8B79-37D633B846F1}">
                  <ns4:svgBlip ns3:embed="Rb0c7d8884ace476c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6" name="Рисунок 16">
            <ns1:extLst>
              <ns1:ext uri="{FF2B5EF4-FFF2-40B4-BE49-F238E27FC236}">
                <ns2:creationId id="{8D95F498-47D8-9BD3-C7BC-4C63EEC21BEA}"/>
              </ns1:ext>
            </ns1:extLst>
          </ns0:cNvPr>
          <ns0:cNvSpPr>
            <ns1:spLocks noGrp="1"/>
          </ns0:cNvSpPr>
          <ns0:nvPr>
            <ns0:ph type="pic" idx="85" hasCustomPrompt="1"/>
          </ns0:nvPr>
        </ns0:nvSpPr>
        <ns0:spPr>
          <ns1:xfrm>
            <ns1:off x="9665541" y="6403183"/>
            <ns1:ext cx="288872" cy="301193"/>
          </ns1:xfrm>
          <ns1:prstGeom prst="rect">
            <ns1:avLst/>
          </ns1:prstGeom>
          <ns1:blipFill>
            <ns1:blip ns3:embed="R33366229024647a1">
              <ns1:extLst>
                <ns1:ext uri="{96DAC541-7B7A-43D3-8B79-37D633B846F1}">
                  <ns4:svgBlip ns3:embed="Rd8c167d2b952479d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7" name="Рисунок 16">
            <ns1:extLst>
              <ns1:ext uri="{FF2B5EF4-FFF2-40B4-BE49-F238E27FC236}">
                <ns2:creationId id="{52E2FEB9-E615-7559-0F65-A902976C78CA}"/>
              </ns1:ext>
            </ns1:extLst>
          </ns0:cNvPr>
          <ns0:cNvSpPr>
            <ns1:spLocks noGrp="1"/>
          </ns0:cNvSpPr>
          <ns0:nvPr>
            <ns0:ph type="pic" idx="86" hasCustomPrompt="1"/>
          </ns0:nvPr>
        </ns0:nvSpPr>
        <ns0:spPr>
          <ns1:xfrm>
            <ns1:off x="6945491" y="6403183"/>
            <ns1:ext cx="288872" cy="301193"/>
          </ns1:xfrm>
          <ns1:prstGeom prst="rect">
            <ns1:avLst/>
          </ns1:prstGeom>
          <ns1:blipFill>
            <ns1:blip ns3:embed="R33366229024647a1">
              <ns1:extLst>
                <ns1:ext uri="{96DAC541-7B7A-43D3-8B79-37D633B846F1}">
                  <ns4:svgBlip ns3:embed="Rd8c167d2b952479d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28" name="Рисунок 20">
            <ns1:extLst>
              <ns1:ext uri="{FF2B5EF4-FFF2-40B4-BE49-F238E27FC236}">
                <ns2:creationId id="{68FA71E7-1BD7-C877-BDD8-2BCDC2476D8C}"/>
              </ns1:ext>
            </ns1:extLst>
          </ns0:cNvPr>
          <ns0:cNvSpPr>
            <ns1:spLocks noGrp="1"/>
          </ns0:cNvSpPr>
          <ns0:nvPr>
            <ns0:ph type="pic" idx="89" hasCustomPrompt="1"/>
          </ns0:nvPr>
        </ns0:nvSpPr>
        <ns0:spPr>
          <ns1:xfrm>
            <ns1:off x="14149410" y="6679328"/>
            <ns1:ext cx="28800" cy="1771650"/>
          </ns1:xfrm>
          <ns1:prstGeom prst="rect">
            <ns1:avLst/>
          </ns1:prstGeom>
          <ns1:solidFill>
            <ns1:schemeClr val="bg1"/>
          </ns1:solidFill>
        </ns0:spPr>
        <ns0:txBody>
          <ns1:bodyPr>
            <ns1:noAutofit/>
          </ns1:bodyPr>
          <ns1:lstStyle>
            <ns1:lvl1pPr>
              <ns1:buNone/>
              <ns1:defRPr sz="1050"/>
            </ns1:lvl1pPr>
          </ns1:lstStyle>
          <ns1:p>
            <ns1:r>
              <ns1:t> </ns1:t>
            </ns1:r>
          </ns1:p>
        </ns0:txBody>
      </ns0:sp>
      <ns0:sp>
        <ns0:nvSpPr>
          <ns0:cNvPr id="29" name="Рисунок 20">
            <ns1:extLst>
              <ns1:ext uri="{FF2B5EF4-FFF2-40B4-BE49-F238E27FC236}">
                <ns2:creationId id="{6DD4E6AE-5A8D-7DD6-440F-B3153A05A689}"/>
              </ns1:ext>
            </ns1:extLst>
          </ns0:cNvPr>
          <ns0:cNvSpPr>
            <ns1:spLocks noGrp="1"/>
          </ns0:cNvSpPr>
          <ns0:nvPr>
            <ns0:ph type="pic" idx="90" hasCustomPrompt="1"/>
          </ns0:nvPr>
        </ns0:nvSpPr>
        <ns0:spPr>
          <ns1:xfrm>
            <ns1:off x="9037082" y="6993149"/>
            <ns1:ext cx="21600" cy="1006302"/>
          </ns1:xfrm>
          <ns1:prstGeom prst="rect">
            <ns1:avLst/>
          </ns1:prstGeom>
          <ns1:solidFill>
            <ns1:schemeClr val="tx1"/>
          </ns1:solidFill>
        </ns0:spPr>
        <ns0:txBody>
          <ns1:bodyPr>
            <ns1:noAutofit/>
          </ns1:bodyPr>
          <ns1:lstStyle>
            <ns1:lvl1pPr>
              <ns1:buNone/>
              <ns1:defRPr sz="1050"/>
            </ns1:lvl1pPr>
          </ns1:lstStyle>
          <ns1:p>
            <ns1:r>
              <ns1:t> </ns1:t>
            </ns1:r>
          </ns1:p>
        </ns0:txBody>
      </ns0:sp>
      <ns0:sp>
        <ns0:nvSpPr>
          <ns0:cNvPr id="30" name="Рисунок 20">
            <ns1:extLst>
              <ns1:ext uri="{FF2B5EF4-FFF2-40B4-BE49-F238E27FC236}">
                <ns2:creationId id="{86DEBA17-5E5D-48E4-4B02-76E487A04591}"/>
              </ns1:ext>
            </ns1:extLst>
          </ns0:cNvPr>
          <ns0:cNvSpPr>
            <ns1:spLocks noGrp="1"/>
          </ns0:cNvSpPr>
          <ns0:nvPr>
            <ns0:ph type="pic" idx="91" hasCustomPrompt="1"/>
          </ns0:nvPr>
        </ns0:nvSpPr>
        <ns0:spPr>
          <ns1:xfrm>
            <ns1:off x="8709100" y="3471473"/>
            <ns1:ext cx="21600" cy="1006302"/>
          </ns1:xfrm>
          <ns1:prstGeom prst="rect">
            <ns1:avLst/>
          </ns1:prstGeom>
          <ns1:solidFill>
            <ns1:schemeClr val="tx1"/>
          </ns1:solidFill>
        </ns0:spPr>
        <ns0:txBody>
          <ns1:bodyPr>
            <ns1:noAutofit/>
          </ns1:bodyPr>
          <ns1:lstStyle>
            <ns1:lvl1pPr>
              <ns1:buNone/>
              <ns1:defRPr sz="1050"/>
            </ns1:lvl1pPr>
          </ns1:lstStyle>
          <ns1:p>
            <ns1:r>
              <ns1:t> </ns1:t>
            </ns1:r>
          </ns1:p>
        </ns0:txBody>
      </ns0:sp>
      <ns0:sp>
        <ns0:nvSpPr>
          <ns0:cNvPr id="31" name="Рисунок 20">
            <ns1:extLst>
              <ns1:ext uri="{FF2B5EF4-FFF2-40B4-BE49-F238E27FC236}">
                <ns2:creationId id="{50D0B4E3-9E5F-30E2-BBB3-C8EEFA3373E7}"/>
              </ns1:ext>
            </ns1:extLst>
          </ns0:cNvPr>
          <ns0:cNvSpPr>
            <ns1:spLocks noGrp="1"/>
          </ns0:cNvSpPr>
          <ns0:nvPr>
            <ns0:ph type="pic" idx="92" hasCustomPrompt="1"/>
          </ns0:nvPr>
        </ns0:nvSpPr>
        <ns0:spPr>
          <ns1:xfrm>
            <ns1:off x="14253841" y="3471473"/>
            <ns1:ext cx="21600" cy="1006302"/>
          </ns1:xfrm>
          <ns1:prstGeom prst="rect">
            <ns1:avLst/>
          </ns1:prstGeom>
          <ns1:solidFill>
            <ns1:schemeClr val="tx1"/>
          </ns1:solidFill>
        </ns0:spPr>
        <ns0:txBody>
          <ns1:bodyPr>
            <ns1:noAutofit/>
          </ns1:bodyPr>
          <ns1:lstStyle>
            <ns1:lvl1pPr>
              <ns1:buNone/>
              <ns1:defRPr sz="1050"/>
            </ns1:lvl1pPr>
          </ns1:lstStyle>
          <ns1:p>
            <ns1:r>
              <ns1:t> </ns1:t>
            </ns1:r>
          </ns1:p>
        </ns0:txBody>
      </ns0:sp>
      <ns0:sp>
        <ns0:nvSpPr>
          <ns0:cNvPr id="32" name="Рисунок 20">
            <ns1:extLst>
              <ns1:ext uri="{FF2B5EF4-FFF2-40B4-BE49-F238E27FC236}">
                <ns2:creationId id="{F3C4ECB1-B5F6-2A6B-F37F-D6AD3EF4207F}"/>
              </ns1:ext>
            </ns1:extLst>
          </ns0:cNvPr>
          <ns0:cNvSpPr>
            <ns1:spLocks noGrp="1"/>
          </ns0:cNvSpPr>
          <ns0:nvPr>
            <ns0:ph type="pic" idx="93" hasCustomPrompt="1"/>
          </ns0:nvPr>
        </ns0:nvSpPr>
        <ns0:spPr>
          <ns1:xfrm>
            <ns1:off x="3153126" y="3471473"/>
            <ns1:ext cx="21600" cy="1006302"/>
          </ns1:xfrm>
          <ns1:prstGeom prst="rect">
            <ns1:avLst/>
          </ns1:prstGeom>
          <ns1:solidFill>
            <ns1:schemeClr val="bg1"/>
          </ns1:solidFill>
        </ns0:spPr>
        <ns0:txBody>
          <ns1:bodyPr>
            <ns1:noAutofit/>
          </ns1:bodyPr>
          <ns1:lstStyle>
            <ns1:lvl1pPr>
              <ns1:buNone/>
              <ns1:defRPr sz="1050"/>
            </ns1:lvl1pPr>
          </ns1:lstStyle>
          <ns1:p>
            <ns1:r>
              <ns1:t> </ns1:t>
            </ns1:r>
          </ns1:p>
        </ns0:txBody>
      </ns0:sp>
      <ns0:sp>
        <ns0:nvSpPr>
          <ns0:cNvPr id="14" name="Рисунок 3">
            <ns1:extLst>
              <ns1:ext uri="{FF2B5EF4-FFF2-40B4-BE49-F238E27FC236}">
                <ns2:creationId id="{291A9DA0-2D77-3C7E-C7DC-948511C17CDA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5" name="Текст 16">
            <ns1:extLst>
              <ns1:ext uri="{FF2B5EF4-FFF2-40B4-BE49-F238E27FC236}">
                <ns2:creationId id="{E0B09B9E-F236-7082-400F-99DEF40EA73C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a996b43a2b3e4e0d">
              <ns1:extLst>
                <ns1:ext uri="{96DAC541-7B7A-43D3-8B79-37D633B846F1}">
                  <ns4:svgBlip ns3:embed="R6458a3773fb6492a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8" name="Текст 16">
            <ns1:extLst>
              <ns1:ext uri="{FF2B5EF4-FFF2-40B4-BE49-F238E27FC236}">
                <ns2:creationId id="{A0B70EBE-70C6-86A5-DEA4-4C8D6A6C2226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e01754f3172a4c30">
              <ns1:extLst>
                <ns1:ext uri="{96DAC541-7B7A-43D3-8B79-37D633B846F1}">
                  <ns4:svgBlip ns3:embed="Re2a9a4ac68024e9a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38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4 блока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4" name="Рисунок 11">
            <ns1:extLst>
              <ns1:ext uri="{FF2B5EF4-FFF2-40B4-BE49-F238E27FC236}">
                <ns2:creationId id="{B9C6A9E2-A2F1-7270-5578-C0D185A2AF6B}"/>
              </ns1:ext>
            </ns1:extLst>
          </ns0:cNvPr>
          <ns0:cNvSpPr>
            <ns1:spLocks noGrp="1"/>
          </ns0:cNvSpPr>
          <ns0:nvPr>
            <ns0:ph type="pic" idx="63" hasCustomPrompt="1"/>
          </ns0:nvPr>
        </ns0:nvSpPr>
        <ns0:spPr>
          <ns1:xfrm>
            <ns1:off x="948260" y="2476500"/>
            <ns1:ext cx="9430718" cy="3138574"/>
          </ns1:xfrm>
          <ns1:prstGeom prst="roundRect">
            <ns1:avLst>
              <ns1:gd name="adj" fmla="val 11505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7" name="Рисунок 11">
            <ns1:extLst>
              <ns1:ext uri="{FF2B5EF4-FFF2-40B4-BE49-F238E27FC236}">
                <ns2:creationId id="{21C789BA-34B4-1355-64DB-9E42A624722D}"/>
              </ns1:ext>
            </ns1:extLst>
          </ns0:cNvPr>
          <ns0:cNvSpPr>
            <ns1:spLocks noGrp="1"/>
          </ns0:cNvSpPr>
          <ns0:nvPr>
            <ns0:ph type="pic" idx="65" hasCustomPrompt="1"/>
          </ns0:nvPr>
        </ns0:nvSpPr>
        <ns0:spPr>
          <ns1:xfrm>
            <ns1:off x="948260" y="5854182"/>
            <ns1:ext cx="9430718" cy="3138574"/>
          </ns1:xfrm>
          <ns1:prstGeom prst="roundRect">
            <ns1:avLst>
              <ns1:gd name="adj" fmla="val 11505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8" name="Рисунок 11">
            <ns1:extLst>
              <ns1:ext uri="{FF2B5EF4-FFF2-40B4-BE49-F238E27FC236}">
                <ns2:creationId id="{89A227BE-8FEA-91EC-640E-1CCE387CD54B}"/>
              </ns1:ext>
            </ns1:extLst>
          </ns0:cNvPr>
          <ns0:cNvSpPr>
            <ns1:spLocks noGrp="1"/>
          </ns0:cNvSpPr>
          <ns0:nvPr>
            <ns0:ph type="pic" idx="66" hasCustomPrompt="1"/>
          </ns0:nvPr>
        </ns0:nvSpPr>
        <ns0:spPr>
          <ns1:xfrm>
            <ns1:off x="5871882" y="3472957"/>
            <ns1:ext cx="4015068" cy="1123950"/>
          </ns1:xfrm>
          <ns1:prstGeom prst="roundRect">
            <ns1:avLst>
              <ns1:gd name="adj" fmla="val 11505"/>
            </ns1:avLst>
          </ns1:prstGeom>
          <ns1:solidFill>
            <ns1:srgbClr val="00B050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9" name="Рисунок 11">
            <ns1:extLst>
              <ns1:ext uri="{FF2B5EF4-FFF2-40B4-BE49-F238E27FC236}">
                <ns2:creationId id="{A398ABE2-9C11-D499-9C25-C886BC672628}"/>
              </ns1:ext>
            </ns1:extLst>
          </ns0:cNvPr>
          <ns0:cNvSpPr>
            <ns1:spLocks noGrp="1"/>
          </ns0:cNvSpPr>
          <ns0:nvPr>
            <ns0:ph type="pic" idx="67" hasCustomPrompt="1"/>
          </ns0:nvPr>
        </ns0:nvSpPr>
        <ns0:spPr>
          <ns1:xfrm>
            <ns1:off x="5871882" y="6850638"/>
            <ns1:ext cx="4015068" cy="1123950"/>
          </ns1:xfrm>
          <ns1:prstGeom prst="roundRect">
            <ns1:avLst>
              <ns1:gd name="adj" fmla="val 11505"/>
            </ns1:avLst>
          </ns1:prstGeom>
          <ns1:solidFill>
            <ns1:srgbClr val="00B050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3" name="Рисунок 11">
            <ns1:extLst>
              <ns1:ext uri="{FF2B5EF4-FFF2-40B4-BE49-F238E27FC236}">
                <ns2:creationId id="{16A9F8F9-9C34-43EC-A9F8-7B3EF9A6F332}"/>
              </ns1:ext>
            </ns1:extLst>
          </ns0:cNvPr>
          <ns0:cNvSpPr>
            <ns1:spLocks noGrp="1"/>
          </ns0:cNvSpPr>
          <ns0:nvPr>
            <ns0:ph type="pic" idx="62" hasCustomPrompt="1"/>
          </ns0:nvPr>
        </ns0:nvSpPr>
        <ns0:spPr>
          <ns1:xfrm>
            <ns1:off x="10607578" y="2476499"/>
            <ns1:ext cx="6726366" cy="3138573"/>
          </ns1:xfrm>
          <ns1:prstGeom prst="roundRect">
            <ns1:avLst>
              <ns1:gd name="adj" fmla="val 11505"/>
            </ns1:avLst>
          </ns1:prstGeom>
          <ns1:solidFill>
            <ns1:schemeClr val="accent1">
              <ns1:lumMod val="20000"/>
              <ns1:lumOff val="8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5" name="Рисунок 11">
            <ns1:extLst>
              <ns1:ext uri="{FF2B5EF4-FFF2-40B4-BE49-F238E27FC236}">
                <ns2:creationId id="{96F34B83-9E77-8B50-06C5-71A241FDC9A3}"/>
              </ns1:ext>
            </ns1:extLst>
          </ns0:cNvPr>
          <ns0:cNvSpPr>
            <ns1:spLocks noGrp="1"/>
          </ns0:cNvSpPr>
          <ns0:nvPr>
            <ns0:ph type="pic" idx="64" hasCustomPrompt="1"/>
          </ns0:nvPr>
        </ns0:nvSpPr>
        <ns0:spPr>
          <ns1:xfrm>
            <ns1:off x="10607578" y="5854181"/>
            <ns1:ext cx="6726366" cy="3138573"/>
          </ns1:xfrm>
          <ns1:prstGeom prst="roundRect">
            <ns1:avLst>
              <ns1:gd name="adj" fmla="val 11505"/>
            </ns1:avLst>
          </ns1:prstGeom>
          <ns1:solidFill>
            <ns1:schemeClr val="accent1">
              <ns1:lumMod val="20000"/>
              <ns1:lumOff val="8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19" name="Текст 39">
            <ns1:extLst>
              <ns1:ext uri="{FF2B5EF4-FFF2-40B4-BE49-F238E27FC236}">
                <ns2:creationId id="{F114A16F-8155-6491-1593-52E08A4FBB35}"/>
              </ns1:ext>
            </ns1:extLst>
          </ns0:cNvPr>
          <ns0:cNvSpPr>
            <ns1:spLocks noGrp="1"/>
          </ns0:cNvSpPr>
          <ns0:nvPr>
            <ns0:ph type="body" idx="50" hasCustomPrompt="1"/>
          </ns0:nvPr>
        </ns0:nvSpPr>
        <ns0:spPr>
          <ns1:xfrm>
            <ns1:off x="1447800" y="6639037"/>
            <ns1:ext cx="2482867" cy="643326"/>
          </ns1:xfrm>
        </ns0:spPr>
        <ns0:txBody>
          <ns1:bodyPr anchor="ctr">
            <ns1:noAutofit/>
          </ns1:bodyPr>
          <ns1:lstStyle>
            <ns1:lvl1pPr>
              <ns1:buNone/>
              <ns1:defRPr sz="72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20" name="Текст 39">
            <ns1:extLst>
              <ns1:ext uri="{FF2B5EF4-FFF2-40B4-BE49-F238E27FC236}">
                <ns2:creationId id="{9155A9FB-17C1-F919-C5DE-8F6EDB7E407F}"/>
              </ns1:ext>
            </ns1:extLst>
          </ns0:cNvPr>
          <ns0:cNvSpPr>
            <ns1:spLocks noGrp="1"/>
          </ns0:cNvSpPr>
          <ns0:nvPr>
            <ns0:ph type="body" idx="51" hasCustomPrompt="1"/>
          </ns0:nvPr>
        </ns0:nvSpPr>
        <ns0:spPr>
          <ns1:xfrm>
            <ns1:off x="1447800" y="7419574"/>
            <ns1:ext cx="2482866" cy="66306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</ns1:t>
            </ns1:r>
            <ns1:br/>
            <ns1:r>
              <ns1:t>в несколько строк</ns1:t>
            </ns1:r>
          </ns1:p>
        </ns0:txBody>
      </ns0:sp>
      <ns0:sp>
        <ns0:nvSpPr>
          <ns0:cNvPr id="29" name="Текст 39">
            <ns1:extLst>
              <ns1:ext uri="{FF2B5EF4-FFF2-40B4-BE49-F238E27FC236}">
                <ns2:creationId id="{B4631006-FC11-3C6D-47B9-606322555AF5}"/>
              </ns1:ext>
            </ns1:extLst>
          </ns0:cNvPr>
          <ns0:cNvSpPr>
            <ns1:spLocks noGrp="1"/>
          </ns0:cNvSpPr>
          <ns0:nvPr>
            <ns0:ph type="body" idx="52" hasCustomPrompt="1"/>
          </ns0:nvPr>
        </ns0:nvSpPr>
        <ns0:spPr>
          <ns1:xfrm>
            <ns1:off x="6052554" y="7068476"/>
            <ns1:ext cx="3649694" cy="643326"/>
          </ns1:xfrm>
        </ns0:spPr>
        <ns0:txBody>
          <ns1:bodyPr anchor="ctr">
            <ns1:noAutofit/>
          </ns1:bodyPr>
          <ns1:lstStyle>
            <ns1:lvl1pPr>
              <ns1:buNone/>
              <ns1:defRPr sz="48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r>
              <ns1:t> тыс.</ns1:t>
            </ns1:r>
          </ns1:p>
        </ns0:txBody>
      </ns0:sp>
      <ns0:sp>
        <ns0:nvSpPr>
          <ns0:cNvPr id="30" name="Текст 39">
            <ns1:extLst>
              <ns1:ext uri="{FF2B5EF4-FFF2-40B4-BE49-F238E27FC236}">
                <ns2:creationId id="{4166617F-8F5A-4569-00C8-1BCE41E1F3F7}"/>
              </ns1:ext>
            </ns1:extLst>
          </ns0:cNvPr>
          <ns0:cNvSpPr>
            <ns1:spLocks noGrp="1"/>
          </ns0:cNvSpPr>
          <ns0:nvPr>
            <ns0:ph type="body" idx="53" hasCustomPrompt="1"/>
          </ns0:nvPr>
        </ns0:nvSpPr>
        <ns0:spPr>
          <ns1:xfrm>
            <ns1:off x="11040035" y="6738351"/>
            <ns1:ext cx="2482867" cy="643326"/>
          </ns1:xfrm>
        </ns0:spPr>
        <ns0:txBody>
          <ns1:bodyPr anchor="ctr">
            <ns1:noAutofit/>
          </ns1:bodyPr>
          <ns1:lstStyle>
            <ns1:lvl1pPr>
              <ns1:buNone/>
              <ns1:defRPr sz="72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31" name="Текст 39">
            <ns1:extLst>
              <ns1:ext uri="{FF2B5EF4-FFF2-40B4-BE49-F238E27FC236}">
                <ns2:creationId id="{61D61F47-1EDF-ECBC-BA54-654068413482}"/>
              </ns1:ext>
            </ns1:extLst>
          </ns0:cNvPr>
          <ns0:cNvSpPr>
            <ns1:spLocks noGrp="1"/>
          </ns0:cNvSpPr>
          <ns0:nvPr>
            <ns0:ph type="body" idx="54" hasCustomPrompt="1"/>
          </ns0:nvPr>
        </ns0:nvSpPr>
        <ns0:spPr>
          <ns1:xfrm>
            <ns1:off x="11040035" y="7518888"/>
            <ns1:ext cx="2482866" cy="66306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</ns1:t>
            </ns1:r>
            <ns1:br/>
            <ns1:r>
              <ns1:t>в несколько строк</ns1:t>
            </ns1:r>
          </ns1:p>
        </ns0:txBody>
      </ns0:sp>
      <ns0:sp>
        <ns0:nvSpPr>
          <ns0:cNvPr id="32" name="Текст 39">
            <ns1:extLst>
              <ns1:ext uri="{FF2B5EF4-FFF2-40B4-BE49-F238E27FC236}">
                <ns2:creationId id="{F91AE394-1E6E-2729-692C-3A2F1D730ACC}"/>
              </ns1:ext>
            </ns1:extLst>
          </ns0:cNvPr>
          <ns0:cNvSpPr>
            <ns1:spLocks noGrp="1"/>
          </ns0:cNvSpPr>
          <ns0:nvPr>
            <ns0:ph type="body" idx="55" hasCustomPrompt="1"/>
          </ns0:nvPr>
        </ns0:nvSpPr>
        <ns0:spPr>
          <ns1:xfrm>
            <ns1:off x="14428694" y="6738351"/>
            <ns1:ext cx="2482867" cy="643326"/>
          </ns1:xfrm>
        </ns0:spPr>
        <ns0:txBody>
          <ns1:bodyPr anchor="ctr">
            <ns1:noAutofit/>
          </ns1:bodyPr>
          <ns1:lstStyle>
            <ns1:lvl1pPr>
              <ns1:buNone/>
              <ns1:defRPr sz="72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34" name="Текст 39">
            <ns1:extLst>
              <ns1:ext uri="{FF2B5EF4-FFF2-40B4-BE49-F238E27FC236}">
                <ns2:creationId id="{55A0B813-4A6C-FD4A-1D3A-01F55BB74419}"/>
              </ns1:ext>
            </ns1:extLst>
          </ns0:cNvPr>
          <ns0:cNvSpPr>
            <ns1:spLocks noGrp="1"/>
          </ns0:cNvSpPr>
          <ns0:nvPr>
            <ns0:ph type="body" idx="56" hasCustomPrompt="1"/>
          </ns0:nvPr>
        </ns0:nvSpPr>
        <ns0:spPr>
          <ns1:xfrm>
            <ns1:off x="14428694" y="7518888"/>
            <ns1:ext cx="2482866" cy="66306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</ns1:t>
            </ns1:r>
            <ns1:br/>
            <ns1:r>
              <ns1:t>в несколько строк</ns1:t>
            </ns1:r>
          </ns1:p>
        </ns0:txBody>
      </ns0:sp>
      <ns0:sp>
        <ns0:nvSpPr>
          <ns0:cNvPr id="39" name="Текст 39">
            <ns1:extLst>
              <ns1:ext uri="{FF2B5EF4-FFF2-40B4-BE49-F238E27FC236}">
                <ns2:creationId id="{A9DA6ACB-2174-F0E8-D26E-0E356A7E6C24}"/>
              </ns1:ext>
            </ns1:extLst>
          </ns0:cNvPr>
          <ns0:cNvSpPr>
            <ns1:spLocks noGrp="1"/>
          </ns0:cNvSpPr>
          <ns0:nvPr>
            <ns0:ph type="body" idx="57" hasCustomPrompt="1"/>
          </ns0:nvPr>
        </ns0:nvSpPr>
        <ns0:spPr>
          <ns1:xfrm>
            <ns1:off x="1447800" y="3268307"/>
            <ns1:ext cx="2482867" cy="643326"/>
          </ns1:xfrm>
        </ns0:spPr>
        <ns0:txBody>
          <ns1:bodyPr anchor="ctr">
            <ns1:noAutofit/>
          </ns1:bodyPr>
          <ns1:lstStyle>
            <ns1:lvl1pPr>
              <ns1:buNone/>
              <ns1:defRPr sz="72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40" name="Текст 39">
            <ns1:extLst>
              <ns1:ext uri="{FF2B5EF4-FFF2-40B4-BE49-F238E27FC236}">
                <ns2:creationId id="{BB516A3B-6606-7574-382F-78927CB14C39}"/>
              </ns1:ext>
            </ns1:extLst>
          </ns0:cNvPr>
          <ns0:cNvSpPr>
            <ns1:spLocks noGrp="1"/>
          </ns0:cNvSpPr>
          <ns0:nvPr>
            <ns0:ph type="body" idx="58" hasCustomPrompt="1"/>
          </ns0:nvPr>
        </ns0:nvSpPr>
        <ns0:spPr>
          <ns1:xfrm>
            <ns1:off x="1447800" y="4048844"/>
            <ns1:ext cx="2482866" cy="66306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</ns1:t>
            </ns1:r>
            <ns1:br/>
            <ns1:r>
              <ns1:t>в несколько строк</ns1:t>
            </ns1:r>
          </ns1:p>
        </ns0:txBody>
      </ns0:sp>
      <ns0:sp>
        <ns0:nvSpPr>
          <ns0:cNvPr id="41" name="Текст 39">
            <ns1:extLst>
              <ns1:ext uri="{FF2B5EF4-FFF2-40B4-BE49-F238E27FC236}">
                <ns2:creationId id="{0770AA70-F1BC-5B38-5493-10021D67E25E}"/>
              </ns1:ext>
            </ns1:extLst>
          </ns0:cNvPr>
          <ns0:cNvSpPr>
            <ns1:spLocks noGrp="1"/>
          </ns0:cNvSpPr>
          <ns0:nvPr>
            <ns0:ph type="body" idx="59" hasCustomPrompt="1"/>
          </ns0:nvPr>
        </ns0:nvSpPr>
        <ns0:spPr>
          <ns1:xfrm>
            <ns1:off x="6052554" y="3697746"/>
            <ns1:ext cx="3649694" cy="643326"/>
          </ns1:xfrm>
        </ns0:spPr>
        <ns0:txBody>
          <ns1:bodyPr anchor="ctr">
            <ns1:noAutofit/>
          </ns1:bodyPr>
          <ns1:lstStyle>
            <ns1:lvl1pPr>
              <ns1:buNone/>
              <ns1:defRPr sz="48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r>
              <ns1:t> тыс.</ns1:t>
            </ns1:r>
          </ns1:p>
        </ns0:txBody>
      </ns0:sp>
      <ns0:sp>
        <ns0:nvSpPr>
          <ns0:cNvPr id="42" name="Текст 39">
            <ns1:extLst>
              <ns1:ext uri="{FF2B5EF4-FFF2-40B4-BE49-F238E27FC236}">
                <ns2:creationId id="{F6169280-A404-7A0B-9DF7-CA1B31D0B3BF}"/>
              </ns1:ext>
            </ns1:extLst>
          </ns0:cNvPr>
          <ns0:cNvSpPr>
            <ns1:spLocks noGrp="1"/>
          </ns0:cNvSpPr>
          <ns0:nvPr>
            <ns0:ph type="body" idx="60" hasCustomPrompt="1"/>
          </ns0:nvPr>
        </ns0:nvSpPr>
        <ns0:spPr>
          <ns1:xfrm>
            <ns1:off x="11040035" y="3367621"/>
            <ns1:ext cx="2482867" cy="643326"/>
          </ns1:xfrm>
        </ns0:spPr>
        <ns0:txBody>
          <ns1:bodyPr anchor="ctr">
            <ns1:noAutofit/>
          </ns1:bodyPr>
          <ns1:lstStyle>
            <ns1:lvl1pPr>
              <ns1:buNone/>
              <ns1:defRPr sz="72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43" name="Текст 39">
            <ns1:extLst>
              <ns1:ext uri="{FF2B5EF4-FFF2-40B4-BE49-F238E27FC236}">
                <ns2:creationId id="{E4994E91-519B-1DDA-D2C5-1997EE3D5899}"/>
              </ns1:ext>
            </ns1:extLst>
          </ns0:cNvPr>
          <ns0:cNvSpPr>
            <ns1:spLocks noGrp="1"/>
          </ns0:cNvSpPr>
          <ns0:nvPr>
            <ns0:ph type="body" idx="61" hasCustomPrompt="1"/>
          </ns0:nvPr>
        </ns0:nvSpPr>
        <ns0:spPr>
          <ns1:xfrm>
            <ns1:off x="11040035" y="4148158"/>
            <ns1:ext cx="2482866" cy="66306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</ns1:t>
            </ns1:r>
            <ns1:br/>
            <ns1:r>
              <ns1:t>в несколько строк</ns1:t>
            </ns1:r>
          </ns1:p>
        </ns0:txBody>
      </ns0:sp>
      <ns0:sp>
        <ns0:nvSpPr>
          <ns0:cNvPr id="10" name="Рисунок 16">
            <ns1:extLst>
              <ns1:ext uri="{FF2B5EF4-FFF2-40B4-BE49-F238E27FC236}">
                <ns2:creationId id="{0A454608-1D27-5B30-3D1E-59CE2E775418}"/>
              </ns1:ext>
            </ns1:extLst>
          </ns0:cNvPr>
          <ns0:cNvSpPr>
            <ns1:spLocks noGrp="1"/>
          </ns0:cNvSpPr>
          <ns0:nvPr>
            <ns0:ph type="pic" idx="83" hasCustomPrompt="1"/>
          </ns0:nvPr>
        </ns0:nvSpPr>
        <ns0:spPr>
          <ns1:xfrm>
            <ns1:off x="15376501" y="4290686"/>
            <ns1:ext cx="1905825" cy="1905824"/>
          </ns1:xfrm>
          <ns1:prstGeom prst="rect">
            <ns1:avLst/>
          </ns1:prstGeom>
          <ns1:blipFill>
            <ns1:blip ns3:embed="R08fd2979e2fa433d"/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1" name="Рисунок 20">
            <ns1:extLst>
              <ns1:ext uri="{FF2B5EF4-FFF2-40B4-BE49-F238E27FC236}">
                <ns2:creationId id="{17DA9366-322E-2745-9D59-D4516EA6703D}"/>
              </ns1:ext>
            </ns1:extLst>
          </ns0:cNvPr>
          <ns0:cNvSpPr>
            <ns1:spLocks noGrp="1"/>
          </ns0:cNvSpPr>
          <ns0:nvPr>
            <ns0:ph type="pic" idx="89" hasCustomPrompt="1"/>
          </ns0:nvPr>
        </ns0:nvSpPr>
        <ns0:spPr>
          <ns1:xfrm>
            <ns1:off x="13970181" y="6534150"/>
            <ns1:ext cx="28800" cy="1771650"/>
          </ns1:xfrm>
          <ns1:prstGeom prst="rect">
            <ns1:avLst/>
          </ns1:prstGeom>
          <ns1:solidFill>
            <ns1:schemeClr val="tx1"/>
          </ns1:solidFill>
        </ns0:spPr>
        <ns0:txBody>
          <ns1:bodyPr>
            <ns1:noAutofit/>
          </ns1:bodyPr>
          <ns1:lstStyle>
            <ns1:lvl1pPr>
              <ns1:buNone/>
              <ns1:defRPr sz="1050"/>
            </ns1:lvl1pPr>
          </ns1:lstStyle>
          <ns1:p>
            <ns1:r>
              <ns1:t> </ns1:t>
            </ns1:r>
          </ns1:p>
        </ns0:txBody>
      </ns0:sp>
      <ns0:sp>
        <ns0:nvSpPr>
          <ns0:cNvPr id="6" name="Рисунок 3">
            <ns1:extLst>
              <ns1:ext uri="{FF2B5EF4-FFF2-40B4-BE49-F238E27FC236}">
                <ns2:creationId id="{BE4485B8-8282-9B6D-1552-C121313C8677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2" name="Текст 16">
            <ns1:extLst>
              <ns1:ext uri="{FF2B5EF4-FFF2-40B4-BE49-F238E27FC236}">
                <ns2:creationId id="{36ACEADE-C025-511F-D6CA-DB4CC2F0629C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4a70acb032db46f7">
              <ns1:extLst>
                <ns1:ext uri="{96DAC541-7B7A-43D3-8B79-37D633B846F1}">
                  <ns4:svgBlip ns3:embed="R33045a531a294bd6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5" name="Текст 16">
            <ns1:extLst>
              <ns1:ext uri="{FF2B5EF4-FFF2-40B4-BE49-F238E27FC236}">
                <ns2:creationId id="{9164B33F-7EA4-841E-CA24-E08347A8064C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399bee64eff34c41">
              <ns1:extLst>
                <ns1:ext uri="{96DAC541-7B7A-43D3-8B79-37D633B846F1}">
                  <ns4:svgBlip ns3:embed="R181810ce8c2847b1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39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3 блока">
    <ns0:bg>
      <ns0:bgPr>
        <ns1:solidFill>
          <ns1:schemeClr val="bg1">
            <ns1:lumMod val="95000"/>
          </ns1:schemeClr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" name="Рисунок 11">
            <ns1:extLst>
              <ns1:ext uri="{FF2B5EF4-FFF2-40B4-BE49-F238E27FC236}">
                <ns2:creationId id="{B154CC16-B43C-DC88-7343-7A72708B8495}"/>
              </ns1:ext>
            </ns1:extLst>
          </ns0:cNvPr>
          <ns0:cNvSpPr>
            <ns1:spLocks noGrp="1"/>
          </ns0:cNvSpPr>
          <ns0:nvPr>
            <ns0:ph type="pic" idx="49" hasCustomPrompt="1"/>
          </ns0:nvPr>
        </ns0:nvSpPr>
        <ns0:spPr>
          <ns1:xfrm>
            <ns1:off x="958422" y="2581276"/>
            <ns1:ext cx="8071277" cy="6324600"/>
          </ns1:xfrm>
          <ns1:prstGeom prst="roundRect">
            <ns1:avLst>
              <ns1:gd name="adj" fmla="val 5189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4" name="Рисунок 11">
            <ns1:extLst>
              <ns1:ext uri="{FF2B5EF4-FFF2-40B4-BE49-F238E27FC236}">
                <ns2:creationId id="{7E90EB22-8326-78C8-2CCD-B9A578060E5E}"/>
              </ns1:ext>
            </ns1:extLst>
          </ns0:cNvPr>
          <ns0:cNvSpPr>
            <ns1:spLocks noGrp="1"/>
          </ns0:cNvSpPr>
          <ns0:nvPr>
            <ns0:ph type="pic" idx="50" hasCustomPrompt="1"/>
          </ns0:nvPr>
        </ns0:nvSpPr>
        <ns0:spPr>
          <ns1:xfrm>
            <ns1:off x="9244007" y="2581276"/>
            <ns1:ext cx="3919544" cy="6324600"/>
          </ns1:xfrm>
          <ns1:prstGeom prst="roundRect">
            <ns1:avLst>
              <ns1:gd name="adj" fmla="val 5189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5" name="Рисунок 11">
            <ns1:extLst>
              <ns1:ext uri="{FF2B5EF4-FFF2-40B4-BE49-F238E27FC236}">
                <ns2:creationId id="{B3796C72-F94F-26FA-DFEA-384BA266CA6F}"/>
              </ns1:ext>
            </ns1:extLst>
          </ns0:cNvPr>
          <ns0:cNvSpPr>
            <ns1:spLocks noGrp="1"/>
          </ns0:cNvSpPr>
          <ns0:nvPr>
            <ns0:ph type="pic" idx="51" hasCustomPrompt="1"/>
          </ns0:nvPr>
        </ns0:nvSpPr>
        <ns0:spPr>
          <ns1:xfrm>
            <ns1:off x="13480105" y="2581276"/>
            <ns1:ext cx="3849473" cy="6324600"/>
          </ns1:xfrm>
          <ns1:prstGeom prst="roundRect">
            <ns1:avLst>
              <ns1:gd name="adj" fmla="val 5189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7" name="Текст 39">
            <ns1:extLst>
              <ns1:ext uri="{FF2B5EF4-FFF2-40B4-BE49-F238E27FC236}">
                <ns2:creationId id="{82F6767E-D00C-064B-447C-F18E0B9763C9}"/>
              </ns1:ext>
            </ns1:extLst>
          </ns0:cNvPr>
          <ns0:cNvSpPr>
            <ns1:spLocks noGrp="1"/>
          </ns0:cNvSpPr>
          <ns0:nvPr>
            <ns0:ph type="body" idx="29" hasCustomPrompt="1"/>
          </ns0:nvPr>
        </ns0:nvSpPr>
        <ns0:spPr>
          <ns1:xfrm>
            <ns1:off x="2318307" y="3314550"/>
            <ns1:ext cx="2526825" cy="590850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</ns1:t>
            </ns1:r>
          </ns1:p>
        </ns0:txBody>
      </ns0:sp>
      <ns0:sp>
        <ns0:nvSpPr>
          <ns0:cNvPr id="46" name="Текст 39">
            <ns1:extLst>
              <ns1:ext uri="{FF2B5EF4-FFF2-40B4-BE49-F238E27FC236}">
                <ns2:creationId id="{722BADC6-8948-44DD-7B76-2A55D280E865}"/>
              </ns1:ext>
            </ns1:extLst>
          </ns0:cNvPr>
          <ns0:cNvSpPr>
            <ns1:spLocks noGrp="1"/>
          </ns0:cNvSpPr>
          <ns0:nvPr>
            <ns0:ph type="body" idx="30" hasCustomPrompt="1"/>
          </ns0:nvPr>
        </ns0:nvSpPr>
        <ns0:spPr>
          <ns1:xfrm>
            <ns1:off x="6023409" y="3314550"/>
            <ns1:ext cx="2526825" cy="590850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</ns1:t>
            </ns1:r>
          </ns1:p>
        </ns0:txBody>
      </ns0:sp>
      <ns0:sp>
        <ns0:nvSpPr>
          <ns0:cNvPr id="61" name="Текст 39">
            <ns1:extLst>
              <ns1:ext uri="{FF2B5EF4-FFF2-40B4-BE49-F238E27FC236}">
                <ns2:creationId id="{333B57C3-D30F-D747-684C-9F1C25D170DA}"/>
              </ns1:ext>
            </ns1:extLst>
          </ns0:cNvPr>
          <ns0:cNvSpPr>
            <ns1:spLocks noGrp="1"/>
          </ns0:cNvSpPr>
          <ns0:nvPr>
            <ns0:ph type="body" idx="31" hasCustomPrompt="1"/>
          </ns0:nvPr>
        </ns0:nvSpPr>
        <ns0:spPr>
          <ns1:xfrm>
            <ns1:off x="2318307" y="5475859"/>
            <ns1:ext cx="2526825" cy="590850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</ns1:t>
            </ns1:r>
          </ns1:p>
        </ns0:txBody>
      </ns0:sp>
      <ns0:sp>
        <ns0:nvSpPr>
          <ns0:cNvPr id="64" name="Текст 39">
            <ns1:extLst>
              <ns1:ext uri="{FF2B5EF4-FFF2-40B4-BE49-F238E27FC236}">
                <ns2:creationId id="{694C7BE2-3E5F-9382-0058-55FB8D2071B7}"/>
              </ns1:ext>
            </ns1:extLst>
          </ns0:cNvPr>
          <ns0:cNvSpPr>
            <ns1:spLocks noGrp="1"/>
          </ns0:cNvSpPr>
          <ns0:nvPr>
            <ns0:ph type="body" idx="32" hasCustomPrompt="1"/>
          </ns0:nvPr>
        </ns0:nvSpPr>
        <ns0:spPr>
          <ns1:xfrm>
            <ns1:off x="6023409" y="5475859"/>
            <ns1:ext cx="2526825" cy="590850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</ns1:t>
            </ns1:r>
          </ns1:p>
        </ns0:txBody>
      </ns0:sp>
      <ns0:sp>
        <ns0:nvSpPr>
          <ns0:cNvPr id="67" name="Текст 39">
            <ns1:extLst>
              <ns1:ext uri="{FF2B5EF4-FFF2-40B4-BE49-F238E27FC236}">
                <ns2:creationId id="{120BEC4E-FCA2-C146-BDB5-38C0DC3B07CB}"/>
              </ns1:ext>
            </ns1:extLst>
          </ns0:cNvPr>
          <ns0:cNvSpPr>
            <ns1:spLocks noGrp="1"/>
          </ns0:cNvSpPr>
          <ns0:nvPr>
            <ns0:ph type="body" idx="33" hasCustomPrompt="1"/>
          </ns0:nvPr>
        </ns0:nvSpPr>
        <ns0:spPr>
          <ns1:xfrm>
            <ns1:off x="2318307" y="7470914"/>
            <ns1:ext cx="2526825" cy="590850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</ns1:t>
            </ns1:r>
          </ns1:p>
        </ns0:txBody>
      </ns0:sp>
      <ns0:sp>
        <ns0:nvSpPr>
          <ns0:cNvPr id="68" name="Текст 39">
            <ns1:extLst>
              <ns1:ext uri="{FF2B5EF4-FFF2-40B4-BE49-F238E27FC236}">
                <ns2:creationId id="{38F9F243-71DF-2360-E69F-78E6B423CA0F}"/>
              </ns1:ext>
            </ns1:extLst>
          </ns0:cNvPr>
          <ns0:cNvSpPr>
            <ns1:spLocks noGrp="1"/>
          </ns0:cNvSpPr>
          <ns0:nvPr>
            <ns0:ph type="body" idx="34" hasCustomPrompt="1"/>
          </ns0:nvPr>
        </ns0:nvSpPr>
        <ns0:spPr>
          <ns1:xfrm>
            <ns1:off x="6023409" y="7470914"/>
            <ns1:ext cx="2526825" cy="590850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</ns1:t>
            </ns1:r>
          </ns1:p>
        </ns0:txBody>
      </ns0:sp>
      <ns0:sp>
        <ns0:nvSpPr>
          <ns0:cNvPr id="70" name="Текст 39">
            <ns1:extLst>
              <ns1:ext uri="{FF2B5EF4-FFF2-40B4-BE49-F238E27FC236}">
                <ns2:creationId id="{010CCE27-4DB9-745A-B7C6-6BDD25A67184}"/>
              </ns1:ext>
            </ns1:extLst>
          </ns0:cNvPr>
          <ns0:cNvSpPr>
            <ns1:spLocks noGrp="1"/>
          </ns0:cNvSpPr>
          <ns0:nvPr>
            <ns0:ph type="body" idx="35" hasCustomPrompt="1"/>
          </ns0:nvPr>
        </ns0:nvSpPr>
        <ns0:spPr>
          <ns1:xfrm>
            <ns1:off x="9715500" y="4977958"/>
            <ns1:ext cx="2409206" cy="563399"/>
          </ns1:xfrm>
        </ns0:spPr>
        <ns0:txBody>
          <ns1:bodyPr anchor="ctr">
            <ns1:noAutofit/>
          </ns1:bodyPr>
          <ns1:lstStyle>
            <ns1:lvl1pPr>
              <ns1:buNone/>
              <ns1:defRPr sz="16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Показатель в несколько строк</ns1:t>
            </ns1:r>
          </ns1:p>
        </ns0:txBody>
      </ns0:sp>
      <ns0:sp>
        <ns0:nvSpPr>
          <ns0:cNvPr id="71" name="Текст 39">
            <ns1:extLst>
              <ns1:ext uri="{FF2B5EF4-FFF2-40B4-BE49-F238E27FC236}">
                <ns2:creationId id="{533986F5-11C8-2EE8-3AF8-35FED3235B60}"/>
              </ns1:ext>
            </ns1:extLst>
          </ns0:cNvPr>
          <ns0:cNvSpPr>
            <ns1:spLocks noGrp="1"/>
          </ns0:cNvSpPr>
          <ns0:nvPr>
            <ns0:ph type="body" idx="36" hasCustomPrompt="1"/>
          </ns0:nvPr>
        </ns0:nvSpPr>
        <ns0:spPr>
          <ns1:xfrm>
            <ns1:off x="9715500" y="4315581"/>
            <ns1:ext cx="1495424" cy="643326"/>
          </ns1:xfrm>
        </ns0:spPr>
        <ns0:txBody>
          <ns1:bodyPr anchor="ctr">
            <ns1:noAutofit/>
          </ns1:bodyPr>
          <ns1:lstStyle>
            <ns1:lvl1pPr>
              <ns1:buNone/>
              <ns1:defRPr sz="48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72" name="Текст 39">
            <ns1:extLst>
              <ns1:ext uri="{FF2B5EF4-FFF2-40B4-BE49-F238E27FC236}">
                <ns2:creationId id="{35CF45A7-4368-567D-AEFA-FEAD1B712BE8}"/>
              </ns1:ext>
            </ns1:extLst>
          </ns0:cNvPr>
          <ns0:cNvSpPr>
            <ns1:spLocks noGrp="1"/>
          </ns0:cNvSpPr>
          <ns0:nvPr>
            <ns0:ph type="body" idx="37" hasCustomPrompt="1"/>
          </ns0:nvPr>
        </ns0:nvSpPr>
        <ns0:spPr>
          <ns1:xfrm>
            <ns1:off x="9715500" y="6486124"/>
            <ns1:ext cx="2409206" cy="563399"/>
          </ns1:xfrm>
        </ns0:spPr>
        <ns0:txBody>
          <ns1:bodyPr anchor="ctr">
            <ns1:noAutofit/>
          </ns1:bodyPr>
          <ns1:lstStyle>
            <ns1:lvl1pPr>
              <ns1:buNone/>
              <ns1:defRPr sz="16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Показатель в несколько строк</ns1:t>
            </ns1:r>
          </ns1:p>
        </ns0:txBody>
      </ns0:sp>
      <ns0:sp>
        <ns0:nvSpPr>
          <ns0:cNvPr id="73" name="Текст 39">
            <ns1:extLst>
              <ns1:ext uri="{FF2B5EF4-FFF2-40B4-BE49-F238E27FC236}">
                <ns2:creationId id="{1AD04CED-A396-8878-CADC-FF0E48795E2B}"/>
              </ns1:ext>
            </ns1:extLst>
          </ns0:cNvPr>
          <ns0:cNvSpPr>
            <ns1:spLocks noGrp="1"/>
          </ns0:cNvSpPr>
          <ns0:nvPr>
            <ns0:ph type="body" idx="38" hasCustomPrompt="1"/>
          </ns0:nvPr>
        </ns0:nvSpPr>
        <ns0:spPr>
          <ns1:xfrm>
            <ns1:off x="9715500" y="5823747"/>
            <ns1:ext cx="1495424" cy="643326"/>
          </ns1:xfrm>
        </ns0:spPr>
        <ns0:txBody>
          <ns1:bodyPr anchor="ctr">
            <ns1:noAutofit/>
          </ns1:bodyPr>
          <ns1:lstStyle>
            <ns1:lvl1pPr>
              <ns1:buNone/>
              <ns1:defRPr sz="48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74" name="Текст 39">
            <ns1:extLst>
              <ns1:ext uri="{FF2B5EF4-FFF2-40B4-BE49-F238E27FC236}">
                <ns2:creationId id="{2188ACEB-EDD3-D55F-4036-D7892EE049BC}"/>
              </ns1:ext>
            </ns1:extLst>
          </ns0:cNvPr>
          <ns0:cNvSpPr>
            <ns1:spLocks noGrp="1"/>
          </ns0:cNvSpPr>
          <ns0:nvPr>
            <ns0:ph type="body" idx="39" hasCustomPrompt="1"/>
          </ns0:nvPr>
        </ns0:nvSpPr>
        <ns0:spPr>
          <ns1:xfrm>
            <ns1:off x="9715500" y="7970539"/>
            <ns1:ext cx="2409206" cy="563399"/>
          </ns1:xfrm>
        </ns0:spPr>
        <ns0:txBody>
          <ns1:bodyPr anchor="ctr">
            <ns1:noAutofit/>
          </ns1:bodyPr>
          <ns1:lstStyle>
            <ns1:lvl1pPr>
              <ns1:buNone/>
              <ns1:defRPr sz="16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Показатель в несколько строк</ns1:t>
            </ns1:r>
          </ns1:p>
        </ns0:txBody>
      </ns0:sp>
      <ns0:sp>
        <ns0:nvSpPr>
          <ns0:cNvPr id="75" name="Текст 39">
            <ns1:extLst>
              <ns1:ext uri="{FF2B5EF4-FFF2-40B4-BE49-F238E27FC236}">
                <ns2:creationId id="{315EF9CF-0154-2901-336E-823054E6D7FB}"/>
              </ns1:ext>
            </ns1:extLst>
          </ns0:cNvPr>
          <ns0:cNvSpPr>
            <ns1:spLocks noGrp="1"/>
          </ns0:cNvSpPr>
          <ns0:nvPr>
            <ns0:ph type="body" idx="40" hasCustomPrompt="1"/>
          </ns0:nvPr>
        </ns0:nvSpPr>
        <ns0:spPr>
          <ns1:xfrm>
            <ns1:off x="9715500" y="7308162"/>
            <ns1:ext cx="1495424" cy="643326"/>
          </ns1:xfrm>
        </ns0:spPr>
        <ns0:txBody>
          <ns1:bodyPr anchor="ctr">
            <ns1:noAutofit/>
          </ns1:bodyPr>
          <ns1:lstStyle>
            <ns1:lvl1pPr>
              <ns1:buNone/>
              <ns1:defRPr sz="48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76" name="Текст 39">
            <ns1:extLst>
              <ns1:ext uri="{FF2B5EF4-FFF2-40B4-BE49-F238E27FC236}">
                <ns2:creationId id="{33E850C5-D8E7-B75D-EFDF-5350D980986E}"/>
              </ns1:ext>
            </ns1:extLst>
          </ns0:cNvPr>
          <ns0:cNvSpPr>
            <ns1:spLocks noGrp="1"/>
          </ns0:cNvSpPr>
          <ns0:nvPr>
            <ns0:ph type="body" idx="41" hasCustomPrompt="1"/>
          </ns0:nvPr>
        </ns0:nvSpPr>
        <ns0:spPr>
          <ns1:xfrm>
            <ns1:off x="9715499" y="3133725"/>
            <ns1:ext cx="3028950" cy="906660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  <ns1:br/>
            <ns1:r>
              <ns1:t>максимум</ns1:t>
            </ns1:r>
            <ns1:br/>
            <ns1:r>
              <ns1:t>в 3 строки</ns1:t>
            </ns1:r>
          </ns1:p>
        </ns0:txBody>
      </ns0:sp>
      <ns0:sp>
        <ns0:nvSpPr>
          <ns0:cNvPr id="81" name="Текст 39">
            <ns1:extLst>
              <ns1:ext uri="{FF2B5EF4-FFF2-40B4-BE49-F238E27FC236}">
                <ns2:creationId id="{46E49832-3C67-BF7E-E727-DE692958A519}"/>
              </ns1:ext>
            </ns1:extLst>
          </ns0:cNvPr>
          <ns0:cNvSpPr>
            <ns1:spLocks noGrp="1"/>
          </ns0:cNvSpPr>
          <ns0:nvPr>
            <ns0:ph type="body" idx="42" hasCustomPrompt="1"/>
          </ns0:nvPr>
        </ns0:nvSpPr>
        <ns0:spPr>
          <ns1:xfrm>
            <ns1:off x="13883739" y="4977958"/>
            <ns1:ext cx="2409206" cy="563399"/>
          </ns1:xfrm>
        </ns0:spPr>
        <ns0:txBody>
          <ns1:bodyPr anchor="ctr">
            <ns1:noAutofit/>
          </ns1:bodyPr>
          <ns1:lstStyle>
            <ns1:lvl1pPr>
              <ns1:buNone/>
              <ns1:defRPr sz="16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Показатель в несколько строк</ns1:t>
            </ns1:r>
          </ns1:p>
        </ns0:txBody>
      </ns0:sp>
      <ns0:sp>
        <ns0:nvSpPr>
          <ns0:cNvPr id="82" name="Текст 39">
            <ns1:extLst>
              <ns1:ext uri="{FF2B5EF4-FFF2-40B4-BE49-F238E27FC236}">
                <ns2:creationId id="{3461F51F-9A99-2552-87D3-0BA629824C31}"/>
              </ns1:ext>
            </ns1:extLst>
          </ns0:cNvPr>
          <ns0:cNvSpPr>
            <ns1:spLocks noGrp="1"/>
          </ns0:cNvSpPr>
          <ns0:nvPr>
            <ns0:ph type="body" idx="43" hasCustomPrompt="1"/>
          </ns0:nvPr>
        </ns0:nvSpPr>
        <ns0:spPr>
          <ns1:xfrm>
            <ns1:off x="13883739" y="4315581"/>
            <ns1:ext cx="1495424" cy="643326"/>
          </ns1:xfrm>
        </ns0:spPr>
        <ns0:txBody>
          <ns1:bodyPr anchor="ctr">
            <ns1:noAutofit/>
          </ns1:bodyPr>
          <ns1:lstStyle>
            <ns1:lvl1pPr>
              <ns1:buNone/>
              <ns1:defRPr sz="48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83" name="Текст 39">
            <ns1:extLst>
              <ns1:ext uri="{FF2B5EF4-FFF2-40B4-BE49-F238E27FC236}">
                <ns2:creationId id="{B62CD940-C61F-ECFB-7FBE-69842188AA35}"/>
              </ns1:ext>
            </ns1:extLst>
          </ns0:cNvPr>
          <ns0:cNvSpPr>
            <ns1:spLocks noGrp="1"/>
          </ns0:cNvSpPr>
          <ns0:nvPr>
            <ns0:ph type="body" idx="44" hasCustomPrompt="1"/>
          </ns0:nvPr>
        </ns0:nvSpPr>
        <ns0:spPr>
          <ns1:xfrm>
            <ns1:off x="13883739" y="6486124"/>
            <ns1:ext cx="2409206" cy="563399"/>
          </ns1:xfrm>
        </ns0:spPr>
        <ns0:txBody>
          <ns1:bodyPr anchor="ctr">
            <ns1:noAutofit/>
          </ns1:bodyPr>
          <ns1:lstStyle>
            <ns1:lvl1pPr>
              <ns1:buNone/>
              <ns1:defRPr sz="16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Показатель в несколько строк</ns1:t>
            </ns1:r>
          </ns1:p>
        </ns0:txBody>
      </ns0:sp>
      <ns0:sp>
        <ns0:nvSpPr>
          <ns0:cNvPr id="84" name="Текст 39">
            <ns1:extLst>
              <ns1:ext uri="{FF2B5EF4-FFF2-40B4-BE49-F238E27FC236}">
                <ns2:creationId id="{8545AF44-63E4-5BA5-2B05-133A9979FBD8}"/>
              </ns1:ext>
            </ns1:extLst>
          </ns0:cNvPr>
          <ns0:cNvSpPr>
            <ns1:spLocks noGrp="1"/>
          </ns0:cNvSpPr>
          <ns0:nvPr>
            <ns0:ph type="body" idx="45" hasCustomPrompt="1"/>
          </ns0:nvPr>
        </ns0:nvSpPr>
        <ns0:spPr>
          <ns1:xfrm>
            <ns1:off x="13883739" y="5823747"/>
            <ns1:ext cx="1495424" cy="643326"/>
          </ns1:xfrm>
        </ns0:spPr>
        <ns0:txBody>
          <ns1:bodyPr anchor="ctr">
            <ns1:noAutofit/>
          </ns1:bodyPr>
          <ns1:lstStyle>
            <ns1:lvl1pPr>
              <ns1:buNone/>
              <ns1:defRPr sz="48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85" name="Текст 39">
            <ns1:extLst>
              <ns1:ext uri="{FF2B5EF4-FFF2-40B4-BE49-F238E27FC236}">
                <ns2:creationId id="{909062C0-FA38-3D50-70BE-4B41558E26E9}"/>
              </ns1:ext>
            </ns1:extLst>
          </ns0:cNvPr>
          <ns0:cNvSpPr>
            <ns1:spLocks noGrp="1"/>
          </ns0:cNvSpPr>
          <ns0:nvPr>
            <ns0:ph type="body" idx="46" hasCustomPrompt="1"/>
          </ns0:nvPr>
        </ns0:nvSpPr>
        <ns0:spPr>
          <ns1:xfrm>
            <ns1:off x="13883739" y="7970539"/>
            <ns1:ext cx="2409206" cy="563399"/>
          </ns1:xfrm>
        </ns0:spPr>
        <ns0:txBody>
          <ns1:bodyPr anchor="ctr">
            <ns1:noAutofit/>
          </ns1:bodyPr>
          <ns1:lstStyle>
            <ns1:lvl1pPr>
              <ns1:buNone/>
              <ns1:defRPr sz="16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Показатель в несколько строк</ns1:t>
            </ns1:r>
          </ns1:p>
        </ns0:txBody>
      </ns0:sp>
      <ns0:sp>
        <ns0:nvSpPr>
          <ns0:cNvPr id="86" name="Текст 39">
            <ns1:extLst>
              <ns1:ext uri="{FF2B5EF4-FFF2-40B4-BE49-F238E27FC236}">
                <ns2:creationId id="{02B5EBCE-637D-1450-D31E-35071C5A1BCC}"/>
              </ns1:ext>
            </ns1:extLst>
          </ns0:cNvPr>
          <ns0:cNvSpPr>
            <ns1:spLocks noGrp="1"/>
          </ns0:cNvSpPr>
          <ns0:nvPr>
            <ns0:ph type="body" idx="47" hasCustomPrompt="1"/>
          </ns0:nvPr>
        </ns0:nvSpPr>
        <ns0:spPr>
          <ns1:xfrm>
            <ns1:off x="13883739" y="7308162"/>
            <ns1:ext cx="1495424" cy="643326"/>
          </ns1:xfrm>
        </ns0:spPr>
        <ns0:txBody>
          <ns1:bodyPr anchor="ctr">
            <ns1:noAutofit/>
          </ns1:bodyPr>
          <ns1:lstStyle>
            <ns1:lvl1pPr>
              <ns1:buNone/>
              <ns1:defRPr sz="48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87" name="Текст 39">
            <ns1:extLst>
              <ns1:ext uri="{FF2B5EF4-FFF2-40B4-BE49-F238E27FC236}">
                <ns2:creationId id="{E21A7E82-C3C2-C10F-0CD9-AEB0AFA313A8}"/>
              </ns1:ext>
            </ns1:extLst>
          </ns0:cNvPr>
          <ns0:cNvSpPr>
            <ns1:spLocks noGrp="1"/>
          </ns0:cNvSpPr>
          <ns0:nvPr>
            <ns0:ph type="body" idx="48" hasCustomPrompt="1"/>
          </ns0:nvPr>
        </ns0:nvSpPr>
        <ns0:spPr>
          <ns1:xfrm>
            <ns1:off x="13883738" y="3133725"/>
            <ns1:ext cx="3028950" cy="906660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  <ns1:br/>
            <ns1:r>
              <ns1:t>максимум</ns1:t>
            </ns1:r>
            <ns1:br/>
            <ns1:r>
              <ns1:t>в 3 строки</ns1:t>
            </ns1:r>
          </ns1:p>
        </ns0:txBody>
      </ns0:sp>
      <ns0:sp>
        <ns0:nvSpPr>
          <ns0:cNvPr id="6" name="Рисунок 16">
            <ns1:extLst>
              <ns1:ext uri="{FF2B5EF4-FFF2-40B4-BE49-F238E27FC236}">
                <ns2:creationId id="{A10512C1-6B32-283E-86B7-6B39939B03C2}"/>
              </ns1:ext>
            </ns1:extLst>
          </ns0:cNvPr>
          <ns0:cNvSpPr>
            <ns1:spLocks noGrp="1"/>
          </ns0:cNvSpPr>
          <ns0:nvPr>
            <ns0:ph type="pic" idx="83" hasCustomPrompt="1"/>
          </ns0:nvPr>
        </ns0:nvSpPr>
        <ns0:spPr>
          <ns1:xfrm>
            <ns1:off x="1447801" y="5403446"/>
            <ns1:ext cx="685800" cy="685800"/>
          </ns1:xfrm>
          <ns1:prstGeom prst="rect">
            <ns1:avLst/>
          </ns1:prstGeom>
          <ns1:noFill/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8" name="Рисунок 16">
            <ns1:extLst>
              <ns1:ext uri="{FF2B5EF4-FFF2-40B4-BE49-F238E27FC236}">
                <ns2:creationId id="{FEED9065-5690-5232-2037-369ABEDCB540}"/>
              </ns1:ext>
            </ns1:extLst>
          </ns0:cNvPr>
          <ns0:cNvSpPr>
            <ns1:spLocks noGrp="1"/>
          </ns0:cNvSpPr>
          <ns0:nvPr>
            <ns0:ph type="pic" idx="84" hasCustomPrompt="1"/>
          </ns0:nvPr>
        </ns0:nvSpPr>
        <ns0:spPr>
          <ns1:xfrm>
            <ns1:off x="5165957" y="5403446"/>
            <ns1:ext cx="685800" cy="685800"/>
          </ns1:xfrm>
          <ns1:prstGeom prst="rect">
            <ns1:avLst/>
          </ns1:prstGeom>
          <ns1:noFill/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9" name="Рисунок 16">
            <ns1:extLst>
              <ns1:ext uri="{FF2B5EF4-FFF2-40B4-BE49-F238E27FC236}">
                <ns2:creationId id="{38E722B2-05CB-0F65-9DCC-42FA6A5B6E87}"/>
              </ns1:ext>
            </ns1:extLst>
          </ns0:cNvPr>
          <ns0:cNvSpPr>
            <ns1:spLocks noGrp="1"/>
          </ns0:cNvSpPr>
          <ns0:nvPr>
            <ns0:ph type="pic" idx="85" hasCustomPrompt="1"/>
          </ns0:nvPr>
        </ns0:nvSpPr>
        <ns0:spPr>
          <ns1:xfrm>
            <ns1:off x="1447801" y="7423438"/>
            <ns1:ext cx="685800" cy="685800"/>
          </ns1:xfrm>
          <ns1:prstGeom prst="rect">
            <ns1:avLst/>
          </ns1:prstGeom>
          <ns1:noFill/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0" name="Рисунок 16">
            <ns1:extLst>
              <ns1:ext uri="{FF2B5EF4-FFF2-40B4-BE49-F238E27FC236}">
                <ns2:creationId id="{01037C3C-B71B-50FB-64A6-5F8BBBBD2A11}"/>
              </ns1:ext>
            </ns1:extLst>
          </ns0:cNvPr>
          <ns0:cNvSpPr>
            <ns1:spLocks noGrp="1"/>
          </ns0:cNvSpPr>
          <ns0:nvPr>
            <ns0:ph type="pic" idx="86" hasCustomPrompt="1"/>
          </ns0:nvPr>
        </ns0:nvSpPr>
        <ns0:spPr>
          <ns1:xfrm>
            <ns1:off x="5165957" y="7423438"/>
            <ns1:ext cx="685800" cy="685800"/>
          </ns1:xfrm>
          <ns1:prstGeom prst="rect">
            <ns1:avLst/>
          </ns1:prstGeom>
          <ns1:noFill/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1" name="Рисунок 16">
            <ns1:extLst>
              <ns1:ext uri="{FF2B5EF4-FFF2-40B4-BE49-F238E27FC236}">
                <ns2:creationId id="{F8874C58-6D79-C559-7CAE-BA9E59829F64}"/>
              </ns1:ext>
            </ns1:extLst>
          </ns0:cNvPr>
          <ns0:cNvSpPr>
            <ns1:spLocks noGrp="1"/>
          </ns0:cNvSpPr>
          <ns0:nvPr>
            <ns0:ph type="pic" idx="87" hasCustomPrompt="1"/>
          </ns0:nvPr>
        </ns0:nvSpPr>
        <ns0:spPr>
          <ns1:xfrm>
            <ns1:off x="1447801" y="3273563"/>
            <ns1:ext cx="685800" cy="685800"/>
          </ns1:xfrm>
          <ns1:prstGeom prst="rect">
            <ns1:avLst/>
          </ns1:prstGeom>
          <ns1:noFill/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8" name="Рисунок 16">
            <ns1:extLst>
              <ns1:ext uri="{FF2B5EF4-FFF2-40B4-BE49-F238E27FC236}">
                <ns2:creationId id="{DDAB9918-D642-2F24-8EE7-E3D946270F1B}"/>
              </ns1:ext>
            </ns1:extLst>
          </ns0:cNvPr>
          <ns0:cNvSpPr>
            <ns1:spLocks noGrp="1"/>
          </ns0:cNvSpPr>
          <ns0:nvPr>
            <ns0:ph type="pic" idx="88" hasCustomPrompt="1"/>
          </ns0:nvPr>
        </ns0:nvSpPr>
        <ns0:spPr>
          <ns1:xfrm>
            <ns1:off x="5165957" y="3273563"/>
            <ns1:ext cx="685800" cy="685800"/>
          </ns1:xfrm>
          <ns1:prstGeom prst="rect">
            <ns1:avLst/>
          </ns1:prstGeom>
          <ns1:noFill/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21" name="Рисунок 20">
            <ns1:extLst>
              <ns1:ext uri="{FF2B5EF4-FFF2-40B4-BE49-F238E27FC236}">
                <ns2:creationId id="{0034D6BB-FA25-EFB8-0139-312FF4779938}"/>
              </ns1:ext>
            </ns1:extLst>
          </ns0:cNvPr>
          <ns0:cNvSpPr>
            <ns1:spLocks noGrp="1"/>
          </ns0:cNvSpPr>
          <ns0:nvPr>
            <ns0:ph type="pic" idx="89" hasCustomPrompt="1"/>
          </ns0:nvPr>
        </ns0:nvSpPr>
        <ns0:spPr>
          <ns1:xfrm>
            <ns1:off x="1447800" y="4603143"/>
            <ns1:ext cx="7048500" cy="18000"/>
          </ns1:xfrm>
          <ns1:prstGeom prst="rect">
            <ns1:avLst/>
          </ns1:prstGeom>
          <ns1:solidFill>
            <ns1:schemeClr val="bg2">
              <ns1:lumMod val="75000"/>
            </ns1:schemeClr>
          </ns1:solidFill>
        </ns0:spPr>
        <ns0:txBody>
          <ns1:bodyPr>
            <ns1:noAutofit/>
          </ns1:bodyPr>
          <ns1:lstStyle>
            <ns1:lvl1pPr>
              <ns1:buNone/>
              <ns1:defRPr sz="1050"/>
            </ns1:lvl1pPr>
          </ns1:lstStyle>
          <ns1:p>
            <ns1:r>
              <ns1:t> </ns1:t>
            </ns1:r>
          </ns1:p>
        </ns0:txBody>
      </ns0:sp>
      <ns0:sp>
        <ns0:nvSpPr>
          <ns0:cNvPr id="22" name="Рисунок 20">
            <ns1:extLst>
              <ns1:ext uri="{FF2B5EF4-FFF2-40B4-BE49-F238E27FC236}">
                <ns2:creationId id="{97F1AE2A-33C8-00E3-6527-B88A50E47209}"/>
              </ns1:ext>
            </ns1:extLst>
          </ns0:cNvPr>
          <ns0:cNvSpPr>
            <ns1:spLocks noGrp="1"/>
          </ns0:cNvSpPr>
          <ns0:nvPr>
            <ns0:ph type="pic" idx="90" hasCustomPrompt="1"/>
          </ns0:nvPr>
        </ns0:nvSpPr>
        <ns0:spPr>
          <ns1:xfrm>
            <ns1:off x="1447800" y="6738342"/>
            <ns1:ext cx="7048500" cy="18000"/>
          </ns1:xfrm>
          <ns1:prstGeom prst="rect">
            <ns1:avLst/>
          </ns1:prstGeom>
          <ns1:solidFill>
            <ns1:schemeClr val="bg2">
              <ns1:lumMod val="75000"/>
            </ns1:schemeClr>
          </ns1:solidFill>
        </ns0:spPr>
        <ns0:txBody>
          <ns1:bodyPr>
            <ns1:noAutofit/>
          </ns1:bodyPr>
          <ns1:lstStyle>
            <ns1:lvl1pPr>
              <ns1:buNone/>
              <ns1:defRPr sz="1050"/>
            </ns1:lvl1pPr>
          </ns1:lstStyle>
          <ns1:p>
            <ns1:r>
              <ns1:t> </ns1:t>
            </ns1:r>
          </ns1:p>
        </ns0:txBody>
      </ns0:sp>
      <ns0:sp>
        <ns0:nvSpPr>
          <ns0:cNvPr id="23" name="Рисунок 20">
            <ns1:extLst>
              <ns1:ext uri="{FF2B5EF4-FFF2-40B4-BE49-F238E27FC236}">
                <ns2:creationId id="{A461A914-0A96-83ED-6AD2-14C604BB0953}"/>
              </ns1:ext>
            </ns1:extLst>
          </ns0:cNvPr>
          <ns0:cNvSpPr>
            <ns1:spLocks noGrp="1"/>
          </ns0:cNvSpPr>
          <ns0:nvPr>
            <ns0:ph type="pic" idx="91" hasCustomPrompt="1"/>
          </ns0:nvPr>
        </ns0:nvSpPr>
        <ns0:spPr>
          <ns1:xfrm>
            <ns1:off x="9715499" y="4151587"/>
            <ns1:ext cx="3028950" cy="18000"/>
          </ns1:xfrm>
          <ns1:prstGeom prst="rect">
            <ns1:avLst/>
          </ns1:prstGeom>
          <ns1:solidFill>
            <ns1:schemeClr val="bg2">
              <ns1:lumMod val="75000"/>
            </ns1:schemeClr>
          </ns1:solidFill>
        </ns0:spPr>
        <ns0:txBody>
          <ns1:bodyPr>
            <ns1:noAutofit/>
          </ns1:bodyPr>
          <ns1:lstStyle>
            <ns1:lvl1pPr>
              <ns1:buNone/>
              <ns1:defRPr sz="1050"/>
            </ns1:lvl1pPr>
          </ns1:lstStyle>
          <ns1:p>
            <ns1:r>
              <ns1:t> </ns1:t>
            </ns1:r>
          </ns1:p>
        </ns0:txBody>
      </ns0:sp>
      <ns0:sp>
        <ns0:nvSpPr>
          <ns0:cNvPr id="24" name="Рисунок 20">
            <ns1:extLst>
              <ns1:ext uri="{FF2B5EF4-FFF2-40B4-BE49-F238E27FC236}">
                <ns2:creationId id="{CD68FF59-A435-519A-56A9-2639E6A4F4BC}"/>
              </ns1:ext>
            </ns1:extLst>
          </ns0:cNvPr>
          <ns0:cNvSpPr>
            <ns1:spLocks noGrp="1"/>
          </ns0:cNvSpPr>
          <ns0:nvPr>
            <ns0:ph type="pic" idx="92" hasCustomPrompt="1"/>
          </ns0:nvPr>
        </ns0:nvSpPr>
        <ns0:spPr>
          <ns1:xfrm>
            <ns1:off x="9715499" y="5664298"/>
            <ns1:ext cx="3028950" cy="18000"/>
          </ns1:xfrm>
          <ns1:prstGeom prst="rect">
            <ns1:avLst/>
          </ns1:prstGeom>
          <ns1:solidFill>
            <ns1:schemeClr val="bg2">
              <ns1:lumMod val="75000"/>
            </ns1:schemeClr>
          </ns1:solidFill>
        </ns0:spPr>
        <ns0:txBody>
          <ns1:bodyPr>
            <ns1:noAutofit/>
          </ns1:bodyPr>
          <ns1:lstStyle>
            <ns1:lvl1pPr>
              <ns1:buNone/>
              <ns1:defRPr sz="1050"/>
            </ns1:lvl1pPr>
          </ns1:lstStyle>
          <ns1:p>
            <ns1:r>
              <ns1:t> </ns1:t>
            </ns1:r>
          </ns1:p>
        </ns0:txBody>
      </ns0:sp>
      <ns0:sp>
        <ns0:nvSpPr>
          <ns0:cNvPr id="25" name="Рисунок 20">
            <ns1:extLst>
              <ns1:ext uri="{FF2B5EF4-FFF2-40B4-BE49-F238E27FC236}">
                <ns2:creationId id="{305222EF-97E5-1FE3-973E-DB3F7BDC635A}"/>
              </ns1:ext>
            </ns1:extLst>
          </ns0:cNvPr>
          <ns0:cNvSpPr>
            <ns1:spLocks noGrp="1"/>
          </ns0:cNvSpPr>
          <ns0:nvPr>
            <ns0:ph type="pic" idx="93" hasCustomPrompt="1"/>
          </ns0:nvPr>
        </ns0:nvSpPr>
        <ns0:spPr>
          <ns1:xfrm>
            <ns1:off x="9715499" y="7188298"/>
            <ns1:ext cx="3028950" cy="18000"/>
          </ns1:xfrm>
          <ns1:prstGeom prst="rect">
            <ns1:avLst/>
          </ns1:prstGeom>
          <ns1:solidFill>
            <ns1:schemeClr val="bg2">
              <ns1:lumMod val="75000"/>
            </ns1:schemeClr>
          </ns1:solidFill>
        </ns0:spPr>
        <ns0:txBody>
          <ns1:bodyPr>
            <ns1:noAutofit/>
          </ns1:bodyPr>
          <ns1:lstStyle>
            <ns1:lvl1pPr>
              <ns1:buNone/>
              <ns1:defRPr sz="1050"/>
            </ns1:lvl1pPr>
          </ns1:lstStyle>
          <ns1:p>
            <ns1:r>
              <ns1:t> </ns1:t>
            </ns1:r>
          </ns1:p>
        </ns0:txBody>
      </ns0:sp>
      <ns0:sp>
        <ns0:nvSpPr>
          <ns0:cNvPr id="26" name="Рисунок 20">
            <ns1:extLst>
              <ns1:ext uri="{FF2B5EF4-FFF2-40B4-BE49-F238E27FC236}">
                <ns2:creationId id="{9C9AAE53-F43A-553F-3241-99556C2B4A85}"/>
              </ns1:ext>
            </ns1:extLst>
          </ns0:cNvPr>
          <ns0:cNvSpPr>
            <ns1:spLocks noGrp="1"/>
          </ns0:cNvSpPr>
          <ns0:nvPr>
            <ns0:ph type="pic" idx="94" hasCustomPrompt="1"/>
          </ns0:nvPr>
        </ns0:nvSpPr>
        <ns0:spPr>
          <ns1:xfrm>
            <ns1:off x="13847232" y="4151587"/>
            <ns1:ext cx="3028950" cy="18000"/>
          </ns1:xfrm>
          <ns1:prstGeom prst="rect">
            <ns1:avLst/>
          </ns1:prstGeom>
          <ns1:solidFill>
            <ns1:schemeClr val="bg2">
              <ns1:lumMod val="75000"/>
            </ns1:schemeClr>
          </ns1:solidFill>
        </ns0:spPr>
        <ns0:txBody>
          <ns1:bodyPr>
            <ns1:noAutofit/>
          </ns1:bodyPr>
          <ns1:lstStyle>
            <ns1:lvl1pPr>
              <ns1:buNone/>
              <ns1:defRPr sz="1050"/>
            </ns1:lvl1pPr>
          </ns1:lstStyle>
          <ns1:p>
            <ns1:r>
              <ns1:t> </ns1:t>
            </ns1:r>
          </ns1:p>
        </ns0:txBody>
      </ns0:sp>
      <ns0:sp>
        <ns0:nvSpPr>
          <ns0:cNvPr id="27" name="Рисунок 20">
            <ns1:extLst>
              <ns1:ext uri="{FF2B5EF4-FFF2-40B4-BE49-F238E27FC236}">
                <ns2:creationId id="{1EE40225-2B54-50B0-9C9E-E0856E575CF5}"/>
              </ns1:ext>
            </ns1:extLst>
          </ns0:cNvPr>
          <ns0:cNvSpPr>
            <ns1:spLocks noGrp="1"/>
          </ns0:cNvSpPr>
          <ns0:nvPr>
            <ns0:ph type="pic" idx="95" hasCustomPrompt="1"/>
          </ns0:nvPr>
        </ns0:nvSpPr>
        <ns0:spPr>
          <ns1:xfrm>
            <ns1:off x="13847232" y="5664298"/>
            <ns1:ext cx="3028950" cy="18000"/>
          </ns1:xfrm>
          <ns1:prstGeom prst="rect">
            <ns1:avLst/>
          </ns1:prstGeom>
          <ns1:solidFill>
            <ns1:schemeClr val="bg2">
              <ns1:lumMod val="75000"/>
            </ns1:schemeClr>
          </ns1:solidFill>
        </ns0:spPr>
        <ns0:txBody>
          <ns1:bodyPr>
            <ns1:noAutofit/>
          </ns1:bodyPr>
          <ns1:lstStyle>
            <ns1:lvl1pPr>
              <ns1:buNone/>
              <ns1:defRPr sz="1050"/>
            </ns1:lvl1pPr>
          </ns1:lstStyle>
          <ns1:p>
            <ns1:r>
              <ns1:t> </ns1:t>
            </ns1:r>
          </ns1:p>
        </ns0:txBody>
      </ns0:sp>
      <ns0:sp>
        <ns0:nvSpPr>
          <ns0:cNvPr id="28" name="Рисунок 20">
            <ns1:extLst>
              <ns1:ext uri="{FF2B5EF4-FFF2-40B4-BE49-F238E27FC236}">
                <ns2:creationId id="{A3324564-E923-B7ED-8423-571D43134A3E}"/>
              </ns1:ext>
            </ns1:extLst>
          </ns0:cNvPr>
          <ns0:cNvSpPr>
            <ns1:spLocks noGrp="1"/>
          </ns0:cNvSpPr>
          <ns0:nvPr>
            <ns0:ph type="pic" idx="96" hasCustomPrompt="1"/>
          </ns0:nvPr>
        </ns0:nvSpPr>
        <ns0:spPr>
          <ns1:xfrm>
            <ns1:off x="13847232" y="7188298"/>
            <ns1:ext cx="3028950" cy="18000"/>
          </ns1:xfrm>
          <ns1:prstGeom prst="rect">
            <ns1:avLst/>
          </ns1:prstGeom>
          <ns1:solidFill>
            <ns1:schemeClr val="bg2">
              <ns1:lumMod val="75000"/>
            </ns1:schemeClr>
          </ns1:solidFill>
        </ns0:spPr>
        <ns0:txBody>
          <ns1:bodyPr>
            <ns1:noAutofit/>
          </ns1:bodyPr>
          <ns1:lstStyle>
            <ns1:lvl1pPr>
              <ns1:buNone/>
              <ns1:defRPr sz="1050"/>
            </ns1:lvl1pPr>
          </ns1:lstStyle>
          <ns1:p>
            <ns1:r>
              <ns1:t> </ns1:t>
            </ns1:r>
          </ns1:p>
        </ns0:txBody>
      </ns0:sp>
      <ns0:sp>
        <ns0:nvSpPr>
          <ns0:cNvPr id="14" name="Рисунок 3">
            <ns1:extLst>
              <ns1:ext uri="{FF2B5EF4-FFF2-40B4-BE49-F238E27FC236}">
                <ns2:creationId id="{128253AA-C933-FD72-DA1D-523C20088934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5" name="Текст 16">
            <ns1:extLst>
              <ns1:ext uri="{FF2B5EF4-FFF2-40B4-BE49-F238E27FC236}">
                <ns2:creationId id="{5F881BF7-2E12-77B3-0F98-743EED1158F5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35e51f2c1ce9464f">
              <ns1:extLst>
                <ns1:ext uri="{96DAC541-7B7A-43D3-8B79-37D633B846F1}">
                  <ns4:svgBlip ns3:embed="R6dccf512114849c8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6" name="Текст 16">
            <ns1:extLst>
              <ns1:ext uri="{FF2B5EF4-FFF2-40B4-BE49-F238E27FC236}">
                <ns2:creationId id="{7A1B2CF0-C0C6-F2D0-DBF0-189F41280F1F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a73a5a85030f4688">
              <ns1:extLst>
                <ns1:ext uri="{96DAC541-7B7A-43D3-8B79-37D633B846F1}">
                  <ns4:svgBlip ns3:embed="R324e6286e682488e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40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xmlns:ns4="http://schemas.microsoft.com/office/drawing/2014/main" preserve="1" userDrawn="1">
  <ns0:cSld name="2 фото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pic>
        <ns0:nvPicPr>
          <ns0:cNvPr id="35" name="Frame"/>
          <ns0:cNvPicPr>
            <ns1:picLocks noChangeAspect="1"/>
          </ns0:cNvPicPr>
          <ns0:nvPr/>
        </ns0:nvPicPr>
        <ns0:blipFill>
          <ns1:blip ns2:embed="R87485faa0f0b4f3d">
            <ns1:extLst>
              <ns1:ext uri="{96DAC541-7B7A-43D3-8B79-37D633B846F1}">
                <ns3:svgBlip ns2:embed="R76ffcf572c18411f"/>
              </ns1:ext>
            </ns1:extLst>
          </ns1:blip>
          <ns1:srcRect l="0" t="0" r="0" b="0"/>
          <ns1:stretch/>
        </ns0:blipFill>
        <ns0:spPr>
          <ns1:xfrm>
            <ns1:off x="15849600" y="762000"/>
            <ns1:ext cx="1485900" cy="571500"/>
          </ns1:xfrm>
          <ns1:prstGeom prst="rect">
            <ns1:avLst/>
          </ns1:prstGeom>
        </ns0:spPr>
      </ns0:pic>
      <ns0:sp>
        <ns0:nvSpPr>
          <ns0:cNvPr id="7" name="Рисунок 19">
            <ns1:extLst>
              <ns1:ext uri="{FF2B5EF4-FFF2-40B4-BE49-F238E27FC236}">
                <ns4:creationId id="{767C170C-72EA-756E-E530-F97CAADDC3E8}"/>
              </ns1:ext>
            </ns1:extLst>
          </ns0:cNvPr>
          <ns0:cNvSpPr>
            <ns1:spLocks noGrp="1"/>
          </ns0:cNvSpPr>
          <ns0:nvPr>
            <ns0:ph type="pic" idx="62" hasCustomPrompt="1"/>
          </ns0:nvPr>
        </ns0:nvSpPr>
        <ns0:spPr>
          <ns1:xfrm>
            <ns1:off x="952499" y="2006192"/>
            <ns1:ext cx="7716854" cy="5926526"/>
          </ns1:xfrm>
          <ns1:prstGeom prst="roundRect">
            <ns1:avLst>
              <ns1:gd name="adj" fmla="val 6668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8" name="Рисунок 19">
            <ns1:extLst>
              <ns1:ext uri="{FF2B5EF4-FFF2-40B4-BE49-F238E27FC236}">
                <ns4:creationId id="{74C86196-9D32-9CB9-EC95-1B97FF22E584}"/>
              </ns1:ext>
            </ns1:extLst>
          </ns0:cNvPr>
          <ns0:cNvSpPr>
            <ns1:spLocks noGrp="1"/>
          </ns0:cNvSpPr>
          <ns0:nvPr>
            <ns0:ph type="pic" idx="65" hasCustomPrompt="1"/>
          </ns0:nvPr>
        </ns0:nvSpPr>
        <ns0:spPr>
          <ns1:xfrm>
            <ns1:off x="9618646" y="2006192"/>
            <ns1:ext cx="7716853" cy="5926526"/>
          </ns1:xfrm>
          <ns1:prstGeom prst="roundRect">
            <ns1:avLst>
              <ns1:gd name="adj" fmla="val 6311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5" name="Текст 39">
            <ns1:extLst>
              <ns1:ext uri="{FF2B5EF4-FFF2-40B4-BE49-F238E27FC236}">
                <ns4:creationId id="{508EBBE0-C063-0FC9-150A-BFB517044224}"/>
              </ns1:ext>
            </ns1:extLst>
          </ns0:cNvPr>
          <ns0:cNvSpPr>
            <ns1:spLocks noGrp="1"/>
          </ns0:cNvSpPr>
          <ns0:nvPr>
            <ns0:ph type="body" idx="63" hasCustomPrompt="1"/>
          </ns0:nvPr>
        </ns0:nvSpPr>
        <ns0:spPr>
          <ns1:xfrm>
            <ns1:off x="952500" y="8094981"/>
            <ns1:ext cx="7642758" cy="300408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6" name="Текст 39">
            <ns1:extLst>
              <ns1:ext uri="{FF2B5EF4-FFF2-40B4-BE49-F238E27FC236}">
                <ns4:creationId id="{19744F5A-8B32-482D-6A34-D39E724A2180}"/>
              </ns1:ext>
            </ns1:extLst>
          </ns0:cNvPr>
          <ns0:cNvSpPr>
            <ns1:spLocks noGrp="1"/>
          </ns0:cNvSpPr>
          <ns0:nvPr>
            <ns0:ph type="body" idx="64" hasCustomPrompt="1"/>
          </ns0:nvPr>
        </ns0:nvSpPr>
        <ns0:spPr>
          <ns1:xfrm>
            <ns1:off x="952500" y="8451453"/>
            <ns1:ext cx="7642758" cy="1011931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ns1:t>
            </ns1:r>
          </ns1:p>
        </ns0:txBody>
      </ns0:sp>
      <ns0:sp>
        <ns0:nvSpPr>
          <ns0:cNvPr id="18" name="Текст 39">
            <ns1:extLst>
              <ns1:ext uri="{FF2B5EF4-FFF2-40B4-BE49-F238E27FC236}">
                <ns4:creationId id="{49A39391-7402-B300-8EC0-A61FC46A7978}"/>
              </ns1:ext>
            </ns1:extLst>
          </ns0:cNvPr>
          <ns0:cNvSpPr>
            <ns1:spLocks noGrp="1"/>
          </ns0:cNvSpPr>
          <ns0:nvPr>
            <ns0:ph type="body" idx="72" hasCustomPrompt="1"/>
          </ns0:nvPr>
        </ns0:nvSpPr>
        <ns0:spPr>
          <ns1:xfrm>
            <ns1:off x="9692741" y="8094981"/>
            <ns1:ext cx="7642758" cy="300408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19" name="Текст 39">
            <ns1:extLst>
              <ns1:ext uri="{FF2B5EF4-FFF2-40B4-BE49-F238E27FC236}">
                <ns4:creationId id="{0CF4B110-2C14-FA68-6EE8-06A0EBEF8ABD}"/>
              </ns1:ext>
            </ns1:extLst>
          </ns0:cNvPr>
          <ns0:cNvSpPr>
            <ns1:spLocks noGrp="1"/>
          </ns0:cNvSpPr>
          <ns0:nvPr>
            <ns0:ph type="body" idx="73" hasCustomPrompt="1"/>
          </ns0:nvPr>
        </ns0:nvSpPr>
        <ns0:spPr>
          <ns1:xfrm>
            <ns1:off x="9692741" y="8451453"/>
            <ns1:ext cx="7642758" cy="1011931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4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3" name="Рисунок 3">
            <ns1:extLst>
              <ns1:ext uri="{FF2B5EF4-FFF2-40B4-BE49-F238E27FC236}">
                <ns4:creationId id="{0ECFD83E-C2C3-119F-6D56-5EA32984DB67}"/>
              </ns1:ext>
            </ns1:extLst>
          </ns0:cNvPr>
          <ns0:cNvSpPr>
            <ns1:spLocks noGrp="1"/>
          </ns0:cNvSpPr>
          <ns0:nvPr>
            <ns0:ph type="pic" idx="14" hasCustomPrompt="1"/>
          </ns0:nvPr>
        </ns0:nvSpPr>
        <ns0:spPr>
          <ns1:xfrm>
            <ns1:off x="12479318" y="762000"/>
            <ns1:ext cx="1485900" cy="571500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4" name="Рисунок 3">
            <ns1:extLst>
              <ns1:ext uri="{FF2B5EF4-FFF2-40B4-BE49-F238E27FC236}">
                <ns4:creationId id="{9A9FE51D-5140-4678-A72B-7B3AF6AF266A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4164459" y="762000"/>
            <ns1:ext cx="1485900" cy="571500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</ns0:spTree>
  </ns0:cSld>
</ns0:sldLayout>
</file>

<file path=ppt/slideLayouts/slideLayout41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xmlns:ns4="http://schemas.microsoft.com/office/drawing/2014/main" userDrawn="1">
  <ns0:cSld name="3 фото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pic>
        <ns0:nvPicPr>
          <ns0:cNvPr id="35" name="Frame"/>
          <ns0:cNvPicPr>
            <ns1:picLocks noChangeAspect="1"/>
          </ns0:cNvPicPr>
          <ns0:nvPr/>
        </ns0:nvPicPr>
        <ns0:blipFill>
          <ns1:blip ns2:embed="R307af065189c4e34">
            <ns1:extLst>
              <ns1:ext uri="{96DAC541-7B7A-43D3-8B79-37D633B846F1}">
                <ns3:svgBlip ns2:embed="R1841a817844c4991"/>
              </ns1:ext>
            </ns1:extLst>
          </ns1:blip>
          <ns1:srcRect l="0" t="0" r="0" b="0"/>
          <ns1:stretch/>
        </ns0:blipFill>
        <ns0:spPr>
          <ns1:xfrm>
            <ns1:off x="15849600" y="762000"/>
            <ns1:ext cx="1485900" cy="571500"/>
          </ns1:xfrm>
          <ns1:prstGeom prst="rect">
            <ns1:avLst/>
          </ns1:prstGeom>
        </ns0:spPr>
      </ns0:pic>
      <ns0:sp>
        <ns0:nvSpPr>
          <ns0:cNvPr id="7" name="Рисунок 19">
            <ns1:extLst>
              <ns1:ext uri="{FF2B5EF4-FFF2-40B4-BE49-F238E27FC236}">
                <ns4:creationId id="{767C170C-72EA-756E-E530-F97CAADDC3E8}"/>
              </ns1:ext>
            </ns1:extLst>
          </ns0:cNvPr>
          <ns0:cNvSpPr>
            <ns1:spLocks noGrp="1"/>
          </ns0:cNvSpPr>
          <ns0:nvPr>
            <ns0:ph type="pic" idx="62" hasCustomPrompt="1"/>
          </ns0:nvPr>
        </ns0:nvSpPr>
        <ns0:spPr>
          <ns1:xfrm>
            <ns1:off x="952499" y="2006192"/>
            <ns1:ext cx="5225879" cy="5926526"/>
          </ns1:xfrm>
          <ns1:prstGeom prst="roundRect">
            <ns1:avLst>
              <ns1:gd name="adj" fmla="val 6668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8" name="Рисунок 19">
            <ns1:extLst>
              <ns1:ext uri="{FF2B5EF4-FFF2-40B4-BE49-F238E27FC236}">
                <ns4:creationId id="{74C86196-9D32-9CB9-EC95-1B97FF22E584}"/>
              </ns1:ext>
            </ns1:extLst>
          </ns0:cNvPr>
          <ns0:cNvSpPr>
            <ns1:spLocks noGrp="1"/>
          </ns0:cNvSpPr>
          <ns0:nvPr>
            <ns0:ph type="pic" idx="65" hasCustomPrompt="1"/>
          </ns0:nvPr>
        </ns0:nvSpPr>
        <ns0:spPr>
          <ns1:xfrm>
            <ns1:off x="6531061" y="2006192"/>
            <ns1:ext cx="5225878" cy="5926526"/>
          </ns1:xfrm>
          <ns1:prstGeom prst="roundRect">
            <ns1:avLst>
              <ns1:gd name="adj" fmla="val 6311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9" name="Рисунок 19">
            <ns1:extLst>
              <ns1:ext uri="{FF2B5EF4-FFF2-40B4-BE49-F238E27FC236}">
                <ns4:creationId id="{A9CA2622-8B14-8D0C-1164-1DB326C986FB}"/>
              </ns1:ext>
            </ns1:extLst>
          </ns0:cNvPr>
          <ns0:cNvSpPr>
            <ns1:spLocks noGrp="1"/>
          </ns0:cNvSpPr>
          <ns0:nvPr>
            <ns0:ph type="pic" idx="71" hasCustomPrompt="1"/>
          </ns0:nvPr>
        </ns0:nvSpPr>
        <ns0:spPr>
          <ns1:xfrm>
            <ns1:off x="12123010" y="2006192"/>
            <ns1:ext cx="5225877" cy="5926526"/>
          </ns1:xfrm>
          <ns1:prstGeom prst="roundRect">
            <ns1:avLst>
              <ns1:gd name="adj" fmla="val 5954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5" name="Текст 39">
            <ns1:extLst>
              <ns1:ext uri="{FF2B5EF4-FFF2-40B4-BE49-F238E27FC236}">
                <ns4:creationId id="{508EBBE0-C063-0FC9-150A-BFB517044224}"/>
              </ns1:ext>
            </ns1:extLst>
          </ns0:cNvPr>
          <ns0:cNvSpPr>
            <ns1:spLocks noGrp="1"/>
          </ns0:cNvSpPr>
          <ns0:nvPr>
            <ns0:ph type="body" idx="63" hasCustomPrompt="1"/>
          </ns0:nvPr>
        </ns0:nvSpPr>
        <ns0:spPr>
          <ns1:xfrm>
            <ns1:off x="952500" y="8094981"/>
            <ns1:ext cx="5103916" cy="300408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6" name="Текст 39">
            <ns1:extLst>
              <ns1:ext uri="{FF2B5EF4-FFF2-40B4-BE49-F238E27FC236}">
                <ns4:creationId id="{19744F5A-8B32-482D-6A34-D39E724A2180}"/>
              </ns1:ext>
            </ns1:extLst>
          </ns0:cNvPr>
          <ns0:cNvSpPr>
            <ns1:spLocks noGrp="1"/>
          </ns0:cNvSpPr>
          <ns0:nvPr>
            <ns0:ph type="body" idx="64" hasCustomPrompt="1"/>
          </ns0:nvPr>
        </ns0:nvSpPr>
        <ns0:spPr>
          <ns1:xfrm>
            <ns1:off x="952500" y="8451453"/>
            <ns1:ext cx="5103916" cy="1011931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ns1:t>
            </ns1:r>
          </ns1:p>
        </ns0:txBody>
      </ns0:sp>
      <ns0:sp>
        <ns0:nvSpPr>
          <ns0:cNvPr id="18" name="Текст 39">
            <ns1:extLst>
              <ns1:ext uri="{FF2B5EF4-FFF2-40B4-BE49-F238E27FC236}">
                <ns4:creationId id="{49A39391-7402-B300-8EC0-A61FC46A7978}"/>
              </ns1:ext>
            </ns1:extLst>
          </ns0:cNvPr>
          <ns0:cNvSpPr>
            <ns1:spLocks noGrp="1"/>
          </ns0:cNvSpPr>
          <ns0:nvPr>
            <ns0:ph type="body" idx="72" hasCustomPrompt="1"/>
          </ns0:nvPr>
        </ns0:nvSpPr>
        <ns0:spPr>
          <ns1:xfrm>
            <ns1:off x="6605155" y="8094981"/>
            <ns1:ext cx="5103916" cy="300408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19" name="Текст 39">
            <ns1:extLst>
              <ns1:ext uri="{FF2B5EF4-FFF2-40B4-BE49-F238E27FC236}">
                <ns4:creationId id="{0CF4B110-2C14-FA68-6EE8-06A0EBEF8ABD}"/>
              </ns1:ext>
            </ns1:extLst>
          </ns0:cNvPr>
          <ns0:cNvSpPr>
            <ns1:spLocks noGrp="1"/>
          </ns0:cNvSpPr>
          <ns0:nvPr>
            <ns0:ph type="body" idx="73" hasCustomPrompt="1"/>
          </ns0:nvPr>
        </ns0:nvSpPr>
        <ns0:spPr>
          <ns1:xfrm>
            <ns1:off x="6605155" y="8451453"/>
            <ns1:ext cx="5103916" cy="1011931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ns1:t>
            </ns1:r>
          </ns1:p>
        </ns0:txBody>
      </ns0:sp>
      <ns0:sp>
        <ns0:nvSpPr>
          <ns0:cNvPr id="20" name="Текст 39">
            <ns1:extLst>
              <ns1:ext uri="{FF2B5EF4-FFF2-40B4-BE49-F238E27FC236}">
                <ns4:creationId id="{5E4D41ED-B726-8352-263C-7188433C147D}"/>
              </ns1:ext>
            </ns1:extLst>
          </ns0:cNvPr>
          <ns0:cNvSpPr>
            <ns1:spLocks noGrp="1"/>
          </ns0:cNvSpPr>
          <ns0:nvPr>
            <ns0:ph type="body" idx="74" hasCustomPrompt="1"/>
          </ns0:nvPr>
        </ns0:nvSpPr>
        <ns0:spPr>
          <ns1:xfrm>
            <ns1:off x="12186556" y="8094981"/>
            <ns1:ext cx="5103916" cy="300408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21" name="Текст 39">
            <ns1:extLst>
              <ns1:ext uri="{FF2B5EF4-FFF2-40B4-BE49-F238E27FC236}">
                <ns4:creationId id="{CEF3B216-E2C3-0F8C-BA7D-B902FA9D3CDF}"/>
              </ns1:ext>
            </ns1:extLst>
          </ns0:cNvPr>
          <ns0:cNvSpPr>
            <ns1:spLocks noGrp="1"/>
          </ns0:cNvSpPr>
          <ns0:nvPr>
            <ns0:ph type="body" idx="75" hasCustomPrompt="1"/>
          </ns0:nvPr>
        </ns0:nvSpPr>
        <ns0:spPr>
          <ns1:xfrm>
            <ns1:off x="12186556" y="8451453"/>
            <ns1:ext cx="5103916" cy="1011931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4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3" name="Рисунок 3">
            <ns1:extLst>
              <ns1:ext uri="{FF2B5EF4-FFF2-40B4-BE49-F238E27FC236}">
                <ns4:creationId id="{0ECFD83E-C2C3-119F-6D56-5EA32984DB67}"/>
              </ns1:ext>
            </ns1:extLst>
          </ns0:cNvPr>
          <ns0:cNvSpPr>
            <ns1:spLocks noGrp="1"/>
          </ns0:cNvSpPr>
          <ns0:nvPr>
            <ns0:ph type="pic" idx="14" hasCustomPrompt="1"/>
          </ns0:nvPr>
        </ns0:nvSpPr>
        <ns0:spPr>
          <ns1:xfrm>
            <ns1:off x="12479318" y="762000"/>
            <ns1:ext cx="1485900" cy="571500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4" name="Рисунок 3">
            <ns1:extLst>
              <ns1:ext uri="{FF2B5EF4-FFF2-40B4-BE49-F238E27FC236}">
                <ns4:creationId id="{9A9FE51D-5140-4678-A72B-7B3AF6AF266A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4164459" y="762000"/>
            <ns1:ext cx="1485900" cy="571500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</ns0:spTree>
  </ns0:cSld>
</ns0:sldLayout>
</file>

<file path=ppt/slideLayouts/slideLayout42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4 фото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Рисунок 19">
            <ns1:extLst>
              <ns1:ext uri="{FF2B5EF4-FFF2-40B4-BE49-F238E27FC236}">
                <ns2:creationId id="{767C170C-72EA-756E-E530-F97CAADDC3E8}"/>
              </ns1:ext>
            </ns1:extLst>
          </ns0:cNvPr>
          <ns0:cNvSpPr>
            <ns1:spLocks noGrp="1"/>
          </ns0:cNvSpPr>
          <ns0:nvPr>
            <ns0:ph type="pic" idx="62" hasCustomPrompt="1"/>
          </ns0:nvPr>
        </ns0:nvSpPr>
        <ns0:spPr>
          <ns1:xfrm>
            <ns1:off x="952500" y="2077442"/>
            <ns1:ext cx="3592482" cy="5225881"/>
          </ns1:xfrm>
          <ns1:prstGeom prst="roundRect">
            <ns1:avLst>
              <ns1:gd name="adj" fmla="val 7317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5" name="Текст 39">
            <ns1:extLst>
              <ns1:ext uri="{FF2B5EF4-FFF2-40B4-BE49-F238E27FC236}">
                <ns2:creationId id="{508EBBE0-C063-0FC9-150A-BFB517044224}"/>
              </ns1:ext>
            </ns1:extLst>
          </ns0:cNvPr>
          <ns0:cNvSpPr>
            <ns1:spLocks noGrp="1"/>
          </ns0:cNvSpPr>
          <ns0:nvPr>
            <ns0:ph type="body" idx="63" hasCustomPrompt="1"/>
          </ns0:nvPr>
        </ns0:nvSpPr>
        <ns0:spPr>
          <ns1:xfrm>
            <ns1:off x="952499" y="7396469"/>
            <ns1:ext cx="3490557" cy="300408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6" name="Текст 39">
            <ns1:extLst>
              <ns1:ext uri="{FF2B5EF4-FFF2-40B4-BE49-F238E27FC236}">
                <ns2:creationId id="{19744F5A-8B32-482D-6A34-D39E724A2180}"/>
              </ns1:ext>
            </ns1:extLst>
          </ns0:cNvPr>
          <ns0:cNvSpPr>
            <ns1:spLocks noGrp="1"/>
          </ns0:cNvSpPr>
          <ns0:nvPr>
            <ns0:ph type="body" idx="64" hasCustomPrompt="1"/>
          </ns0:nvPr>
        </ns0:nvSpPr>
        <ns0:spPr>
          <ns1:xfrm>
            <ns1:off x="952499" y="7752941"/>
            <ns1:ext cx="3490557" cy="1488194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ns1:t>
            </ns1:r>
          </ns1:p>
        </ns0:txBody>
      </ns0:sp>
      <ns0:sp>
        <ns0:nvSpPr>
          <ns0:cNvPr id="3" name="Рисунок 19">
            <ns1:extLst>
              <ns1:ext uri="{FF2B5EF4-FFF2-40B4-BE49-F238E27FC236}">
                <ns2:creationId id="{F6155EC5-0B9C-1102-D97F-59B9639218DB}"/>
              </ns1:ext>
            </ns1:extLst>
          </ns0:cNvPr>
          <ns0:cNvSpPr>
            <ns1:spLocks noGrp="1"/>
          </ns0:cNvSpPr>
          <ns0:nvPr>
            <ns0:ph type="pic" idx="65" hasCustomPrompt="1"/>
          </ns0:nvPr>
        </ns0:nvSpPr>
        <ns0:spPr>
          <ns1:xfrm>
            <ns1:off x="5230097" y="2077442"/>
            <ns1:ext cx="3592482" cy="5225881"/>
          </ns1:xfrm>
          <ns1:prstGeom prst="roundRect">
            <ns1:avLst>
              <ns1:gd name="adj" fmla="val 5759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14" name="Текст 39">
            <ns1:extLst>
              <ns1:ext uri="{FF2B5EF4-FFF2-40B4-BE49-F238E27FC236}">
                <ns2:creationId id="{2EEEC783-3ABB-E6BD-F4EA-FF89F18DF9D7}"/>
              </ns1:ext>
            </ns1:extLst>
          </ns0:cNvPr>
          <ns0:cNvSpPr>
            <ns1:spLocks noGrp="1"/>
          </ns0:cNvSpPr>
          <ns0:nvPr>
            <ns0:ph type="body" idx="66" hasCustomPrompt="1"/>
          </ns0:nvPr>
        </ns0:nvSpPr>
        <ns0:spPr>
          <ns1:xfrm>
            <ns1:off x="5230096" y="7396469"/>
            <ns1:ext cx="3490557" cy="300408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22" name="Текст 39">
            <ns1:extLst>
              <ns1:ext uri="{FF2B5EF4-FFF2-40B4-BE49-F238E27FC236}">
                <ns2:creationId id="{FD142524-378A-692B-7374-018DD9C7D8EE}"/>
              </ns1:ext>
            </ns1:extLst>
          </ns0:cNvPr>
          <ns0:cNvSpPr>
            <ns1:spLocks noGrp="1"/>
          </ns0:cNvSpPr>
          <ns0:nvPr>
            <ns0:ph type="body" idx="67" hasCustomPrompt="1"/>
          </ns0:nvPr>
        </ns0:nvSpPr>
        <ns0:spPr>
          <ns1:xfrm>
            <ns1:off x="5230096" y="7752941"/>
            <ns1:ext cx="3490557" cy="1488194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ns1:t>
            </ns1:r>
          </ns1:p>
        </ns0:txBody>
      </ns0:sp>
      <ns0:sp>
        <ns0:nvSpPr>
          <ns0:cNvPr id="23" name="Рисунок 19">
            <ns1:extLst>
              <ns1:ext uri="{FF2B5EF4-FFF2-40B4-BE49-F238E27FC236}">
                <ns2:creationId id="{223D49C8-9DF4-D4A4-9272-BC2930C030DE}"/>
              </ns1:ext>
            </ns1:extLst>
          </ns0:cNvPr>
          <ns0:cNvSpPr>
            <ns1:spLocks noGrp="1"/>
          </ns0:cNvSpPr>
          <ns0:nvPr>
            <ns0:ph type="pic" idx="68" hasCustomPrompt="1"/>
          </ns0:nvPr>
        </ns0:nvSpPr>
        <ns0:spPr>
          <ns1:xfrm>
            <ns1:off x="9465422" y="2077442"/>
            <ns1:ext cx="3592482" cy="5225881"/>
          </ns1:xfrm>
          <ns1:prstGeom prst="roundRect">
            <ns1:avLst>
              <ns1:gd name="adj" fmla="val 4720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26" name="Текст 39">
            <ns1:extLst>
              <ns1:ext uri="{FF2B5EF4-FFF2-40B4-BE49-F238E27FC236}">
                <ns2:creationId id="{A1DFD8F0-2330-F17F-BF80-B7064B441995}"/>
              </ns1:ext>
            </ns1:extLst>
          </ns0:cNvPr>
          <ns0:cNvSpPr>
            <ns1:spLocks noGrp="1"/>
          </ns0:cNvSpPr>
          <ns0:nvPr>
            <ns0:ph type="body" idx="69" hasCustomPrompt="1"/>
          </ns0:nvPr>
        </ns0:nvSpPr>
        <ns0:spPr>
          <ns1:xfrm>
            <ns1:off x="9465421" y="7396469"/>
            <ns1:ext cx="3490557" cy="300408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27" name="Текст 39">
            <ns1:extLst>
              <ns1:ext uri="{FF2B5EF4-FFF2-40B4-BE49-F238E27FC236}">
                <ns2:creationId id="{08F1873A-A0CD-4A08-AA00-A82FE759F421}"/>
              </ns1:ext>
            </ns1:extLst>
          </ns0:cNvPr>
          <ns0:cNvSpPr>
            <ns1:spLocks noGrp="1"/>
          </ns0:cNvSpPr>
          <ns0:nvPr>
            <ns0:ph type="body" idx="70" hasCustomPrompt="1"/>
          </ns0:nvPr>
        </ns0:nvSpPr>
        <ns0:spPr>
          <ns1:xfrm>
            <ns1:off x="9465421" y="7752941"/>
            <ns1:ext cx="3490557" cy="1488194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ns1:t>
            </ns1:r>
          </ns1:p>
        </ns0:txBody>
      </ns0:sp>
      <ns0:sp>
        <ns0:nvSpPr>
          <ns0:cNvPr id="28" name="Рисунок 19">
            <ns1:extLst>
              <ns1:ext uri="{FF2B5EF4-FFF2-40B4-BE49-F238E27FC236}">
                <ns2:creationId id="{981E672A-8A25-93C0-35A1-F26FB0B96F6A}"/>
              </ns1:ext>
            </ns1:extLst>
          </ns0:cNvPr>
          <ns0:cNvSpPr>
            <ns1:spLocks noGrp="1"/>
          </ns0:cNvSpPr>
          <ns0:nvPr>
            <ns0:ph type="pic" idx="71" hasCustomPrompt="1"/>
          </ns0:nvPr>
        </ns0:nvSpPr>
        <ns0:spPr>
          <ns1:xfrm>
            <ns1:off x="13743018" y="2077442"/>
            <ns1:ext cx="3592482" cy="5225881"/>
          </ns1:xfrm>
          <ns1:prstGeom prst="roundRect">
            <ns1:avLst>
              <ns1:gd name="adj" fmla="val 7317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31" name="Текст 39">
            <ns1:extLst>
              <ns1:ext uri="{FF2B5EF4-FFF2-40B4-BE49-F238E27FC236}">
                <ns2:creationId id="{8473FD56-677D-95FE-3B3E-2E9DFE18C053}"/>
              </ns1:ext>
            </ns1:extLst>
          </ns0:cNvPr>
          <ns0:cNvSpPr>
            <ns1:spLocks noGrp="1"/>
          </ns0:cNvSpPr>
          <ns0:nvPr>
            <ns0:ph type="body" idx="72" hasCustomPrompt="1"/>
          </ns0:nvPr>
        </ns0:nvSpPr>
        <ns0:spPr>
          <ns1:xfrm>
            <ns1:off x="13743017" y="7396469"/>
            <ns1:ext cx="3490557" cy="300408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32" name="Текст 39">
            <ns1:extLst>
              <ns1:ext uri="{FF2B5EF4-FFF2-40B4-BE49-F238E27FC236}">
                <ns2:creationId id="{C4B68A3F-4E1C-5F8B-E37E-CB6C80E17135}"/>
              </ns1:ext>
            </ns1:extLst>
          </ns0:cNvPr>
          <ns0:cNvSpPr>
            <ns1:spLocks noGrp="1"/>
          </ns0:cNvSpPr>
          <ns0:nvPr>
            <ns0:ph type="body" idx="73" hasCustomPrompt="1"/>
          </ns0:nvPr>
        </ns0:nvSpPr>
        <ns0:spPr>
          <ns1:xfrm>
            <ns1:off x="13743017" y="7752941"/>
            <ns1:ext cx="3490557" cy="1488194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9" name="Рисунок 3">
            <ns1:extLst>
              <ns1:ext uri="{FF2B5EF4-FFF2-40B4-BE49-F238E27FC236}">
                <ns2:creationId id="{8F1AC13F-D76D-96CA-F603-8EED49210DC7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0" name="Текст 16">
            <ns1:extLst>
              <ns1:ext uri="{FF2B5EF4-FFF2-40B4-BE49-F238E27FC236}">
                <ns2:creationId id="{FE49109F-CC13-4B0E-6F0B-09B1BF330BE7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8a3b075052534bee">
              <ns1:extLst>
                <ns1:ext uri="{96DAC541-7B7A-43D3-8B79-37D633B846F1}">
                  <ns4:svgBlip ns3:embed="R75028315979d429b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1" name="Текст 16">
            <ns1:extLst>
              <ns1:ext uri="{FF2B5EF4-FFF2-40B4-BE49-F238E27FC236}">
                <ns2:creationId id="{98E01FB0-21F2-7861-BDE6-31A648EB78F9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e1e83f5f04654f4b">
              <ns1:extLst>
                <ns1:ext uri="{96DAC541-7B7A-43D3-8B79-37D633B846F1}">
                  <ns4:svgBlip ns3:embed="R9c2842d7ce6d4f68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43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3 фото и белые плашки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Рисунок 19">
            <ns1:extLst>
              <ns1:ext uri="{FF2B5EF4-FFF2-40B4-BE49-F238E27FC236}">
                <ns2:creationId id="{767C170C-72EA-756E-E530-F97CAADDC3E8}"/>
              </ns1:ext>
            </ns1:extLst>
          </ns0:cNvPr>
          <ns0:cNvSpPr>
            <ns1:spLocks noGrp="1"/>
          </ns0:cNvSpPr>
          <ns0:nvPr>
            <ns0:ph type="pic" idx="62" hasCustomPrompt="1"/>
          </ns0:nvPr>
        </ns0:nvSpPr>
        <ns0:spPr>
          <ns1:xfrm>
            <ns1:off x="952499" y="2006191"/>
            <ns1:ext cx="5225879" cy="7518809"/>
          </ns1:xfrm>
          <ns1:prstGeom prst="roundRect">
            <ns1:avLst>
              <ns1:gd name="adj" fmla="val 7025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8" name="Рисунок 19">
            <ns1:extLst>
              <ns1:ext uri="{FF2B5EF4-FFF2-40B4-BE49-F238E27FC236}">
                <ns2:creationId id="{74C86196-9D32-9CB9-EC95-1B97FF22E584}"/>
              </ns1:ext>
            </ns1:extLst>
          </ns0:cNvPr>
          <ns0:cNvSpPr>
            <ns1:spLocks noGrp="1"/>
          </ns0:cNvSpPr>
          <ns0:nvPr>
            <ns0:ph type="pic" idx="65" hasCustomPrompt="1"/>
          </ns0:nvPr>
        </ns0:nvSpPr>
        <ns0:spPr>
          <ns1:xfrm>
            <ns1:off x="6531061" y="2006192"/>
            <ns1:ext cx="5225878" cy="7457192"/>
          </ns1:xfrm>
          <ns1:prstGeom prst="roundRect">
            <ns1:avLst>
              <ns1:gd name="adj" fmla="val 7025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9" name="Рисунок 19">
            <ns1:extLst>
              <ns1:ext uri="{FF2B5EF4-FFF2-40B4-BE49-F238E27FC236}">
                <ns2:creationId id="{A9CA2622-8B14-8D0C-1164-1DB326C986FB}"/>
              </ns1:ext>
            </ns1:extLst>
          </ns0:cNvPr>
          <ns0:cNvSpPr>
            <ns1:spLocks noGrp="1"/>
          </ns0:cNvSpPr>
          <ns0:nvPr>
            <ns0:ph type="pic" idx="71" hasCustomPrompt="1"/>
          </ns0:nvPr>
        </ns0:nvSpPr>
        <ns0:spPr>
          <ns1:xfrm>
            <ns1:off x="12123010" y="2006192"/>
            <ns1:ext cx="5225877" cy="7457192"/>
          </ns1:xfrm>
          <ns1:prstGeom prst="roundRect">
            <ns1:avLst>
              <ns1:gd name="adj" fmla="val 8454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18" name="Рисунок 11">
            <ns1:extLst>
              <ns1:ext uri="{FF2B5EF4-FFF2-40B4-BE49-F238E27FC236}">
                <ns2:creationId id="{B7F92134-204A-D6DF-2306-9F79606600C1}"/>
              </ns1:ext>
            </ns1:extLst>
          </ns0:cNvPr>
          <ns0:cNvSpPr>
            <ns1:spLocks noGrp="1"/>
          </ns0:cNvSpPr>
          <ns0:nvPr>
            <ns0:ph type="pic" idx="49" hasCustomPrompt="1"/>
          </ns0:nvPr>
        </ns0:nvSpPr>
        <ns0:spPr>
          <ns1:xfrm>
            <ns1:off x="1160273" y="7340169"/>
            <ns1:ext cx="4788756" cy="1986679"/>
          </ns1:xfrm>
          <ns1:prstGeom prst="roundRect">
            <ns1:avLst>
              <ns1:gd name="adj" fmla="val 13643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9" name="Рисунок 11">
            <ns1:extLst>
              <ns1:ext uri="{FF2B5EF4-FFF2-40B4-BE49-F238E27FC236}">
                <ns2:creationId id="{E38B72AC-7E58-953D-643D-1641B0B98B41}"/>
              </ns1:ext>
            </ns1:extLst>
          </ns0:cNvPr>
          <ns0:cNvSpPr>
            <ns1:spLocks noGrp="1"/>
          </ns0:cNvSpPr>
          <ns0:nvPr>
            <ns0:ph type="pic" idx="76" hasCustomPrompt="1"/>
          </ns0:nvPr>
        </ns0:nvSpPr>
        <ns0:spPr>
          <ns1:xfrm>
            <ns1:off x="6758640" y="7340169"/>
            <ns1:ext cx="4788756" cy="1986679"/>
          </ns1:xfrm>
          <ns1:prstGeom prst="roundRect">
            <ns1:avLst>
              <ns1:gd name="adj" fmla="val 13643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20" name="Рисунок 11">
            <ns1:extLst>
              <ns1:ext uri="{FF2B5EF4-FFF2-40B4-BE49-F238E27FC236}">
                <ns2:creationId id="{D936C2D2-9021-E1DA-0C49-63E4C74A73F5}"/>
              </ns1:ext>
            </ns1:extLst>
          </ns0:cNvPr>
          <ns0:cNvSpPr>
            <ns1:spLocks noGrp="1"/>
          </ns0:cNvSpPr>
          <ns0:nvPr>
            <ns0:ph type="pic" idx="77" hasCustomPrompt="1"/>
          </ns0:nvPr>
        </ns0:nvSpPr>
        <ns0:spPr>
          <ns1:xfrm>
            <ns1:off x="12338346" y="7340169"/>
            <ns1:ext cx="4788756" cy="1986679"/>
          </ns1:xfrm>
          <ns1:prstGeom prst="roundRect">
            <ns1:avLst>
              <ns1:gd name="adj" fmla="val 13643"/>
            </ns1:avLst>
          </ns1:prstGeom>
          <ns1:solidFill>
            <ns1:schemeClr val="bg1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5" name="Текст 39">
            <ns1:extLst>
              <ns1:ext uri="{FF2B5EF4-FFF2-40B4-BE49-F238E27FC236}">
                <ns2:creationId id="{508EBBE0-C063-0FC9-150A-BFB517044224}"/>
              </ns1:ext>
            </ns1:extLst>
          </ns0:cNvPr>
          <ns0:cNvSpPr>
            <ns1:spLocks noGrp="1"/>
          </ns0:cNvSpPr>
          <ns0:nvPr>
            <ns0:ph type="body" idx="63" hasCustomPrompt="1"/>
          </ns0:nvPr>
        </ns0:nvSpPr>
        <ns0:spPr>
          <ns1:xfrm>
            <ns1:off x="1383726" y="7586071"/>
            <ns1:ext cx="4328305" cy="300408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6" name="Текст 39">
            <ns1:extLst>
              <ns1:ext uri="{FF2B5EF4-FFF2-40B4-BE49-F238E27FC236}">
                <ns2:creationId id="{19744F5A-8B32-482D-6A34-D39E724A2180}"/>
              </ns1:ext>
            </ns1:extLst>
          </ns0:cNvPr>
          <ns0:cNvSpPr>
            <ns1:spLocks noGrp="1"/>
          </ns0:cNvSpPr>
          <ns0:nvPr>
            <ns0:ph type="body" idx="64" hasCustomPrompt="1"/>
          </ns0:nvPr>
        </ns0:nvSpPr>
        <ns0:spPr>
          <ns1:xfrm>
            <ns1:off x="1383726" y="7942543"/>
            <ns1:ext cx="4328305" cy="1011931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ns1:t>
            </ns1:r>
          </ns1:p>
        </ns0:txBody>
      </ns0:sp>
      <ns0:sp>
        <ns0:nvSpPr>
          <ns0:cNvPr id="13" name="Текст 39">
            <ns1:extLst>
              <ns1:ext uri="{FF2B5EF4-FFF2-40B4-BE49-F238E27FC236}">
                <ns2:creationId id="{D34C0E75-F9C8-EFA3-0C13-5BEB04D302CE}"/>
              </ns1:ext>
            </ns1:extLst>
          </ns0:cNvPr>
          <ns0:cNvSpPr>
            <ns1:spLocks noGrp="1"/>
          </ns0:cNvSpPr>
          <ns0:nvPr>
            <ns0:ph type="body" idx="72" hasCustomPrompt="1"/>
          </ns0:nvPr>
        </ns0:nvSpPr>
        <ns0:spPr>
          <ns1:xfrm>
            <ns1:off x="7018147" y="7586071"/>
            <ns1:ext cx="4328305" cy="300408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14" name="Текст 39">
            <ns1:extLst>
              <ns1:ext uri="{FF2B5EF4-FFF2-40B4-BE49-F238E27FC236}">
                <ns2:creationId id="{E049ABB4-F1A9-12EC-130A-7A3AC9453CBE}"/>
              </ns1:ext>
            </ns1:extLst>
          </ns0:cNvPr>
          <ns0:cNvSpPr>
            <ns1:spLocks noGrp="1"/>
          </ns0:cNvSpPr>
          <ns0:nvPr>
            <ns0:ph type="body" idx="73" hasCustomPrompt="1"/>
          </ns0:nvPr>
        </ns0:nvSpPr>
        <ns0:spPr>
          <ns1:xfrm>
            <ns1:off x="7018147" y="7942543"/>
            <ns1:ext cx="4328305" cy="1011931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ns1:t>
            </ns1:r>
          </ns1:p>
        </ns0:txBody>
      </ns0:sp>
      <ns0:sp>
        <ns0:nvSpPr>
          <ns0:cNvPr id="23" name="Текст 39">
            <ns1:extLst>
              <ns1:ext uri="{FF2B5EF4-FFF2-40B4-BE49-F238E27FC236}">
                <ns2:creationId id="{A613AFCD-B8EA-7952-82F2-B1CBCB3042DE}"/>
              </ns1:ext>
            </ns1:extLst>
          </ns0:cNvPr>
          <ns0:cNvSpPr>
            <ns1:spLocks noGrp="1"/>
          </ns0:cNvSpPr>
          <ns0:nvPr>
            <ns0:ph type="body" idx="74" hasCustomPrompt="1"/>
          </ns0:nvPr>
        </ns0:nvSpPr>
        <ns0:spPr>
          <ns1:xfrm>
            <ns1:off x="12575798" y="7586071"/>
            <ns1:ext cx="4328305" cy="300408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24" name="Текст 39">
            <ns1:extLst>
              <ns1:ext uri="{FF2B5EF4-FFF2-40B4-BE49-F238E27FC236}">
                <ns2:creationId id="{7120E521-D8A7-5E23-59ED-9FD5BDF6AC28}"/>
              </ns1:ext>
            </ns1:extLst>
          </ns0:cNvPr>
          <ns0:cNvSpPr>
            <ns1:spLocks noGrp="1"/>
          </ns0:cNvSpPr>
          <ns0:nvPr>
            <ns0:ph type="body" idx="75" hasCustomPrompt="1"/>
          </ns0:nvPr>
        </ns0:nvSpPr>
        <ns0:spPr>
          <ns1:xfrm>
            <ns1:off x="12575798" y="7942543"/>
            <ns1:ext cx="4328305" cy="1011931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ns1:t>
            </ns1:r>
          </ns1:p>
        </ns0:txBody>
      </ns0:sp>
      <ns0:sp>
        <ns0:nvSpPr>
          <ns0:cNvPr id="10" name="Рисунок 3">
            <ns1:extLst>
              <ns1:ext uri="{FF2B5EF4-FFF2-40B4-BE49-F238E27FC236}">
                <ns2:creationId id="{BA9730FF-8C27-2860-5446-CCF5E9773A8B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1" name="Текст 16">
            <ns1:extLst>
              <ns1:ext uri="{FF2B5EF4-FFF2-40B4-BE49-F238E27FC236}">
                <ns2:creationId id="{7D54F810-4885-78CA-4854-F7DCFC7DFEAA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7355233b133f4586">
              <ns1:extLst>
                <ns1:ext uri="{96DAC541-7B7A-43D3-8B79-37D633B846F1}">
                  <ns4:svgBlip ns3:embed="R68cae931631d4819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2" name="Текст 16">
            <ns1:extLst>
              <ns1:ext uri="{FF2B5EF4-FFF2-40B4-BE49-F238E27FC236}">
                <ns2:creationId id="{E69FD028-674F-2B80-6737-27F00A40A95E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821b2f2aa38843fc">
              <ns1:extLst>
                <ns1:ext uri="{96DAC541-7B7A-43D3-8B79-37D633B846F1}">
                  <ns4:svgBlip ns3:embed="R9ccf11f0733046ed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44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3 фото и красные плашки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18" name="Рисунок 19">
            <ns1:extLst>
              <ns1:ext uri="{FF2B5EF4-FFF2-40B4-BE49-F238E27FC236}">
                <ns2:creationId id="{E1EAFA1E-5FE5-2F05-284D-05169060F896}"/>
              </ns1:ext>
            </ns1:extLst>
          </ns0:cNvPr>
          <ns0:cNvSpPr>
            <ns1:spLocks noGrp="1"/>
          </ns0:cNvSpPr>
          <ns0:nvPr>
            <ns0:ph type="pic" idx="62" hasCustomPrompt="1"/>
          </ns0:nvPr>
        </ns0:nvSpPr>
        <ns0:spPr>
          <ns1:xfrm>
            <ns1:off x="952499" y="2006191"/>
            <ns1:ext cx="5225879" cy="7518809"/>
          </ns1:xfrm>
          <ns1:prstGeom prst="roundRect">
            <ns1:avLst>
              <ns1:gd name="adj" fmla="val 7025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19" name="Рисунок 19">
            <ns1:extLst>
              <ns1:ext uri="{FF2B5EF4-FFF2-40B4-BE49-F238E27FC236}">
                <ns2:creationId id="{040CA95E-276B-A175-3C3D-17731A3F0B60}"/>
              </ns1:ext>
            </ns1:extLst>
          </ns0:cNvPr>
          <ns0:cNvSpPr>
            <ns1:spLocks noGrp="1"/>
          </ns0:cNvSpPr>
          <ns0:nvPr>
            <ns0:ph type="pic" idx="65" hasCustomPrompt="1"/>
          </ns0:nvPr>
        </ns0:nvSpPr>
        <ns0:spPr>
          <ns1:xfrm>
            <ns1:off x="6531061" y="2006192"/>
            <ns1:ext cx="5225878" cy="7457192"/>
          </ns1:xfrm>
          <ns1:prstGeom prst="roundRect">
            <ns1:avLst>
              <ns1:gd name="adj" fmla="val 7025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20" name="Рисунок 19">
            <ns1:extLst>
              <ns1:ext uri="{FF2B5EF4-FFF2-40B4-BE49-F238E27FC236}">
                <ns2:creationId id="{6FB94E98-8A2E-482C-0008-928D97ADEFF7}"/>
              </ns1:ext>
            </ns1:extLst>
          </ns0:cNvPr>
          <ns0:cNvSpPr>
            <ns1:spLocks noGrp="1"/>
          </ns0:cNvSpPr>
          <ns0:nvPr>
            <ns0:ph type="pic" idx="71" hasCustomPrompt="1"/>
          </ns0:nvPr>
        </ns0:nvSpPr>
        <ns0:spPr>
          <ns1:xfrm>
            <ns1:off x="12123010" y="2006192"/>
            <ns1:ext cx="5225877" cy="7457192"/>
          </ns1:xfrm>
          <ns1:prstGeom prst="roundRect">
            <ns1:avLst>
              <ns1:gd name="adj" fmla="val 8454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21" name="Рисунок 11">
            <ns1:extLst>
              <ns1:ext uri="{FF2B5EF4-FFF2-40B4-BE49-F238E27FC236}">
                <ns2:creationId id="{58A33629-006C-9C89-1FA1-A654032FBCC6}"/>
              </ns1:ext>
            </ns1:extLst>
          </ns0:cNvPr>
          <ns0:cNvSpPr>
            <ns1:spLocks noGrp="1"/>
          </ns0:cNvSpPr>
          <ns0:nvPr>
            <ns0:ph type="pic" idx="49" hasCustomPrompt="1"/>
          </ns0:nvPr>
        </ns0:nvSpPr>
        <ns0:spPr>
          <ns1:xfrm>
            <ns1:off x="1160273" y="7340169"/>
            <ns1:ext cx="4788756" cy="1986679"/>
          </ns1:xfrm>
          <ns1:prstGeom prst="roundRect">
            <ns1:avLst>
              <ns1:gd name="adj" fmla="val 13643"/>
            </ns1:avLst>
          </ns1:prstGeom>
          <ns1:solidFill>
            <ns1:srgbClr val="EA0B4C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25" name="Рисунок 11">
            <ns1:extLst>
              <ns1:ext uri="{FF2B5EF4-FFF2-40B4-BE49-F238E27FC236}">
                <ns2:creationId id="{D3B117A9-E718-59B8-50E7-5D0EC8A9D48B}"/>
              </ns1:ext>
            </ns1:extLst>
          </ns0:cNvPr>
          <ns0:cNvSpPr>
            <ns1:spLocks noGrp="1"/>
          </ns0:cNvSpPr>
          <ns0:nvPr>
            <ns0:ph type="pic" idx="76" hasCustomPrompt="1"/>
          </ns0:nvPr>
        </ns0:nvSpPr>
        <ns0:spPr>
          <ns1:xfrm>
            <ns1:off x="6758640" y="7340169"/>
            <ns1:ext cx="4788756" cy="1986679"/>
          </ns1:xfrm>
          <ns1:prstGeom prst="roundRect">
            <ns1:avLst>
              <ns1:gd name="adj" fmla="val 13643"/>
            </ns1:avLst>
          </ns1:prstGeom>
          <ns1:solidFill>
            <ns1:srgbClr val="EA0B4C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26" name="Рисунок 11">
            <ns1:extLst>
              <ns1:ext uri="{FF2B5EF4-FFF2-40B4-BE49-F238E27FC236}">
                <ns2:creationId id="{C2525BDA-4711-8A38-E9AA-52A9833988F9}"/>
              </ns1:ext>
            </ns1:extLst>
          </ns0:cNvPr>
          <ns0:cNvSpPr>
            <ns1:spLocks noGrp="1"/>
          </ns0:cNvSpPr>
          <ns0:nvPr>
            <ns0:ph type="pic" idx="77" hasCustomPrompt="1"/>
          </ns0:nvPr>
        </ns0:nvSpPr>
        <ns0:spPr>
          <ns1:xfrm>
            <ns1:off x="12338346" y="7340169"/>
            <ns1:ext cx="4788756" cy="1986679"/>
          </ns1:xfrm>
          <ns1:prstGeom prst="roundRect">
            <ns1:avLst>
              <ns1:gd name="adj" fmla="val 13643"/>
            </ns1:avLst>
          </ns1:prstGeom>
          <ns1:solidFill>
            <ns1:srgbClr val="EA0B4C"/>
          </ns1:solidFill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27" name="Текст 39">
            <ns1:extLst>
              <ns1:ext uri="{FF2B5EF4-FFF2-40B4-BE49-F238E27FC236}">
                <ns2:creationId id="{6903C977-6253-74F8-B758-BF4FD7A25CA3}"/>
              </ns1:ext>
            </ns1:extLst>
          </ns0:cNvPr>
          <ns0:cNvSpPr>
            <ns1:spLocks noGrp="1"/>
          </ns0:cNvSpPr>
          <ns0:nvPr>
            <ns0:ph type="body" idx="63" hasCustomPrompt="1"/>
          </ns0:nvPr>
        </ns0:nvSpPr>
        <ns0:spPr>
          <ns1:xfrm>
            <ns1:off x="1383726" y="7586071"/>
            <ns1:ext cx="4328305" cy="300408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28" name="Текст 39">
            <ns1:extLst>
              <ns1:ext uri="{FF2B5EF4-FFF2-40B4-BE49-F238E27FC236}">
                <ns2:creationId id="{AFDA227A-396A-70C1-1BAF-3B6A1D63CE1E}"/>
              </ns1:ext>
            </ns1:extLst>
          </ns0:cNvPr>
          <ns0:cNvSpPr>
            <ns1:spLocks noGrp="1"/>
          </ns0:cNvSpPr>
          <ns0:nvPr>
            <ns0:ph type="body" idx="64" hasCustomPrompt="1"/>
          </ns0:nvPr>
        </ns0:nvSpPr>
        <ns0:spPr>
          <ns1:xfrm>
            <ns1:off x="1383726" y="7942543"/>
            <ns1:ext cx="4328305" cy="1011931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ns1:t>
            </ns1:r>
          </ns1:p>
        </ns0:txBody>
      </ns0:sp>
      <ns0:sp>
        <ns0:nvSpPr>
          <ns0:cNvPr id="29" name="Текст 39">
            <ns1:extLst>
              <ns1:ext uri="{FF2B5EF4-FFF2-40B4-BE49-F238E27FC236}">
                <ns2:creationId id="{1885BBBA-A02A-AA42-96C3-8335F297DA43}"/>
              </ns1:ext>
            </ns1:extLst>
          </ns0:cNvPr>
          <ns0:cNvSpPr>
            <ns1:spLocks noGrp="1"/>
          </ns0:cNvSpPr>
          <ns0:nvPr>
            <ns0:ph type="body" idx="72" hasCustomPrompt="1"/>
          </ns0:nvPr>
        </ns0:nvSpPr>
        <ns0:spPr>
          <ns1:xfrm>
            <ns1:off x="7018147" y="7586071"/>
            <ns1:ext cx="4328305" cy="300408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30" name="Текст 39">
            <ns1:extLst>
              <ns1:ext uri="{FF2B5EF4-FFF2-40B4-BE49-F238E27FC236}">
                <ns2:creationId id="{85F6FB32-CE77-7AE2-B628-1C407D9F7930}"/>
              </ns1:ext>
            </ns1:extLst>
          </ns0:cNvPr>
          <ns0:cNvSpPr>
            <ns1:spLocks noGrp="1"/>
          </ns0:cNvSpPr>
          <ns0:nvPr>
            <ns0:ph type="body" idx="73" hasCustomPrompt="1"/>
          </ns0:nvPr>
        </ns0:nvSpPr>
        <ns0:spPr>
          <ns1:xfrm>
            <ns1:off x="7018147" y="7942543"/>
            <ns1:ext cx="4328305" cy="1011931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ns1:t>
            </ns1:r>
          </ns1:p>
        </ns0:txBody>
      </ns0:sp>
      <ns0:sp>
        <ns0:nvSpPr>
          <ns0:cNvPr id="31" name="Текст 39">
            <ns1:extLst>
              <ns1:ext uri="{FF2B5EF4-FFF2-40B4-BE49-F238E27FC236}">
                <ns2:creationId id="{6DF2AD45-BA7E-A516-2294-CFF0BC1E9E6C}"/>
              </ns1:ext>
            </ns1:extLst>
          </ns0:cNvPr>
          <ns0:cNvSpPr>
            <ns1:spLocks noGrp="1"/>
          </ns0:cNvSpPr>
          <ns0:nvPr>
            <ns0:ph type="body" idx="74" hasCustomPrompt="1"/>
          </ns0:nvPr>
        </ns0:nvSpPr>
        <ns0:spPr>
          <ns1:xfrm>
            <ns1:off x="12575798" y="7586071"/>
            <ns1:ext cx="4328305" cy="300408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32" name="Текст 39">
            <ns1:extLst>
              <ns1:ext uri="{FF2B5EF4-FFF2-40B4-BE49-F238E27FC236}">
                <ns2:creationId id="{48DD1AA8-CB59-DF9F-08E7-4D857EA48B61}"/>
              </ns1:ext>
            </ns1:extLst>
          </ns0:cNvPr>
          <ns0:cNvSpPr>
            <ns1:spLocks noGrp="1"/>
          </ns0:cNvSpPr>
          <ns0:nvPr>
            <ns0:ph type="body" idx="75" hasCustomPrompt="1"/>
          </ns0:nvPr>
        </ns0:nvSpPr>
        <ns0:spPr>
          <ns1:xfrm>
            <ns1:off x="12575798" y="7942543"/>
            <ns1:ext cx="4328305" cy="1011931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ns1:t>
            </ns1:r>
          </ns1:p>
        </ns0:txBody>
      </ns0:sp>
      <ns0:sp>
        <ns0:nvSpPr>
          <ns0:cNvPr id="5" name="Рисунок 3">
            <ns1:extLst>
              <ns1:ext uri="{FF2B5EF4-FFF2-40B4-BE49-F238E27FC236}">
                <ns2:creationId id="{CB4EC83C-2D80-87F6-338C-CBA845F95322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6" name="Текст 16">
            <ns1:extLst>
              <ns1:ext uri="{FF2B5EF4-FFF2-40B4-BE49-F238E27FC236}">
                <ns2:creationId id="{B76C9983-735F-3424-1A7B-68C802AEF920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338446691ca744f2">
              <ns1:extLst>
                <ns1:ext uri="{96DAC541-7B7A-43D3-8B79-37D633B846F1}">
                  <ns4:svgBlip ns3:embed="Rda8fc063d84e4838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7" name="Текст 16">
            <ns1:extLst>
              <ns1:ext uri="{FF2B5EF4-FFF2-40B4-BE49-F238E27FC236}">
                <ns2:creationId id="{AD3AD925-745D-1BB4-990D-F8F5B83CE853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61c470fb191243e7">
              <ns1:extLst>
                <ns1:ext uri="{96DAC541-7B7A-43D3-8B79-37D633B846F1}">
                  <ns4:svgBlip ns3:embed="Ref86dde1a170428c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45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1 фото и 2 красных плашки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" name="Рисунок 11">
            <ns1:extLst>
              <ns1:ext uri="{FF2B5EF4-FFF2-40B4-BE49-F238E27FC236}">
                <ns2:creationId id="{0715A366-883E-9BEC-14EC-990FD5085338}"/>
              </ns1:ext>
            </ns1:extLst>
          </ns0:cNvPr>
          <ns0:cNvSpPr>
            <ns1:spLocks noGrp="1"/>
          </ns0:cNvSpPr>
          <ns0:nvPr>
            <ns0:ph type="pic" idx="37" hasCustomPrompt="1"/>
          </ns0:nvPr>
        </ns0:nvSpPr>
        <ns0:spPr>
          <ns1:xfrm>
            <ns1:off x="9395855" y="6413155"/>
            <ns1:ext cx="3902033" cy="2711793"/>
          </ns1:xfrm>
          <ns1:prstGeom prst="roundRect">
            <ns1:avLst>
              <ns1:gd name="adj" fmla="val 11553"/>
            </ns1:avLst>
          </ns1:prstGeom>
          <ns1:solidFill>
            <ns1:srgbClr val="EA0B4C"/>
          </ns1:solidFill>
          <ns1:ln>
            <ns1:solidFill>
              <ns1:schemeClr val="accent1"/>
            </ns1:solidFill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4" name="Рисунок 11">
            <ns1:extLst>
              <ns1:ext uri="{FF2B5EF4-FFF2-40B4-BE49-F238E27FC236}">
                <ns2:creationId id="{40B73AD1-570C-D24B-121E-580339897E1E}"/>
              </ns1:ext>
            </ns1:extLst>
          </ns0:cNvPr>
          <ns0:cNvSpPr>
            <ns1:spLocks noGrp="1"/>
          </ns0:cNvSpPr>
          <ns0:nvPr>
            <ns0:ph type="pic" idx="85" hasCustomPrompt="1"/>
          </ns0:nvPr>
        </ns0:nvSpPr>
        <ns0:spPr>
          <ns1:xfrm>
            <ns1:off x="13426679" y="6413155"/>
            <ns1:ext cx="3902033" cy="2711793"/>
          </ns1:xfrm>
          <ns1:prstGeom prst="roundRect">
            <ns1:avLst>
              <ns1:gd name="adj" fmla="val 11553"/>
            </ns1:avLst>
          </ns1:prstGeom>
          <ns1:solidFill>
            <ns1:srgbClr val="EA0B4C"/>
          </ns1:solidFill>
          <ns1:ln>
            <ns1:solidFill>
              <ns1:schemeClr val="accent1"/>
            </ns1:solidFill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50" name="Рисунок 19">
            <ns1:extLst>
              <ns1:ext uri="{FF2B5EF4-FFF2-40B4-BE49-F238E27FC236}">
                <ns2:creationId id="{406BD1FD-0EEA-0CC4-796D-351CF6515C2E}"/>
              </ns1:ext>
            </ns1:extLst>
          </ns0:cNvPr>
          <ns0:cNvSpPr>
            <ns1:spLocks noGrp="1"/>
          </ns0:cNvSpPr>
          <ns0:nvPr>
            <ns0:ph type="pic" idx="62" hasCustomPrompt="1"/>
          </ns0:nvPr>
        </ns0:nvSpPr>
        <ns0:spPr>
          <ns1:xfrm>
            <ns1:off x="9395856" y="1856350"/>
            <ns1:ext cx="7934325" cy="4344425"/>
          </ns1:xfrm>
          <ns1:prstGeom prst="roundRect">
            <ns1:avLst>
              <ns1:gd name="adj" fmla="val 5069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3903911"/>
            <ns1:ext cx="7515288" cy="1133061"/>
          </ns1:xfrm>
        </ns0:spPr>
        <ns0:txBody>
          <ns1:bodyPr>
            <ns1:normAutofit/>
          </ns1:bodyPr>
          <ns1:lstStyle>
            <ns1:lvl1pPr algn="l">
              <ns1:buNone/>
              <ns1:defRPr sz="40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8" name="Текст 39">
            <ns1:extLst>
              <ns1:ext uri="{FF2B5EF4-FFF2-40B4-BE49-F238E27FC236}">
                <ns2:creationId id="{AB4A1367-3CE6-67F7-D443-3C97FCD1E3A3}"/>
              </ns1:ext>
            </ns1:extLst>
          </ns0:cNvPr>
          <ns0:cNvSpPr>
            <ns1:spLocks noGrp="1"/>
          </ns0:cNvSpPr>
          <ns0:nvPr>
            <ns0:ph type="body" idx="82" hasCustomPrompt="1"/>
          </ns0:nvPr>
        </ns0:nvSpPr>
        <ns0:spPr>
          <ns1:xfrm>
            <ns1:off x="915493" y="5252007"/>
            <ns1:ext cx="7552295" cy="2352725"/>
          </ns1:xfrm>
        </ns0:spPr>
        <ns0:txBody>
          <ns1:bodyPr>
            <ns1:noAutofit/>
          </ns1:bodyPr>
          <ns1:lstStyle>
            <ns1:lvl1pPr algn="l">
              <ns1:buNone/>
              <ns1:defRPr sz="18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 Разместите свой текст тут. Текст может быть в несколько строк Разместите свой текст тут. Текст может быть в несколько строк Разместите свой текст тут</ns1:t>
            </ns1:r>
          </ns1:p>
        </ns0:txBody>
      </ns0:sp>
      <ns0:sp>
        <ns0:nvSpPr>
          <ns0:cNvPr id="43" name="Текст 39">
            <ns1:extLst>
              <ns1:ext uri="{FF2B5EF4-FFF2-40B4-BE49-F238E27FC236}">
                <ns2:creationId id="{D3239833-340D-CF6B-6A3A-7FDB22E9787F}"/>
              </ns1:ext>
            </ns1:extLst>
          </ns0:cNvPr>
          <ns0:cNvSpPr>
            <ns1:spLocks noGrp="1"/>
          </ns0:cNvSpPr>
          <ns0:nvPr>
            <ns0:ph type="body" idx="45" hasCustomPrompt="1"/>
          </ns0:nvPr>
        </ns0:nvSpPr>
        <ns0:spPr>
          <ns1:xfrm>
            <ns1:off x="13799133" y="8086725"/>
            <ns1:ext cx="3135079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</ns1:t>
            </ns1:r>
          </ns1:p>
        </ns0:txBody>
      </ns0:sp>
      <ns0:sp>
        <ns0:nvSpPr>
          <ns0:cNvPr id="44" name="Текст 39">
            <ns1:extLst>
              <ns1:ext uri="{FF2B5EF4-FFF2-40B4-BE49-F238E27FC236}">
                <ns2:creationId id="{F1915B14-358E-2BE7-4ED7-9496556BBE30}"/>
              </ns1:ext>
            </ns1:extLst>
          </ns0:cNvPr>
          <ns0:cNvSpPr>
            <ns1:spLocks noGrp="1"/>
          </ns0:cNvSpPr>
          <ns0:nvPr>
            <ns0:ph type="body" idx="46" hasCustomPrompt="1"/>
          </ns0:nvPr>
        </ns0:nvSpPr>
        <ns0:spPr>
          <ns1:xfrm>
            <ns1:off x="13799134" y="7214800"/>
            <ns1:ext cx="1495424" cy="643326"/>
          </ns1:xfrm>
        </ns0:spPr>
        <ns0:txBody>
          <ns1:bodyPr anchor="ctr">
            <ns1:noAutofit/>
          </ns1:bodyPr>
          <ns1:lstStyle>
            <ns1:lvl1pPr>
              <ns1:buNone/>
              <ns1:defRPr sz="48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46" name="Текст 39">
            <ns1:extLst>
              <ns1:ext uri="{FF2B5EF4-FFF2-40B4-BE49-F238E27FC236}">
                <ns2:creationId id="{C1487CAE-F40C-5324-F843-70E19F36A78A}"/>
              </ns1:ext>
            </ns1:extLst>
          </ns0:cNvPr>
          <ns0:cNvSpPr>
            <ns1:spLocks noGrp="1"/>
          </ns0:cNvSpPr>
          <ns0:nvPr>
            <ns0:ph type="body" idx="83" hasCustomPrompt="1"/>
          </ns0:nvPr>
        </ns0:nvSpPr>
        <ns0:spPr>
          <ns1:xfrm>
            <ns1:off x="9761523" y="8086725"/>
            <ns1:ext cx="3135079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</ns1:t>
            </ns1:r>
          </ns1:p>
        </ns0:txBody>
      </ns0:sp>
      <ns0:sp>
        <ns0:nvSpPr>
          <ns0:cNvPr id="47" name="Текст 39">
            <ns1:extLst>
              <ns1:ext uri="{FF2B5EF4-FFF2-40B4-BE49-F238E27FC236}">
                <ns2:creationId id="{830D01EE-3171-400A-0EC2-F43FC90DF511}"/>
              </ns1:ext>
            </ns1:extLst>
          </ns0:cNvPr>
          <ns0:cNvSpPr>
            <ns1:spLocks noGrp="1"/>
          </ns0:cNvSpPr>
          <ns0:nvPr>
            <ns0:ph type="body" idx="84" hasCustomPrompt="1"/>
          </ns0:nvPr>
        </ns0:nvSpPr>
        <ns0:spPr>
          <ns1:xfrm>
            <ns1:off x="9761524" y="7214800"/>
            <ns1:ext cx="1495424" cy="643326"/>
          </ns1:xfrm>
        </ns0:spPr>
        <ns0:txBody>
          <ns1:bodyPr anchor="ctr">
            <ns1:noAutofit/>
          </ns1:bodyPr>
          <ns1:lstStyle>
            <ns1:lvl1pPr>
              <ns1:buNone/>
              <ns1:defRPr sz="48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5" name="Текст 39">
            <ns1:extLst>
              <ns1:ext uri="{FF2B5EF4-FFF2-40B4-BE49-F238E27FC236}">
                <ns2:creationId id="{7F29C629-1FCF-9A87-9BA7-DB9E642A3084}"/>
              </ns1:ext>
            </ns1:extLst>
          </ns0:cNvPr>
          <ns0:cNvSpPr>
            <ns1:spLocks noGrp="1"/>
          </ns0:cNvSpPr>
          <ns0:nvPr>
            <ns0:ph type="body" idx="31" hasCustomPrompt="1"/>
          </ns0:nvPr>
        </ns0:nvSpPr>
        <ns0:spPr>
          <ns1:xfrm>
            <ns1:off x="11962079" y="6594986"/>
            <ns1:ext cx="1086655" cy="370732"/>
          </ns1:xfrm>
          <ns1:prstGeom prst="roundRect">
            <ns1:avLst>
              <ns1:gd name="adj" fmla="val 50000"/>
            </ns1:avLst>
          </ns1:prstGeom>
          <ns1:solidFill>
            <ns1:schemeClr val="bg1">
              <ns1:lumMod val="95000"/>
            </ns1:schemeClr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Новое</ns1:t>
            </ns1:r>
          </ns1:p>
        </ns0:txBody>
      </ns0:sp>
      <ns0:sp>
        <ns0:nvSpPr>
          <ns0:cNvPr id="9" name="Рисунок 3">
            <ns1:extLst>
              <ns1:ext uri="{FF2B5EF4-FFF2-40B4-BE49-F238E27FC236}">
                <ns2:creationId id="{D9919DDC-2E63-9AF0-832F-E6E2E5BBD235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0" name="Текст 16">
            <ns1:extLst>
              <ns1:ext uri="{FF2B5EF4-FFF2-40B4-BE49-F238E27FC236}">
                <ns2:creationId id="{680D7B2A-0B53-F659-0457-7368247BF257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5a886b6bee2c4310">
              <ns1:extLst>
                <ns1:ext uri="{96DAC541-7B7A-43D3-8B79-37D633B846F1}">
                  <ns4:svgBlip ns3:embed="R0bba122b298448b8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1" name="Текст 16">
            <ns1:extLst>
              <ns1:ext uri="{FF2B5EF4-FFF2-40B4-BE49-F238E27FC236}">
                <ns2:creationId id="{A196C80F-4722-4F8A-3DF0-EA7D583EA517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60a20c27e89e415c">
              <ns1:extLst>
                <ns1:ext uri="{96DAC541-7B7A-43D3-8B79-37D633B846F1}">
                  <ns4:svgBlip ns3:embed="R8460361edf044306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46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1 фото и 2 серых плашки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" name="Рисунок 19">
            <ns1:extLst>
              <ns1:ext uri="{FF2B5EF4-FFF2-40B4-BE49-F238E27FC236}">
                <ns2:creationId id="{3EE6CFB9-C7CD-DA57-9CBA-BB637055CD05}"/>
              </ns1:ext>
            </ns1:extLst>
          </ns0:cNvPr>
          <ns0:cNvSpPr>
            <ns1:spLocks noGrp="1"/>
          </ns0:cNvSpPr>
          <ns0:nvPr>
            <ns0:ph type="pic" idx="62" hasCustomPrompt="1"/>
          </ns0:nvPr>
        </ns0:nvSpPr>
        <ns0:spPr>
          <ns1:xfrm>
            <ns1:off x="952499" y="2260601"/>
            <ns1:ext cx="10972799" cy="3473450"/>
          </ns1:xfrm>
          <ns1:prstGeom prst="roundRect">
            <ns1:avLst>
              <ns1:gd name="adj" fmla="val 7317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4" name="Рисунок 19">
            <ns1:extLst>
              <ns1:ext uri="{FF2B5EF4-FFF2-40B4-BE49-F238E27FC236}">
                <ns2:creationId id="{8F6C7CD3-D9D5-A408-9AB6-7C26806CBD19}"/>
              </ns1:ext>
            </ns1:extLst>
          </ns0:cNvPr>
          <ns0:cNvSpPr>
            <ns1:spLocks noGrp="1"/>
          </ns0:cNvSpPr>
          <ns0:nvPr>
            <ns0:ph type="pic" idx="81" hasCustomPrompt="1"/>
          </ns0:nvPr>
        </ns0:nvSpPr>
        <ns0:spPr>
          <ns1:xfrm>
            <ns1:off x="952499" y="6036734"/>
            <ns1:ext cx="10972799" cy="3426650"/>
          </ns1:xfrm>
          <ns1:prstGeom prst="roundRect">
            <ns1:avLst>
              <ns1:gd name="adj" fmla="val 7317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9" name="Рисунок 19">
            <ns1:extLst>
              <ns1:ext uri="{FF2B5EF4-FFF2-40B4-BE49-F238E27FC236}">
                <ns2:creationId id="{A9CA2622-8B14-8D0C-1164-1DB326C986FB}"/>
              </ns1:ext>
            </ns1:extLst>
          </ns0:cNvPr>
          <ns0:cNvSpPr>
            <ns1:spLocks noGrp="1"/>
          </ns0:cNvSpPr>
          <ns0:nvPr>
            <ns0:ph type="pic" idx="71" hasCustomPrompt="1"/>
          </ns0:nvPr>
        </ns0:nvSpPr>
        <ns0:spPr>
          <ns1:xfrm>
            <ns1:off x="12123010" y="2260600"/>
            <ns1:ext cx="5225877" cy="7202784"/>
          </ns1:xfrm>
          <ns1:prstGeom prst="roundRect">
            <ns1:avLst>
              <ns1:gd name="adj" fmla="val 5002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19" name="Текст 39">
            <ns1:extLst>
              <ns1:ext uri="{FF2B5EF4-FFF2-40B4-BE49-F238E27FC236}">
                <ns2:creationId id="{1FB3BFEE-DCD1-2DCC-6F1A-A8B7FF3B1EE9}"/>
              </ns1:ext>
            </ns1:extLst>
          </ns0:cNvPr>
          <ns0:cNvSpPr>
            <ns1:spLocks noGrp="1"/>
          </ns0:cNvSpPr>
          <ns0:nvPr>
            <ns0:ph type="body" idx="22" hasCustomPrompt="1"/>
          </ns0:nvPr>
        </ns0:nvSpPr>
        <ns0:spPr>
          <ns1:xfrm>
            <ns1:off x="1265543" y="3023179"/>
            <ns1:ext cx="3242957" cy="2450521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20" name="Текст 39">
            <ns1:extLst>
              <ns1:ext uri="{FF2B5EF4-FFF2-40B4-BE49-F238E27FC236}">
                <ns2:creationId id="{01918D90-353C-B392-0A3B-DA7782356333}"/>
              </ns1:ext>
            </ns1:extLst>
          </ns0:cNvPr>
          <ns0:cNvSpPr>
            <ns1:spLocks noGrp="1"/>
          </ns0:cNvSpPr>
          <ns0:nvPr>
            <ns0:ph type="body" idx="23" hasCustomPrompt="1"/>
          </ns0:nvPr>
        </ns0:nvSpPr>
        <ns0:spPr>
          <ns1:xfrm>
            <ns1:off x="4706210" y="3023179"/>
            <ns1:ext cx="3242957" cy="2450521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21" name="Текст 39">
            <ns1:extLst>
              <ns1:ext uri="{FF2B5EF4-FFF2-40B4-BE49-F238E27FC236}">
                <ns2:creationId id="{FF241AFD-1B84-B6EE-08A9-4EF1D26EFEEE}"/>
              </ns1:ext>
            </ns1:extLst>
          </ns0:cNvPr>
          <ns0:cNvSpPr>
            <ns1:spLocks noGrp="1"/>
          </ns0:cNvSpPr>
          <ns0:nvPr>
            <ns0:ph type="body" idx="24" hasCustomPrompt="1"/>
          </ns0:nvPr>
        </ns0:nvSpPr>
        <ns0:spPr>
          <ns1:xfrm>
            <ns1:off x="1265542" y="2569070"/>
            <ns1:ext cx="10367657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25" name="Текст 39">
            <ns1:extLst>
              <ns1:ext uri="{FF2B5EF4-FFF2-40B4-BE49-F238E27FC236}">
                <ns2:creationId id="{AC3D7923-7DC3-758C-3C7E-1C042D7D01D4}"/>
              </ns1:ext>
            </ns1:extLst>
          </ns0:cNvPr>
          <ns0:cNvSpPr>
            <ns1:spLocks noGrp="1"/>
          </ns0:cNvSpPr>
          <ns0:nvPr>
            <ns0:ph type="body" idx="72" hasCustomPrompt="1"/>
          </ns0:nvPr>
        </ns0:nvSpPr>
        <ns0:spPr>
          <ns1:xfrm>
            <ns1:off x="8178233" y="3023179"/>
            <ns1:ext cx="3454966" cy="2450521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27" name="Текст 39">
            <ns1:extLst>
              <ns1:ext uri="{FF2B5EF4-FFF2-40B4-BE49-F238E27FC236}">
                <ns2:creationId id="{0D1BB6DC-078A-55AD-FE97-60BF3748E53C}"/>
              </ns1:ext>
            </ns1:extLst>
          </ns0:cNvPr>
          <ns0:cNvSpPr>
            <ns1:spLocks noGrp="1"/>
          </ns0:cNvSpPr>
          <ns0:nvPr>
            <ns0:ph type="body" idx="73" hasCustomPrompt="1"/>
          </ns0:nvPr>
        </ns0:nvSpPr>
        <ns0:spPr>
          <ns1:xfrm>
            <ns1:off x="1265543" y="7858843"/>
            <ns1:ext cx="3242957" cy="1066221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28" name="Текст 39">
            <ns1:extLst>
              <ns1:ext uri="{FF2B5EF4-FFF2-40B4-BE49-F238E27FC236}">
                <ns2:creationId id="{4D8F130F-8E4B-B7E2-98FD-FED99ADABEA5}"/>
              </ns1:ext>
            </ns1:extLst>
          </ns0:cNvPr>
          <ns0:cNvSpPr>
            <ns1:spLocks noGrp="1"/>
          </ns0:cNvSpPr>
          <ns0:nvPr>
            <ns0:ph type="body" idx="74" hasCustomPrompt="1"/>
          </ns0:nvPr>
        </ns0:nvSpPr>
        <ns0:spPr>
          <ns1:xfrm>
            <ns1:off x="4706210" y="7858843"/>
            <ns1:ext cx="3242957" cy="1066221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29" name="Текст 39">
            <ns1:extLst>
              <ns1:ext uri="{FF2B5EF4-FFF2-40B4-BE49-F238E27FC236}">
                <ns2:creationId id="{1F0EBD8D-6D29-2998-22F6-E0AB1803AA59}"/>
              </ns1:ext>
            </ns1:extLst>
          </ns0:cNvPr>
          <ns0:cNvSpPr>
            <ns1:spLocks noGrp="1"/>
          </ns0:cNvSpPr>
          <ns0:nvPr>
            <ns0:ph type="body" idx="75" hasCustomPrompt="1"/>
          </ns0:nvPr>
        </ns0:nvSpPr>
        <ns0:spPr>
          <ns1:xfrm>
            <ns1:off x="1265542" y="6328270"/>
            <ns1:ext cx="10367657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30" name="Текст 39">
            <ns1:extLst>
              <ns1:ext uri="{FF2B5EF4-FFF2-40B4-BE49-F238E27FC236}">
                <ns2:creationId id="{3C550886-0161-04CA-E93C-E334707D66D1}"/>
              </ns1:ext>
            </ns1:extLst>
          </ns0:cNvPr>
          <ns0:cNvSpPr>
            <ns1:spLocks noGrp="1"/>
          </ns0:cNvSpPr>
          <ns0:nvPr>
            <ns0:ph type="body" idx="76" hasCustomPrompt="1"/>
          </ns0:nvPr>
        </ns0:nvSpPr>
        <ns0:spPr>
          <ns1:xfrm>
            <ns1:off x="8178233" y="7858843"/>
            <ns1:ext cx="3454966" cy="1066221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31" name="Текст 39">
            <ns1:extLst>
              <ns1:ext uri="{FF2B5EF4-FFF2-40B4-BE49-F238E27FC236}">
                <ns2:creationId id="{0E0F4663-1840-35A4-2F00-0ACFE39DF061}"/>
              </ns1:ext>
            </ns1:extLst>
          </ns0:cNvPr>
          <ns0:cNvSpPr>
            <ns1:spLocks noGrp="1"/>
          </ns0:cNvSpPr>
          <ns0:nvPr>
            <ns0:ph type="body" idx="77" hasCustomPrompt="1"/>
          </ns0:nvPr>
        </ns0:nvSpPr>
        <ns0:spPr>
          <ns1:xfrm>
            <ns1:off x="1265543" y="6766643"/>
            <ns1:ext cx="10367656" cy="343925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одну строку</ns1:t>
            </ns1:r>
          </ns1:p>
        </ns0:txBody>
      </ns0:sp>
      <ns0:sp>
        <ns0:nvSpPr>
          <ns0:cNvPr id="32" name="Текст 39">
            <ns1:extLst>
              <ns1:ext uri="{FF2B5EF4-FFF2-40B4-BE49-F238E27FC236}">
                <ns2:creationId id="{3B56E317-ECF8-F20C-DFE2-F50B2B0638B9}"/>
              </ns1:ext>
            </ns1:extLst>
          </ns0:cNvPr>
          <ns0:cNvSpPr>
            <ns1:spLocks noGrp="1"/>
          </ns0:cNvSpPr>
          <ns0:nvPr>
            <ns0:ph type="body" idx="78" hasCustomPrompt="1"/>
          </ns0:nvPr>
        </ns0:nvSpPr>
        <ns0:spPr>
          <ns1:xfrm>
            <ns1:off x="1265543" y="7420470"/>
            <ns1:ext cx="3242958" cy="343925"/>
          </ns1:xfrm>
        </ns0:spPr>
        <ns0:txBody>
          <ns1:bodyPr anchor="ctr">
            <ns1:noAutofit/>
          </ns1:bodyPr>
          <ns1:lstStyle>
            <ns1:lvl1pPr>
              <ns1:buNone/>
              <ns1:defRPr sz="16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34" name="Текст 39">
            <ns1:extLst>
              <ns1:ext uri="{FF2B5EF4-FFF2-40B4-BE49-F238E27FC236}">
                <ns2:creationId id="{383FA0B6-5F7A-B4C8-AC75-08773E6A801A}"/>
              </ns1:ext>
            </ns1:extLst>
          </ns0:cNvPr>
          <ns0:cNvSpPr>
            <ns1:spLocks noGrp="1"/>
          </ns0:cNvSpPr>
          <ns0:nvPr>
            <ns0:ph type="body" idx="79" hasCustomPrompt="1"/>
          </ns0:nvPr>
        </ns0:nvSpPr>
        <ns0:spPr>
          <ns1:xfrm>
            <ns1:off x="4707243" y="7420470"/>
            <ns1:ext cx="3242958" cy="343925"/>
          </ns1:xfrm>
        </ns0:spPr>
        <ns0:txBody>
          <ns1:bodyPr anchor="ctr">
            <ns1:noAutofit/>
          </ns1:bodyPr>
          <ns1:lstStyle>
            <ns1:lvl1pPr>
              <ns1:buNone/>
              <ns1:defRPr sz="16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35" name="Текст 39">
            <ns1:extLst>
              <ns1:ext uri="{FF2B5EF4-FFF2-40B4-BE49-F238E27FC236}">
                <ns2:creationId id="{E7C2B6A2-3505-97A0-9320-4AAD8B412F45}"/>
              </ns1:ext>
            </ns1:extLst>
          </ns0:cNvPr>
          <ns0:cNvSpPr>
            <ns1:spLocks noGrp="1"/>
          </ns0:cNvSpPr>
          <ns0:nvPr>
            <ns0:ph type="body" idx="80" hasCustomPrompt="1"/>
          </ns0:nvPr>
        </ns0:nvSpPr>
        <ns0:spPr>
          <ns1:xfrm>
            <ns1:off x="8174343" y="7420470"/>
            <ns1:ext cx="3454966" cy="343925"/>
          </ns1:xfrm>
        </ns0:spPr>
        <ns0:txBody>
          <ns1:bodyPr anchor="ctr">
            <ns1:noAutofit/>
          </ns1:bodyPr>
          <ns1:lstStyle>
            <ns1:lvl1pPr>
              <ns1:buNone/>
              <ns1:defRPr sz="16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5" name="Рисунок 20">
            <ns1:extLst>
              <ns1:ext uri="{FF2B5EF4-FFF2-40B4-BE49-F238E27FC236}">
                <ns2:creationId id="{0BB7C602-CE8C-5ADA-BC0D-CA303174A69E}"/>
              </ns1:ext>
            </ns1:extLst>
          </ns0:cNvPr>
          <ns0:cNvSpPr>
            <ns1:spLocks noGrp="1"/>
          </ns0:cNvSpPr>
          <ns0:nvPr>
            <ns0:ph type="pic" idx="89" hasCustomPrompt="1"/>
          </ns0:nvPr>
        </ns0:nvSpPr>
        <ns0:spPr>
          <ns1:xfrm>
            <ns1:off x="1265541" y="7256519"/>
            <ns1:ext cx="10363767" cy="18000"/>
          </ns1:xfrm>
          <ns1:prstGeom prst="rect">
            <ns1:avLst/>
          </ns1:prstGeom>
          <ns1:solidFill>
            <ns1:srgbClr val="EA0B4C"/>
          </ns1:solidFill>
        </ns0:spPr>
        <ns0:txBody>
          <ns1:bodyPr>
            <ns1:noAutofit/>
          </ns1:bodyPr>
          <ns1:lstStyle>
            <ns1:lvl1pPr>
              <ns1:buNone/>
              <ns1:defRPr sz="1050"/>
            </ns1:lvl1pPr>
          </ns1:lstStyle>
          <ns1:p>
            <ns1:r>
              <ns1:t> </ns1:t>
            </ns1:r>
          </ns1:p>
        </ns0:txBody>
      </ns0:sp>
      <ns0:sp>
        <ns0:nvSpPr>
          <ns0:cNvPr id="8" name="Рисунок 3">
            <ns1:extLst>
              <ns1:ext uri="{FF2B5EF4-FFF2-40B4-BE49-F238E27FC236}">
                <ns2:creationId id="{D1A72BB2-07A9-D943-E5BE-49989CE6F2C9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0" name="Текст 16">
            <ns1:extLst>
              <ns1:ext uri="{FF2B5EF4-FFF2-40B4-BE49-F238E27FC236}">
                <ns2:creationId id="{476944AD-02B0-97A9-8BF6-B05D261CB4CF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0359400ffdee4d8d">
              <ns1:extLst>
                <ns1:ext uri="{96DAC541-7B7A-43D3-8B79-37D633B846F1}">
                  <ns4:svgBlip ns3:embed="R7637eed7080e47c1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1" name="Текст 16">
            <ns1:extLst>
              <ns1:ext uri="{FF2B5EF4-FFF2-40B4-BE49-F238E27FC236}">
                <ns2:creationId id="{2F4AE597-87E4-8035-6573-43A41E9D74A7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67cd51b7a3544727">
              <ns1:extLst>
                <ns1:ext uri="{96DAC541-7B7A-43D3-8B79-37D633B846F1}">
                  <ns4:svgBlip ns3:embed="R2fecf336a38f42be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47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2 фото и 2 серых плашки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Рисунок 19">
            <ns1:extLst>
              <ns1:ext uri="{FF2B5EF4-FFF2-40B4-BE49-F238E27FC236}">
                <ns2:creationId id="{16A10ABD-39D7-6F95-7DF0-98664C09B96C}"/>
              </ns1:ext>
            </ns1:extLst>
          </ns0:cNvPr>
          <ns0:cNvSpPr>
            <ns1:spLocks noGrp="1"/>
          </ns0:cNvSpPr>
          <ns0:nvPr>
            <ns0:ph type="pic" idx="62" hasCustomPrompt="1"/>
          </ns0:nvPr>
        </ns0:nvSpPr>
        <ns0:spPr>
          <ns1:xfrm>
            <ns1:off x="952499" y="2260601"/>
            <ns1:ext cx="10972799" cy="3485910"/>
          </ns1:xfrm>
          <ns1:prstGeom prst="roundRect">
            <ns1:avLst>
              <ns1:gd name="adj" fmla="val 7317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7" name="Рисунок 19">
            <ns1:extLst>
              <ns1:ext uri="{FF2B5EF4-FFF2-40B4-BE49-F238E27FC236}">
                <ns2:creationId id="{1E7BD296-8939-9D9A-20D7-8F568F8F475A}"/>
              </ns1:ext>
            </ns1:extLst>
          </ns0:cNvPr>
          <ns0:cNvSpPr>
            <ns1:spLocks noGrp="1"/>
          </ns0:cNvSpPr>
          <ns0:nvPr>
            <ns0:ph type="pic" idx="82" hasCustomPrompt="1"/>
          </ns0:nvPr>
        </ns0:nvSpPr>
        <ns0:spPr>
          <ns1:xfrm>
            <ns1:off x="12154365" y="2260601"/>
            <ns1:ext cx="5133672" cy="3485910"/>
          </ns1:xfrm>
          <ns1:prstGeom prst="roundRect">
            <ns1:avLst>
              <ns1:gd name="adj" fmla="val 7317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8" name="Рисунок 19">
            <ns1:extLst>
              <ns1:ext uri="{FF2B5EF4-FFF2-40B4-BE49-F238E27FC236}">
                <ns2:creationId id="{7CD7C921-BA79-B119-6749-279582DEFE10}"/>
              </ns1:ext>
            </ns1:extLst>
          </ns0:cNvPr>
          <ns0:cNvSpPr>
            <ns1:spLocks noGrp="1"/>
          </ns0:cNvSpPr>
          <ns0:nvPr>
            <ns0:ph type="pic" idx="83" hasCustomPrompt="1"/>
          </ns0:nvPr>
        </ns0:nvSpPr>
        <ns0:spPr>
          <ns1:xfrm>
            <ns1:off x="952500" y="5985934"/>
            <ns1:ext cx="5069410" cy="3576015"/>
          </ns1:xfrm>
          <ns1:prstGeom prst="roundRect">
            <ns1:avLst>
              <ns1:gd name="adj" fmla="val 7317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10" name="Рисунок 19">
            <ns1:extLst>
              <ns1:ext uri="{FF2B5EF4-FFF2-40B4-BE49-F238E27FC236}">
                <ns2:creationId id="{153E41F5-1DC3-9C75-ED0E-DA5BA6A77399}"/>
              </ns1:ext>
            </ns1:extLst>
          </ns0:cNvPr>
          <ns0:cNvSpPr>
            <ns1:spLocks noGrp="1"/>
          </ns0:cNvSpPr>
          <ns0:nvPr>
            <ns0:ph type="pic" idx="84" hasCustomPrompt="1"/>
          </ns0:nvPr>
        </ns0:nvSpPr>
        <ns0:spPr>
          <ns1:xfrm>
            <ns1:off x="6371167" y="5985934"/>
            <ns1:ext cx="10896852" cy="3576015"/>
          </ns1:xfrm>
          <ns1:prstGeom prst="roundRect">
            <ns1:avLst>
              <ns1:gd name="adj" fmla="val 7317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19" name="Текст 39">
            <ns1:extLst>
              <ns1:ext uri="{FF2B5EF4-FFF2-40B4-BE49-F238E27FC236}">
                <ns2:creationId id="{1FB3BFEE-DCD1-2DCC-6F1A-A8B7FF3B1EE9}"/>
              </ns1:ext>
            </ns1:extLst>
          </ns0:cNvPr>
          <ns0:cNvSpPr>
            <ns1:spLocks noGrp="1"/>
          </ns0:cNvSpPr>
          <ns0:nvPr>
            <ns0:ph type="body" idx="22" hasCustomPrompt="1"/>
          </ns0:nvPr>
        </ns0:nvSpPr>
        <ns0:spPr>
          <ns1:xfrm>
            <ns1:off x="1265543" y="3023179"/>
            <ns1:ext cx="3242957" cy="2450521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20" name="Текст 39">
            <ns1:extLst>
              <ns1:ext uri="{FF2B5EF4-FFF2-40B4-BE49-F238E27FC236}">
                <ns2:creationId id="{01918D90-353C-B392-0A3B-DA7782356333}"/>
              </ns1:ext>
            </ns1:extLst>
          </ns0:cNvPr>
          <ns0:cNvSpPr>
            <ns1:spLocks noGrp="1"/>
          </ns0:cNvSpPr>
          <ns0:nvPr>
            <ns0:ph type="body" idx="23" hasCustomPrompt="1"/>
          </ns0:nvPr>
        </ns0:nvSpPr>
        <ns0:spPr>
          <ns1:xfrm>
            <ns1:off x="4706210" y="3023179"/>
            <ns1:ext cx="3242957" cy="2450521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21" name="Текст 39">
            <ns1:extLst>
              <ns1:ext uri="{FF2B5EF4-FFF2-40B4-BE49-F238E27FC236}">
                <ns2:creationId id="{FF241AFD-1B84-B6EE-08A9-4EF1D26EFEEE}"/>
              </ns1:ext>
            </ns1:extLst>
          </ns0:cNvPr>
          <ns0:cNvSpPr>
            <ns1:spLocks noGrp="1"/>
          </ns0:cNvSpPr>
          <ns0:nvPr>
            <ns0:ph type="body" idx="24" hasCustomPrompt="1"/>
          </ns0:nvPr>
        </ns0:nvSpPr>
        <ns0:spPr>
          <ns1:xfrm>
            <ns1:off x="1265542" y="2569070"/>
            <ns1:ext cx="10367657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25" name="Текст 39">
            <ns1:extLst>
              <ns1:ext uri="{FF2B5EF4-FFF2-40B4-BE49-F238E27FC236}">
                <ns2:creationId id="{AC3D7923-7DC3-758C-3C7E-1C042D7D01D4}"/>
              </ns1:ext>
            </ns1:extLst>
          </ns0:cNvPr>
          <ns0:cNvSpPr>
            <ns1:spLocks noGrp="1"/>
          </ns0:cNvSpPr>
          <ns0:nvPr>
            <ns0:ph type="body" idx="72" hasCustomPrompt="1"/>
          </ns0:nvPr>
        </ns0:nvSpPr>
        <ns0:spPr>
          <ns1:xfrm>
            <ns1:off x="8178233" y="3023179"/>
            <ns1:ext cx="3454966" cy="2450521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27" name="Текст 39">
            <ns1:extLst>
              <ns1:ext uri="{FF2B5EF4-FFF2-40B4-BE49-F238E27FC236}">
                <ns2:creationId id="{0D1BB6DC-078A-55AD-FE97-60BF3748E53C}"/>
              </ns1:ext>
            </ns1:extLst>
          </ns0:cNvPr>
          <ns0:cNvSpPr>
            <ns1:spLocks noGrp="1"/>
          </ns0:cNvSpPr>
          <ns0:nvPr>
            <ns0:ph type="body" idx="73" hasCustomPrompt="1"/>
          </ns0:nvPr>
        </ns0:nvSpPr>
        <ns0:spPr>
          <ns1:xfrm>
            <ns1:off x="6630943" y="7858843"/>
            <ns1:ext cx="3242957" cy="1316685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28" name="Текст 39">
            <ns1:extLst>
              <ns1:ext uri="{FF2B5EF4-FFF2-40B4-BE49-F238E27FC236}">
                <ns2:creationId id="{4D8F130F-8E4B-B7E2-98FD-FED99ADABEA5}"/>
              </ns1:ext>
            </ns1:extLst>
          </ns0:cNvPr>
          <ns0:cNvSpPr>
            <ns1:spLocks noGrp="1"/>
          </ns0:cNvSpPr>
          <ns0:nvPr>
            <ns0:ph type="body" idx="74" hasCustomPrompt="1"/>
          </ns0:nvPr>
        </ns0:nvSpPr>
        <ns0:spPr>
          <ns1:xfrm>
            <ns1:off x="10071610" y="7858843"/>
            <ns1:ext cx="3242957" cy="1316685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29" name="Текст 39">
            <ns1:extLst>
              <ns1:ext uri="{FF2B5EF4-FFF2-40B4-BE49-F238E27FC236}">
                <ns2:creationId id="{1F0EBD8D-6D29-2998-22F6-E0AB1803AA59}"/>
              </ns1:ext>
            </ns1:extLst>
          </ns0:cNvPr>
          <ns0:cNvSpPr>
            <ns1:spLocks noGrp="1"/>
          </ns0:cNvSpPr>
          <ns0:nvPr>
            <ns0:ph type="body" idx="75" hasCustomPrompt="1"/>
          </ns0:nvPr>
        </ns0:nvSpPr>
        <ns0:spPr>
          <ns1:xfrm>
            <ns1:off x="6630942" y="6328270"/>
            <ns1:ext cx="10367657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30" name="Текст 39">
            <ns1:extLst>
              <ns1:ext uri="{FF2B5EF4-FFF2-40B4-BE49-F238E27FC236}">
                <ns2:creationId id="{3C550886-0161-04CA-E93C-E334707D66D1}"/>
              </ns1:ext>
            </ns1:extLst>
          </ns0:cNvPr>
          <ns0:cNvSpPr>
            <ns1:spLocks noGrp="1"/>
          </ns0:cNvSpPr>
          <ns0:nvPr>
            <ns0:ph type="body" idx="76" hasCustomPrompt="1"/>
          </ns0:nvPr>
        </ns0:nvSpPr>
        <ns0:spPr>
          <ns1:xfrm>
            <ns1:off x="13543633" y="7858843"/>
            <ns1:ext cx="3454966" cy="1316685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31" name="Текст 39">
            <ns1:extLst>
              <ns1:ext uri="{FF2B5EF4-FFF2-40B4-BE49-F238E27FC236}">
                <ns2:creationId id="{0E0F4663-1840-35A4-2F00-0ACFE39DF061}"/>
              </ns1:ext>
            </ns1:extLst>
          </ns0:cNvPr>
          <ns0:cNvSpPr>
            <ns1:spLocks noGrp="1"/>
          </ns0:cNvSpPr>
          <ns0:nvPr>
            <ns0:ph type="body" idx="77" hasCustomPrompt="1"/>
          </ns0:nvPr>
        </ns0:nvSpPr>
        <ns0:spPr>
          <ns1:xfrm>
            <ns1:off x="6630943" y="6766643"/>
            <ns1:ext cx="10367656" cy="343925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одну строку</ns1:t>
            </ns1:r>
          </ns1:p>
        </ns0:txBody>
      </ns0:sp>
      <ns0:sp>
        <ns0:nvSpPr>
          <ns0:cNvPr id="32" name="Текст 39">
            <ns1:extLst>
              <ns1:ext uri="{FF2B5EF4-FFF2-40B4-BE49-F238E27FC236}">
                <ns2:creationId id="{3B56E317-ECF8-F20C-DFE2-F50B2B0638B9}"/>
              </ns1:ext>
            </ns1:extLst>
          </ns0:cNvPr>
          <ns0:cNvSpPr>
            <ns1:spLocks noGrp="1"/>
          </ns0:cNvSpPr>
          <ns0:nvPr>
            <ns0:ph type="body" idx="78" hasCustomPrompt="1"/>
          </ns0:nvPr>
        </ns0:nvSpPr>
        <ns0:spPr>
          <ns1:xfrm>
            <ns1:off x="6630943" y="7420470"/>
            <ns1:ext cx="3242958" cy="343925"/>
          </ns1:xfrm>
        </ns0:spPr>
        <ns0:txBody>
          <ns1:bodyPr anchor="ctr">
            <ns1:noAutofit/>
          </ns1:bodyPr>
          <ns1:lstStyle>
            <ns1:lvl1pPr>
              <ns1:buNone/>
              <ns1:defRPr sz="16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34" name="Текст 39">
            <ns1:extLst>
              <ns1:ext uri="{FF2B5EF4-FFF2-40B4-BE49-F238E27FC236}">
                <ns2:creationId id="{383FA0B6-5F7A-B4C8-AC75-08773E6A801A}"/>
              </ns1:ext>
            </ns1:extLst>
          </ns0:cNvPr>
          <ns0:cNvSpPr>
            <ns1:spLocks noGrp="1"/>
          </ns0:cNvSpPr>
          <ns0:nvPr>
            <ns0:ph type="body" idx="79" hasCustomPrompt="1"/>
          </ns0:nvPr>
        </ns0:nvSpPr>
        <ns0:spPr>
          <ns1:xfrm>
            <ns1:off x="10072643" y="7420470"/>
            <ns1:ext cx="3242958" cy="343925"/>
          </ns1:xfrm>
        </ns0:spPr>
        <ns0:txBody>
          <ns1:bodyPr anchor="ctr">
            <ns1:noAutofit/>
          </ns1:bodyPr>
          <ns1:lstStyle>
            <ns1:lvl1pPr>
              <ns1:buNone/>
              <ns1:defRPr sz="16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35" name="Текст 39">
            <ns1:extLst>
              <ns1:ext uri="{FF2B5EF4-FFF2-40B4-BE49-F238E27FC236}">
                <ns2:creationId id="{E7C2B6A2-3505-97A0-9320-4AAD8B412F45}"/>
              </ns1:ext>
            </ns1:extLst>
          </ns0:cNvPr>
          <ns0:cNvSpPr>
            <ns1:spLocks noGrp="1"/>
          </ns0:cNvSpPr>
          <ns0:nvPr>
            <ns0:ph type="body" idx="80" hasCustomPrompt="1"/>
          </ns0:nvPr>
        </ns0:nvSpPr>
        <ns0:spPr>
          <ns1:xfrm>
            <ns1:off x="13539743" y="7420470"/>
            <ns1:ext cx="3454966" cy="343925"/>
          </ns1:xfrm>
        </ns0:spPr>
        <ns0:txBody>
          <ns1:bodyPr anchor="ctr">
            <ns1:noAutofit/>
          </ns1:bodyPr>
          <ns1:lstStyle>
            <ns1:lvl1pPr>
              <ns1:buNone/>
              <ns1:defRPr sz="16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5" name="Рисунок 20">
            <ns1:extLst>
              <ns1:ext uri="{FF2B5EF4-FFF2-40B4-BE49-F238E27FC236}">
                <ns2:creationId id="{8E49E258-C2F8-B304-90E3-385C0662952D}"/>
              </ns1:ext>
            </ns1:extLst>
          </ns0:cNvPr>
          <ns0:cNvSpPr>
            <ns1:spLocks noGrp="1"/>
          </ns0:cNvSpPr>
          <ns0:nvPr>
            <ns0:ph type="pic" idx="89" hasCustomPrompt="1"/>
          </ns0:nvPr>
        </ns0:nvSpPr>
        <ns0:spPr>
          <ns1:xfrm>
            <ns1:off x="6632886" y="7256519"/>
            <ns1:ext cx="10363767" cy="18000"/>
          </ns1:xfrm>
          <ns1:prstGeom prst="rect">
            <ns1:avLst/>
          </ns1:prstGeom>
          <ns1:solidFill>
            <ns1:srgbClr val="EA0B4C"/>
          </ns1:solidFill>
        </ns0:spPr>
        <ns0:txBody>
          <ns1:bodyPr>
            <ns1:noAutofit/>
          </ns1:bodyPr>
          <ns1:lstStyle>
            <ns1:lvl1pPr>
              <ns1:buNone/>
              <ns1:defRPr sz="1050"/>
            </ns1:lvl1pPr>
          </ns1:lstStyle>
          <ns1:p>
            <ns1:r>
              <ns1:t> </ns1:t>
            </ns1:r>
          </ns1:p>
        </ns0:txBody>
      </ns0:sp>
      <ns0:sp>
        <ns0:nvSpPr>
          <ns0:cNvPr id="9" name="Рисунок 3">
            <ns1:extLst>
              <ns1:ext uri="{FF2B5EF4-FFF2-40B4-BE49-F238E27FC236}">
                <ns2:creationId id="{6953E50B-69D6-299F-D8B4-7804F314EE4B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1" name="Текст 16">
            <ns1:extLst>
              <ns1:ext uri="{FF2B5EF4-FFF2-40B4-BE49-F238E27FC236}">
                <ns2:creationId id="{5BD8D46C-F0F2-887A-C60C-C591ACCEBD72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0d0889b13e454238">
              <ns1:extLst>
                <ns1:ext uri="{96DAC541-7B7A-43D3-8B79-37D633B846F1}">
                  <ns4:svgBlip ns3:embed="R1609ab63aed0442d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2" name="Текст 16">
            <ns1:extLst>
              <ns1:ext uri="{FF2B5EF4-FFF2-40B4-BE49-F238E27FC236}">
                <ns2:creationId id="{F591A2EB-BA5E-0EB6-86A3-44D7078D7F4F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f70b4e1c34e544b5">
              <ns1:extLst>
                <ns1:ext uri="{96DAC541-7B7A-43D3-8B79-37D633B846F1}">
                  <ns4:svgBlip ns3:embed="R36eb655fb5c94cc2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48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2 фото и 2 плашки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" name="Рисунок 19">
            <ns1:extLst>
              <ns1:ext uri="{FF2B5EF4-FFF2-40B4-BE49-F238E27FC236}">
                <ns2:creationId id="{355067B1-10BE-D526-CBF3-55F9E7ABB883}"/>
              </ns1:ext>
            </ns1:extLst>
          </ns0:cNvPr>
          <ns0:cNvSpPr>
            <ns1:spLocks noGrp="1"/>
          </ns0:cNvSpPr>
          <ns0:nvPr>
            <ns0:ph type="pic" idx="69" hasCustomPrompt="1"/>
          </ns0:nvPr>
        </ns0:nvSpPr>
        <ns0:spPr>
          <ns1:xfrm>
            <ns1:off x="13492764" y="2466191"/>
            <ns1:ext cx="3732113" cy="6525409"/>
          </ns1:xfrm>
          <ns1:prstGeom prst="roundRect">
            <ns1:avLst>
              <ns1:gd name="adj" fmla="val 8046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 algn="l"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5" name="Рисунок 19">
            <ns1:extLst>
              <ns1:ext uri="{FF2B5EF4-FFF2-40B4-BE49-F238E27FC236}">
                <ns2:creationId id="{DFA388E7-BD98-6C7F-BACE-AC8EBDE8A7FE}"/>
              </ns1:ext>
            </ns1:extLst>
          </ns0:cNvPr>
          <ns0:cNvSpPr>
            <ns1:spLocks noGrp="1"/>
          </ns0:cNvSpPr>
          <ns0:nvPr>
            <ns0:ph type="pic" idx="70" hasCustomPrompt="1"/>
          </ns0:nvPr>
        </ns0:nvSpPr>
        <ns0:spPr>
          <ns1:xfrm>
            <ns1:off x="5200101" y="2466191"/>
            <ns1:ext cx="3732113" cy="6525409"/>
          </ns1:xfrm>
          <ns1:prstGeom prst="roundRect">
            <ns1:avLst>
              <ns1:gd name="adj" fmla="val 8500"/>
            </ns1:avLst>
          </ns1:prstGeom>
          <ns1:solidFill>
            <ns1:schemeClr val="accent1">
              <ns1:lumMod val="20000"/>
              <ns1:lumOff val="80000"/>
            </ns1:schemeClr>
          </ns1:solidFill>
        </ns0:spPr>
        <ns0:txBody>
          <ns1:bodyPr>
            <ns1:normAutofit/>
          </ns1:bodyPr>
          <ns1:lstStyle>
            <ns1:lvl1pPr algn="l"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11" name="Рисунок 19">
            <ns1:extLst>
              <ns1:ext uri="{FF2B5EF4-FFF2-40B4-BE49-F238E27FC236}">
                <ns2:creationId id="{80B06C57-853B-C07F-AB63-7DCAD821A4B9}"/>
              </ns1:ext>
            </ns1:extLst>
          </ns0:cNvPr>
          <ns0:cNvSpPr>
            <ns1:spLocks noGrp="1"/>
          </ns0:cNvSpPr>
          <ns0:nvPr>
            <ns0:ph type="pic" idx="67" hasCustomPrompt="1"/>
          </ns0:nvPr>
        </ns0:nvSpPr>
        <ns0:spPr>
          <ns1:xfrm>
            <ns1:off x="9344097" y="2466191"/>
            <ns1:ext cx="3732113" cy="6525409"/>
          </ns1:xfrm>
          <ns1:prstGeom prst="roundRect">
            <ns1:avLst>
              <ns1:gd name="adj" fmla="val 8046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 algn="l"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14" name="Рисунок 19">
            <ns1:extLst>
              <ns1:ext uri="{FF2B5EF4-FFF2-40B4-BE49-F238E27FC236}">
                <ns2:creationId id="{5C706CFE-4E94-118A-95A7-77E0371AF592}"/>
              </ns1:ext>
            </ns1:extLst>
          </ns0:cNvPr>
          <ns0:cNvSpPr>
            <ns1:spLocks noGrp="1"/>
          </ns0:cNvSpPr>
          <ns0:nvPr>
            <ns0:ph type="pic" idx="68" hasCustomPrompt="1"/>
          </ns0:nvPr>
        </ns0:nvSpPr>
        <ns0:spPr>
          <ns1:xfrm>
            <ns1:off x="1051434" y="2466191"/>
            <ns1:ext cx="3732113" cy="6525409"/>
          </ns1:xfrm>
          <ns1:prstGeom prst="roundRect">
            <ns1:avLst>
              <ns1:gd name="adj" fmla="val 8500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 algn="l"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45" name="Текст 39">
            <ns1:extLst>
              <ns1:ext uri="{FF2B5EF4-FFF2-40B4-BE49-F238E27FC236}">
                <ns2:creationId id="{CD6289F8-1AFB-2714-15A7-BA8906B93AE7}"/>
              </ns1:ext>
            </ns1:extLst>
          </ns0:cNvPr>
          <ns0:cNvSpPr>
            <ns1:spLocks noGrp="1"/>
          </ns0:cNvSpPr>
          <ns0:nvPr>
            <ns0:ph type="body" idx="14" hasCustomPrompt="1"/>
          </ns0:nvPr>
        </ns0:nvSpPr>
        <ns0:spPr>
          <ns1:xfrm>
            <ns1:off x="5419798" y="4791167"/>
            <ns1:ext cx="3268662" cy="419101"/>
          </ns1:xfrm>
        </ns0:spPr>
        <ns0:txBody>
          <ns1:bodyPr anchor="ctr">
            <ns1:noAutofit/>
          </ns1:bodyPr>
          <ns1:lstStyle>
            <ns1:lvl1pPr>
              <ns1:buNone/>
              <ns1:defRPr sz="2400" b="0" i="0">
                <ns1:solidFill>
                  <ns1:srgbClr val="FF254A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Заголовок</ns1:t>
            </ns1:r>
          </ns1:p>
        </ns0:txBody>
      </ns0:sp>
      <ns0:sp>
        <ns0:nvSpPr>
          <ns0:cNvPr id="53" name="Текст 39">
            <ns1:extLst>
              <ns1:ext uri="{FF2B5EF4-FFF2-40B4-BE49-F238E27FC236}">
                <ns2:creationId id="{CB8A923F-F5A2-A7F8-61EC-64F6D1F21F0B}"/>
              </ns1:ext>
            </ns1:extLst>
          </ns0:cNvPr>
          <ns0:cNvSpPr>
            <ns1:spLocks noGrp="1"/>
          </ns0:cNvSpPr>
          <ns0:nvPr>
            <ns0:ph type="body" idx="20" hasCustomPrompt="1"/>
          </ns0:nvPr>
        </ns0:nvSpPr>
        <ns0:spPr>
          <ns1:xfrm>
            <ns1:off x="13728918" y="4777919"/>
            <ns1:ext cx="3268662" cy="419101"/>
          </ns1:xfrm>
        </ns0:spPr>
        <ns0:txBody>
          <ns1:bodyPr anchor="ctr">
            <ns1:noAutofit/>
          </ns1:bodyPr>
          <ns1:lstStyle>
            <ns1:lvl1pPr>
              <ns1:buNone/>
              <ns1:defRPr sz="24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Заголовок</ns1:t>
            </ns1:r>
          </ns1:p>
        </ns0:txBody>
      </ns0:sp>
      <ns0:sp>
        <ns0:nvSpPr>
          <ns0:cNvPr id="4" name="Текст 39">
            <ns1:extLst>
              <ns1:ext uri="{FF2B5EF4-FFF2-40B4-BE49-F238E27FC236}">
                <ns2:creationId id="{CBAF15B9-1C94-6222-A486-D86AEAA63484}"/>
              </ns1:ext>
            </ns1:extLst>
          </ns0:cNvPr>
          <ns0:cNvSpPr>
            <ns1:spLocks noGrp="1"/>
          </ns0:cNvSpPr>
          <ns0:nvPr>
            <ns0:ph type="body" idx="23" hasCustomPrompt="1"/>
          </ns0:nvPr>
        </ns0:nvSpPr>
        <ns0:spPr>
          <ns1:xfrm>
            <ns1:off x="5419798" y="5255970"/>
            <ns1:ext cx="3268662" cy="2538169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ns1:t>
            </ns1:r>
          </ns1:p>
        </ns0:txBody>
      </ns0:sp>
      <ns0:sp>
        <ns0:nvSpPr>
          <ns0:cNvPr id="6" name="Текст 39">
            <ns1:extLst>
              <ns1:ext uri="{FF2B5EF4-FFF2-40B4-BE49-F238E27FC236}">
                <ns2:creationId id="{B6EAA98B-3A09-31BD-A648-0DCD58128364}"/>
              </ns1:ext>
            </ns1:extLst>
          </ns0:cNvPr>
          <ns0:cNvSpPr>
            <ns1:spLocks noGrp="1"/>
          </ns0:cNvSpPr>
          <ns0:nvPr>
            <ns0:ph type="body" idx="25" hasCustomPrompt="1"/>
          </ns0:nvPr>
        </ns0:nvSpPr>
        <ns0:spPr>
          <ns1:xfrm>
            <ns1:off x="13723538" y="5262595"/>
            <ns1:ext cx="3268662" cy="2538169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ns1:t>
            </ns1:r>
          </ns1:p>
        </ns0:txBody>
      </ns0:sp>
      <ns0:sp>
        <ns0:nvSpPr>
          <ns0:cNvPr id="7" name="Рисунок 16">
            <ns1:extLst>
              <ns1:ext uri="{FF2B5EF4-FFF2-40B4-BE49-F238E27FC236}">
                <ns2:creationId id="{DF025616-BD14-8E80-EDCC-76941C94A4DE}"/>
              </ns1:ext>
            </ns1:extLst>
          </ns0:cNvPr>
          <ns0:cNvSpPr>
            <ns1:spLocks noGrp="1"/>
          </ns0:cNvSpPr>
          <ns0:nvPr>
            <ns0:ph type="pic" idx="82" hasCustomPrompt="1"/>
          </ns0:nvPr>
        </ns0:nvSpPr>
        <ns0:spPr>
          <ns1:xfrm>
            <ns1:off x="5438069" y="4315102"/>
            <ns1:ext cx="365415" cy="381000"/>
          </ns1:xfrm>
          <ns1:prstGeom prst="rect">
            <ns1:avLst/>
          </ns1:prstGeom>
          <ns1:blipFill>
            <ns1:blip ns3:embed="Rb3de7040e1024383">
              <ns1:extLst>
                <ns1:ext uri="{96DAC541-7B7A-43D3-8B79-37D633B846F1}">
                  <ns4:svgBlip ns3:embed="R4d38d5c4d0bc4099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0" name="Рисунок 16">
            <ns1:extLst>
              <ns1:ext uri="{FF2B5EF4-FFF2-40B4-BE49-F238E27FC236}">
                <ns2:creationId id="{2D3911A9-C9E9-54AF-9ACB-B6ED31FC9739}"/>
              </ns1:ext>
            </ns1:extLst>
          </ns0:cNvPr>
          <ns0:cNvSpPr>
            <ns1:spLocks noGrp="1"/>
          </ns0:cNvSpPr>
          <ns0:nvPr>
            <ns0:ph type="pic" idx="83" hasCustomPrompt="1"/>
          </ns0:nvPr>
        </ns0:nvSpPr>
        <ns0:spPr>
          <ns1:xfrm>
            <ns1:off x="13725542" y="4315102"/>
            <ns1:ext cx="365415" cy="381000"/>
          </ns1:xfrm>
          <ns1:prstGeom prst="rect">
            <ns1:avLst/>
          </ns1:prstGeom>
          <ns1:blipFill>
            <ns1:blip ns3:embed="Ra0d7283db72347f0">
              <ns1:extLst>
                <ns1:ext uri="{96DAC541-7B7A-43D3-8B79-37D633B846F1}">
                  <ns4:svgBlip ns3:embed="Ra70e18c902ee4bb4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8" name="Рисунок 3">
            <ns1:extLst>
              <ns1:ext uri="{FF2B5EF4-FFF2-40B4-BE49-F238E27FC236}">
                <ns2:creationId id="{3B5A26A6-4923-F5CE-1C3B-4C55EB50D3B5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9" name="Текст 16">
            <ns1:extLst>
              <ns1:ext uri="{FF2B5EF4-FFF2-40B4-BE49-F238E27FC236}">
                <ns2:creationId id="{385599C0-1F75-0CB7-8E04-3D6B5C7F5433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ac0dbfd858fc4a15">
              <ns1:extLst>
                <ns1:ext uri="{96DAC541-7B7A-43D3-8B79-37D633B846F1}">
                  <ns4:svgBlip ns3:embed="Rbe748ae5db7f4605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2" name="Текст 16">
            <ns1:extLst>
              <ns1:ext uri="{FF2B5EF4-FFF2-40B4-BE49-F238E27FC236}">
                <ns2:creationId id="{7679A736-EE21-3507-CDB2-C57C23285D45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93d6763721ad4999">
              <ns1:extLst>
                <ns1:ext uri="{96DAC541-7B7A-43D3-8B79-37D633B846F1}">
                  <ns4:svgBlip ns3:embed="R6c375c9686094aa5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49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5 плашек и 1 фото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" name="Рисунок 19">
            <ns1:extLst>
              <ns1:ext uri="{FF2B5EF4-FFF2-40B4-BE49-F238E27FC236}">
                <ns2:creationId id="{98E638CA-A4D6-D515-7784-47E429D3EAFF}"/>
              </ns1:ext>
            </ns1:extLst>
          </ns0:cNvPr>
          <ns0:cNvSpPr>
            <ns1:spLocks noGrp="1"/>
          </ns0:cNvSpPr>
          <ns0:nvPr>
            <ns0:ph type="pic" idx="69" hasCustomPrompt="1"/>
          </ns0:nvPr>
        </ns0:nvSpPr>
        <ns0:spPr>
          <ns1:xfrm>
            <ns1:off x="952500" y="2457509"/>
            <ns1:ext cx="9239250" cy="1151484"/>
          </ns1:xfrm>
          <ns1:prstGeom prst="roundRect">
            <ns1:avLst>
              <ns1:gd name="adj" fmla="val 21281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 algn="l"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5" name="Рисунок 19">
            <ns1:extLst>
              <ns1:ext uri="{FF2B5EF4-FFF2-40B4-BE49-F238E27FC236}">
                <ns2:creationId id="{98F4606F-FC07-4AD7-4887-9C7020D34048}"/>
              </ns1:ext>
            </ns1:extLst>
          </ns0:cNvPr>
          <ns0:cNvSpPr>
            <ns1:spLocks noGrp="1"/>
          </ns0:cNvSpPr>
          <ns0:nvPr>
            <ns0:ph type="pic" idx="70" hasCustomPrompt="1"/>
          </ns0:nvPr>
        </ns0:nvSpPr>
        <ns0:spPr>
          <ns1:xfrm>
            <ns1:off x="952500" y="3829109"/>
            <ns1:ext cx="9239250" cy="1151484"/>
          </ns1:xfrm>
          <ns1:prstGeom prst="roundRect">
            <ns1:avLst>
              <ns1:gd name="adj" fmla="val 21281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 algn="l"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6" name="Рисунок 19">
            <ns1:extLst>
              <ns1:ext uri="{FF2B5EF4-FFF2-40B4-BE49-F238E27FC236}">
                <ns2:creationId id="{5D6C6B7E-A114-2690-E39B-15740C8B84F8}"/>
              </ns1:ext>
            </ns1:extLst>
          </ns0:cNvPr>
          <ns0:cNvSpPr>
            <ns1:spLocks noGrp="1"/>
          </ns0:cNvSpPr>
          <ns0:nvPr>
            <ns0:ph type="pic" idx="71" hasCustomPrompt="1"/>
          </ns0:nvPr>
        </ns0:nvSpPr>
        <ns0:spPr>
          <ns1:xfrm>
            <ns1:off x="952500" y="5200709"/>
            <ns1:ext cx="9239250" cy="1151484"/>
          </ns1:xfrm>
          <ns1:prstGeom prst="roundRect">
            <ns1:avLst>
              <ns1:gd name="adj" fmla="val 21281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 algn="l"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7" name="Рисунок 19">
            <ns1:extLst>
              <ns1:ext uri="{FF2B5EF4-FFF2-40B4-BE49-F238E27FC236}">
                <ns2:creationId id="{8F7D67F1-1734-ED02-FD56-049981B518C7}"/>
              </ns1:ext>
            </ns1:extLst>
          </ns0:cNvPr>
          <ns0:cNvSpPr>
            <ns1:spLocks noGrp="1"/>
          </ns0:cNvSpPr>
          <ns0:nvPr>
            <ns0:ph type="pic" idx="72" hasCustomPrompt="1"/>
          </ns0:nvPr>
        </ns0:nvSpPr>
        <ns0:spPr>
          <ns1:xfrm>
            <ns1:off x="952500" y="6572309"/>
            <ns1:ext cx="9239250" cy="1151484"/>
          </ns1:xfrm>
          <ns1:prstGeom prst="roundRect">
            <ns1:avLst>
              <ns1:gd name="adj" fmla="val 21281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 algn="l"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12" name="Рисунок 19">
            <ns1:extLst>
              <ns1:ext uri="{FF2B5EF4-FFF2-40B4-BE49-F238E27FC236}">
                <ns2:creationId id="{40A11857-27F3-5E7F-AD9A-430C2971FF73}"/>
              </ns1:ext>
            </ns1:extLst>
          </ns0:cNvPr>
          <ns0:cNvSpPr>
            <ns1:spLocks noGrp="1"/>
          </ns0:cNvSpPr>
          <ns0:nvPr>
            <ns0:ph type="pic" idx="73" hasCustomPrompt="1"/>
          </ns0:nvPr>
        </ns0:nvSpPr>
        <ns0:spPr>
          <ns1:xfrm>
            <ns1:off x="952500" y="7943909"/>
            <ns1:ext cx="9239250" cy="1151484"/>
          </ns1:xfrm>
          <ns1:prstGeom prst="roundRect">
            <ns1:avLst>
              <ns1:gd name="adj" fmla="val 21281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 algn="l"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29" name="Рисунок 19">
            <ns1:extLst>
              <ns1:ext uri="{FF2B5EF4-FFF2-40B4-BE49-F238E27FC236}">
                <ns2:creationId id="{E4469E42-F346-9A76-49EC-379D615C13C8}"/>
              </ns1:ext>
            </ns1:extLst>
          </ns0:cNvPr>
          <ns0:cNvSpPr>
            <ns1:spLocks noGrp="1"/>
          </ns0:cNvSpPr>
          <ns0:nvPr>
            <ns0:ph type="pic" idx="68" hasCustomPrompt="1"/>
          </ns0:nvPr>
        </ns0:nvSpPr>
        <ns0:spPr>
          <ns1:xfrm>
            <ns1:off x="10687050" y="2457508"/>
            <ns1:ext cx="6648450" cy="6667442"/>
          </ns1:xfrm>
          <ns1:prstGeom prst="roundRect">
            <ns1:avLst>
              <ns1:gd name="adj" fmla="val 5460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 algn="l"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9" name="Текст 39">
            <ns1:extLst>
              <ns1:ext uri="{FF2B5EF4-FFF2-40B4-BE49-F238E27FC236}">
                <ns2:creationId id="{F051BF7B-92C2-59D3-C4E7-5911DAD13E7B}"/>
              </ns1:ext>
            </ns1:extLst>
          </ns0:cNvPr>
          <ns0:cNvSpPr>
            <ns1:spLocks noGrp="1"/>
          </ns0:cNvSpPr>
          <ns0:nvPr>
            <ns0:ph type="body" idx="25" hasCustomPrompt="1"/>
          </ns0:nvPr>
        </ns0:nvSpPr>
        <ns0:spPr>
          <ns1:xfrm>
            <ns1:off x="1227878" y="2690485"/>
            <ns1:ext cx="7916122" cy="651805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18" name="Текст 39">
            <ns1:extLst>
              <ns1:ext uri="{FF2B5EF4-FFF2-40B4-BE49-F238E27FC236}">
                <ns2:creationId id="{BA905B78-B887-5264-4C4F-FB382D03AC64}"/>
              </ns1:ext>
            </ns1:extLst>
          </ns0:cNvPr>
          <ns0:cNvSpPr>
            <ns1:spLocks noGrp="1"/>
          </ns0:cNvSpPr>
          <ns0:nvPr>
            <ns0:ph type="body" idx="26" hasCustomPrompt="1"/>
          </ns0:nvPr>
        </ns0:nvSpPr>
        <ns0:spPr>
          <ns1:xfrm>
            <ns1:off x="1227878" y="4062087"/>
            <ns1:ext cx="7916122" cy="651805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22" name="Текст 39">
            <ns1:extLst>
              <ns1:ext uri="{FF2B5EF4-FFF2-40B4-BE49-F238E27FC236}">
                <ns2:creationId id="{91DF4A9F-EBFA-A69F-2BCF-C050ED52092A}"/>
              </ns1:ext>
            </ns1:extLst>
          </ns0:cNvPr>
          <ns0:cNvSpPr>
            <ns1:spLocks noGrp="1"/>
          </ns0:cNvSpPr>
          <ns0:nvPr>
            <ns0:ph type="body" idx="27" hasCustomPrompt="1"/>
          </ns0:nvPr>
        </ns0:nvSpPr>
        <ns0:spPr>
          <ns1:xfrm>
            <ns1:off x="1227878" y="5441240"/>
            <ns1:ext cx="7916122" cy="651805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25" name="Текст 39">
            <ns1:extLst>
              <ns1:ext uri="{FF2B5EF4-FFF2-40B4-BE49-F238E27FC236}">
                <ns2:creationId id="{2C088245-4744-F847-5E32-EB04759F91C1}"/>
              </ns1:ext>
            </ns1:extLst>
          </ns0:cNvPr>
          <ns0:cNvSpPr>
            <ns1:spLocks noGrp="1"/>
          </ns0:cNvSpPr>
          <ns0:nvPr>
            <ns0:ph type="body" idx="28" hasCustomPrompt="1"/>
          </ns0:nvPr>
        </ns0:nvSpPr>
        <ns0:spPr>
          <ns1:xfrm>
            <ns1:off x="1227878" y="6804300"/>
            <ns1:ext cx="7916122" cy="651805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28" name="Текст 39">
            <ns1:extLst>
              <ns1:ext uri="{FF2B5EF4-FFF2-40B4-BE49-F238E27FC236}">
                <ns2:creationId id="{4901B762-52E8-37F8-1693-17311D8F858B}"/>
              </ns1:ext>
            </ns1:extLst>
          </ns0:cNvPr>
          <ns0:cNvSpPr>
            <ns1:spLocks noGrp="1"/>
          </ns0:cNvSpPr>
          <ns0:nvPr>
            <ns0:ph type="body" idx="29" hasCustomPrompt="1"/>
          </ns0:nvPr>
        </ns0:nvSpPr>
        <ns0:spPr>
          <ns1:xfrm>
            <ns1:off x="1227878" y="8214985"/>
            <ns1:ext cx="7916122" cy="651805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8" name="Рисунок 16">
            <ns1:extLst>
              <ns1:ext uri="{FF2B5EF4-FFF2-40B4-BE49-F238E27FC236}">
                <ns2:creationId id="{89BA49AE-1237-E94B-E4EC-6D4954A15121}"/>
              </ns1:ext>
            </ns1:extLst>
          </ns0:cNvPr>
          <ns0:cNvSpPr>
            <ns1:spLocks noGrp="1"/>
          </ns0:cNvSpPr>
          <ns0:nvPr>
            <ns0:ph type="pic" idx="82" hasCustomPrompt="1"/>
          </ns0:nvPr>
        </ns0:nvSpPr>
        <ns0:spPr>
          <ns1:xfrm>
            <ns1:off x="9314978" y="2776835"/>
            <ns1:ext cx="490208" cy="479103"/>
          </ns1:xfrm>
          <ns1:prstGeom prst="rect">
            <ns1:avLst/>
          </ns1:prstGeom>
          <ns1:blipFill>
            <ns1:blip ns3:embed="Rded5872d54a04cbe">
              <ns1:extLst>
                <ns1:ext uri="{96DAC541-7B7A-43D3-8B79-37D633B846F1}">
                  <ns4:svgBlip ns3:embed="Rf3ecce76962f46c1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0" name="Рисунок 16">
            <ns1:extLst>
              <ns1:ext uri="{FF2B5EF4-FFF2-40B4-BE49-F238E27FC236}">
                <ns2:creationId id="{5AC8CC63-841E-F50D-2EA1-FF4AA2571102}"/>
              </ns1:ext>
            </ns1:extLst>
          </ns0:cNvPr>
          <ns0:cNvSpPr>
            <ns1:spLocks noGrp="1"/>
          </ns0:cNvSpPr>
          <ns0:nvPr>
            <ns0:ph type="pic" idx="83" hasCustomPrompt="1"/>
          </ns0:nvPr>
        </ns0:nvSpPr>
        <ns0:spPr>
          <ns1:xfrm>
            <ns1:off x="9314978" y="4143909"/>
            <ns1:ext cx="490208" cy="479103"/>
          </ns1:xfrm>
          <ns1:prstGeom prst="rect">
            <ns1:avLst/>
          </ns1:prstGeom>
          <ns1:blipFill>
            <ns1:blip ns3:embed="Rded5872d54a04cbe">
              <ns1:extLst>
                <ns1:ext uri="{96DAC541-7B7A-43D3-8B79-37D633B846F1}">
                  <ns4:svgBlip ns3:embed="Rf3ecce76962f46c1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3" name="Рисунок 16">
            <ns1:extLst>
              <ns1:ext uri="{FF2B5EF4-FFF2-40B4-BE49-F238E27FC236}">
                <ns2:creationId id="{39CF9CF2-438F-12AE-80DE-5CEC94417930}"/>
              </ns1:ext>
            </ns1:extLst>
          </ns0:cNvPr>
          <ns0:cNvSpPr>
            <ns1:spLocks noGrp="1"/>
          </ns0:cNvSpPr>
          <ns0:nvPr>
            <ns0:ph type="pic" idx="84" hasCustomPrompt="1"/>
          </ns0:nvPr>
        </ns0:nvSpPr>
        <ns0:spPr>
          <ns1:xfrm>
            <ns1:off x="9314978" y="5538143"/>
            <ns1:ext cx="490208" cy="479103"/>
          </ns1:xfrm>
          <ns1:prstGeom prst="rect">
            <ns1:avLst/>
          </ns1:prstGeom>
          <ns1:blipFill>
            <ns1:blip ns3:embed="Rded5872d54a04cbe">
              <ns1:extLst>
                <ns1:ext uri="{96DAC541-7B7A-43D3-8B79-37D633B846F1}">
                  <ns4:svgBlip ns3:embed="Rf3ecce76962f46c1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4" name="Рисунок 16">
            <ns1:extLst>
              <ns1:ext uri="{FF2B5EF4-FFF2-40B4-BE49-F238E27FC236}">
                <ns2:creationId id="{D22A441A-A93D-26E2-655E-502DA11D3FA6}"/>
              </ns1:ext>
            </ns1:extLst>
          </ns0:cNvPr>
          <ns0:cNvSpPr>
            <ns1:spLocks noGrp="1"/>
          </ns0:cNvSpPr>
          <ns0:nvPr>
            <ns0:ph type="pic" idx="85" hasCustomPrompt="1"/>
          </ns0:nvPr>
        </ns0:nvSpPr>
        <ns0:spPr>
          <ns1:xfrm>
            <ns1:off x="9314978" y="6914270"/>
            <ns1:ext cx="490208" cy="479103"/>
          </ns1:xfrm>
          <ns1:prstGeom prst="rect">
            <ns1:avLst/>
          </ns1:prstGeom>
          <ns1:blipFill>
            <ns1:blip ns3:embed="Rded5872d54a04cbe">
              <ns1:extLst>
                <ns1:ext uri="{96DAC541-7B7A-43D3-8B79-37D633B846F1}">
                  <ns4:svgBlip ns3:embed="Rf3ecce76962f46c1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5" name="Рисунок 16">
            <ns1:extLst>
              <ns1:ext uri="{FF2B5EF4-FFF2-40B4-BE49-F238E27FC236}">
                <ns2:creationId id="{CBB5355D-A36F-836E-1DE2-3C5CC30C39DB}"/>
              </ns1:ext>
            </ns1:extLst>
          </ns0:cNvPr>
          <ns0:cNvSpPr>
            <ns1:spLocks noGrp="1"/>
          </ns0:cNvSpPr>
          <ns0:nvPr>
            <ns0:ph type="pic" idx="86" hasCustomPrompt="1"/>
          </ns0:nvPr>
        </ns0:nvSpPr>
        <ns0:spPr>
          <ns1:xfrm>
            <ns1:off x="9314978" y="8299450"/>
            <ns1:ext cx="490208" cy="479103"/>
          </ns1:xfrm>
          <ns1:prstGeom prst="rect">
            <ns1:avLst/>
          </ns1:prstGeom>
          <ns1:blipFill>
            <ns1:blip ns3:embed="Rded5872d54a04cbe">
              <ns1:extLst>
                <ns1:ext uri="{96DAC541-7B7A-43D3-8B79-37D633B846F1}">
                  <ns4:svgBlip ns3:embed="Rf3ecce76962f46c1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6" name="Рисунок 3">
            <ns1:extLst>
              <ns1:ext uri="{FF2B5EF4-FFF2-40B4-BE49-F238E27FC236}">
                <ns2:creationId id="{3E994B60-B095-C3D8-4543-FF10739940C0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7" name="Текст 16">
            <ns1:extLst>
              <ns1:ext uri="{FF2B5EF4-FFF2-40B4-BE49-F238E27FC236}">
                <ns2:creationId id="{F51F2373-C21F-3DCE-3456-CC162699F147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4e38d6c07a1142ed">
              <ns1:extLst>
                <ns1:ext uri="{96DAC541-7B7A-43D3-8B79-37D633B846F1}">
                  <ns4:svgBlip ns3:embed="R564683bb4fdf4a68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9" name="Текст 16">
            <ns1:extLst>
              <ns1:ext uri="{FF2B5EF4-FFF2-40B4-BE49-F238E27FC236}">
                <ns2:creationId id="{B028F476-BA39-9733-DD93-84AD9BA64BDE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039f1692d625490e">
              <ns1:extLst>
                <ns1:ext uri="{96DAC541-7B7A-43D3-8B79-37D633B846F1}">
                  <ns4:svgBlip ns3:embed="Rc3fc1d06796744be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50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1 фото и текст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9" name="Рисунок 19">
            <ns1:extLst>
              <ns1:ext uri="{FF2B5EF4-FFF2-40B4-BE49-F238E27FC236}">
                <ns2:creationId id="{E4469E42-F346-9A76-49EC-379D615C13C8}"/>
              </ns1:ext>
            </ns1:extLst>
          </ns0:cNvPr>
          <ns0:cNvSpPr>
            <ns1:spLocks noGrp="1"/>
          </ns0:cNvSpPr>
          <ns0:nvPr>
            <ns0:ph type="pic" idx="68" hasCustomPrompt="1"/>
          </ns0:nvPr>
        </ns0:nvSpPr>
        <ns0:spPr>
          <ns1:xfrm>
            <ns1:off x="10687050" y="2457508"/>
            <ns1:ext cx="6648450" cy="6667442"/>
          </ns1:xfrm>
          <ns1:prstGeom prst="roundRect">
            <ns1:avLst>
              <ns1:gd name="adj" fmla="val 6479"/>
            </ns1:avLst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 algn="l"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9" name="Текст 39">
            <ns1:extLst>
              <ns1:ext uri="{FF2B5EF4-FFF2-40B4-BE49-F238E27FC236}">
                <ns2:creationId id="{F051BF7B-92C2-59D3-C4E7-5911DAD13E7B}"/>
              </ns1:ext>
            </ns1:extLst>
          </ns0:cNvPr>
          <ns0:cNvSpPr>
            <ns1:spLocks noGrp="1"/>
          </ns0:cNvSpPr>
          <ns0:nvPr>
            <ns0:ph type="body" idx="25" hasCustomPrompt="1"/>
          </ns0:nvPr>
        </ns0:nvSpPr>
        <ns0:spPr>
          <ns1:xfrm>
            <ns1:off x="952500" y="2457509"/>
            <ns1:ext cx="9152618" cy="6667442"/>
          </ns1:xfrm>
        </ns0:spPr>
        <ns0:txBody>
          <ns1:bodyPr>
            <ns1:noAutofit/>
          </ns1:bodyPr>
          <ns1:lstStyle>
            <ns1:lvl1pPr>
              <ns1:buNone/>
              <ns1:defRPr sz="18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  <ns1:p>
            <ns1:pPr lvl="0">
              <ns1:buNone/>
            </ns1:pPr>
            <ns1:endParaRPr/>
          </ns1:p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5" name="Рисунок 3">
            <ns1:extLst>
              <ns1:ext uri="{FF2B5EF4-FFF2-40B4-BE49-F238E27FC236}">
                <ns2:creationId id="{A00FE027-E300-A171-3BBC-DC0312FA2E56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6" name="Текст 16">
            <ns1:extLst>
              <ns1:ext uri="{FF2B5EF4-FFF2-40B4-BE49-F238E27FC236}">
                <ns2:creationId id="{610D93DC-909F-E080-A3BF-ACD0430BB625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0ceec621451b4f07">
              <ns1:extLst>
                <ns1:ext uri="{96DAC541-7B7A-43D3-8B79-37D633B846F1}">
                  <ns4:svgBlip ns3:embed="R7598db36fb2241c6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7" name="Текст 16">
            <ns1:extLst>
              <ns1:ext uri="{FF2B5EF4-FFF2-40B4-BE49-F238E27FC236}">
                <ns2:creationId id="{EB6A36DB-703E-A0FD-5AD1-864D30C7FD17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b43972bc0af94612">
              <ns1:extLst>
                <ns1:ext uri="{96DAC541-7B7A-43D3-8B79-37D633B846F1}">
                  <ns4:svgBlip ns3:embed="Rcbe5e31c991e40bb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51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Фото на весь слайд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9" name="Рисунок 19">
            <ns1:extLst>
              <ns1:ext uri="{FF2B5EF4-FFF2-40B4-BE49-F238E27FC236}">
                <ns2:creationId id="{E4469E42-F346-9A76-49EC-379D615C13C8}"/>
              </ns1:ext>
            </ns1:extLst>
          </ns0:cNvPr>
          <ns0:cNvSpPr>
            <ns1:spLocks noGrp="1"/>
          </ns0:cNvSpPr>
          <ns0:nvPr>
            <ns0:ph type="pic" idx="68" hasCustomPrompt="1"/>
          </ns0:nvPr>
        </ns0:nvSpPr>
        <ns0:spPr>
          <ns1:xfrm>
            <ns1:off x="0" y="0"/>
            <ns1:ext cx="18288000" cy="10287000"/>
          </ns1:xfrm>
          <ns1:prstGeom prst="rect">
            <ns1:avLst/>
          </ns1:prstGeom>
          <ns1:solidFill>
            <ns1:schemeClr val="bg1">
              <ns1:lumMod val="95000"/>
            </ns1:schemeClr>
          </ns1:solidFill>
        </ns0:spPr>
        <ns0:txBody>
          <ns1:bodyPr>
            <ns1:normAutofit/>
          </ns1:bodyPr>
          <ns1:lstStyle>
            <ns1:lvl1pPr algn="l"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5" name="Рисунок 3">
            <ns1:extLst>
              <ns1:ext uri="{FF2B5EF4-FFF2-40B4-BE49-F238E27FC236}">
                <ns2:creationId id="{D41435FA-24F0-1C8A-2893-3B8DCA83CDD2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6" name="Текст 16">
            <ns1:extLst>
              <ns1:ext uri="{FF2B5EF4-FFF2-40B4-BE49-F238E27FC236}">
                <ns2:creationId id="{63D7BCF4-C9A4-B471-8475-150EF902E7F2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316d687e8c3d4669">
              <ns1:extLst>
                <ns1:ext uri="{96DAC541-7B7A-43D3-8B79-37D633B846F1}">
                  <ns4:svgBlip ns3:embed="Rbf712fd3e5074700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7" name="Текст 16">
            <ns1:extLst>
              <ns1:ext uri="{FF2B5EF4-FFF2-40B4-BE49-F238E27FC236}">
                <ns2:creationId id="{AD7B371C-089B-272E-DA41-95FEA5660058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18edd2361b104ea4">
              <ns1:extLst>
                <ns1:ext uri="{96DAC541-7B7A-43D3-8B79-37D633B846F1}">
                  <ns4:svgBlip ns3:embed="Rd08e1f4e08364794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52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2 колонки и телефон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5" name="Рисунок SmartArt 2">
            <ns1:extLst>
              <ns1:ext uri="{FF2B5EF4-FFF2-40B4-BE49-F238E27FC236}">
                <ns2:creationId id="{88134BFB-7E25-01C4-7892-96C76F789A6D}"/>
              </ns1:ext>
            </ns1:extLst>
          </ns0:cNvPr>
          <ns0:cNvSpPr>
            <ns1:spLocks noGrp="1"/>
          </ns0:cNvSpPr>
          <ns0:nvPr>
            <ns0:ph type="dgm" idx="83" hasCustomPrompt="1"/>
          </ns0:nvPr>
        </ns0:nvSpPr>
        <ns0:spPr>
          <ns1:xfrm>
            <ns1:off x="14349137" y="2005253"/>
            <ns1:ext cx="3064047" cy="6453327"/>
          </ns1:xfrm>
          <ns1:prstGeom prst="roundRect">
            <ns1:avLst>
              <ns1:gd name="adj" fmla="val 13343"/>
            </ns1:avLst>
          </ns1:prstGeom>
          <ns1:solidFill>
            <ns1:schemeClr val="tx1"/>
          </ns1:solidFill>
        </ns0:spPr>
        <ns0:txBody>
          <ns1:bodyPr/>
          <ns1:lstStyle/>
          <ns1:p>
            <ns1:r>
              <ns1:t> </ns1:t>
            </ns1:r>
          </ns1:p>
        </ns0:txBody>
      </ns0:sp>
      <ns0:sp>
        <ns0:nvSpPr>
          <ns0:cNvPr id="16" name="Рисунок 19">
            <ns1:extLst>
              <ns1:ext uri="{FF2B5EF4-FFF2-40B4-BE49-F238E27FC236}">
                <ns2:creationId id="{F63F8019-3726-6553-CA93-6C31FBA7BB21}"/>
              </ns1:ext>
            </ns1:extLst>
          </ns0:cNvPr>
          <ns0:cNvSpPr>
            <ns1:spLocks noGrp="1"/>
          </ns0:cNvSpPr>
          <ns0:nvPr>
            <ns0:ph type="pic" idx="84" hasCustomPrompt="1"/>
          </ns0:nvPr>
        </ns0:nvSpPr>
        <ns0:spPr>
          <ns1:xfrm>
            <ns1:off x="14433228" y="2081266"/>
            <ns1:ext cx="2882711" cy="6295917"/>
          </ns1:xfrm>
          <ns1:prstGeom prst="roundRect">
            <ns1:avLst>
              <ns1:gd name="adj" fmla="val 10610"/>
            </ns1:avLst>
          </ns1:prstGeom>
          <ns1:solidFill>
            <ns1:schemeClr val="bg2">
              <ns1:lumMod val="90000"/>
            </ns1:schemeClr>
          </ns1:solidFill>
        </ns0:spPr>
        <ns0:txBody>
          <ns1:bodyPr>
            <ns1:normAutofit/>
          </ns1:bodyPr>
          <ns1:lstStyle>
            <ns1:lvl1pPr>
              <ns1:buNone/>
              <ns1:defRPr sz="1100"/>
            </ns1:lvl1pPr>
          </ns1:lstStyle>
          <ns1:p>
            <ns1:r>
              <ns1:t> </ns1:t>
            </ns1:r>
          </ns1:p>
        </ns0:txBody>
      </ns0:sp>
      <ns0:sp>
        <ns0:nvSpPr>
          <ns0:cNvPr id="17" name="Рисунок SmartArt 7">
            <ns1:extLst>
              <ns1:ext uri="{FF2B5EF4-FFF2-40B4-BE49-F238E27FC236}">
                <ns2:creationId id="{1EC26D35-3622-2D22-047C-3FAC6013AC2E}"/>
              </ns1:ext>
            </ns1:extLst>
          </ns0:cNvPr>
          <ns0:cNvSpPr>
            <ns1:spLocks noGrp="1"/>
          </ns0:cNvSpPr>
          <ns0:nvPr>
            <ns0:ph type="dgm" idx="85" hasCustomPrompt="1"/>
          </ns0:nvPr>
        </ns0:nvSpPr>
        <ns0:spPr>
          <ns1:xfrm>
            <ns1:off x="15456240" y="2231805"/>
            <ns1:ext cx="849839" cy="244312"/>
          </ns1:xfrm>
          <ns1:prstGeom prst="roundRect">
            <ns1:avLst>
              <ns1:gd name="adj" fmla="val 50000"/>
            </ns1:avLst>
          </ns1:prstGeom>
          <ns1:solidFill>
            <ns1:schemeClr val="tx1"/>
          </ns1:solidFill>
        </ns0:spPr>
        <ns0:txBody>
          <ns1:bodyPr>
            <ns1:noAutofit/>
          </ns1:bodyPr>
          <ns1:lstStyle>
            <ns1:lvl1pPr>
              <ns1:buNone/>
              <ns1:defRPr sz="400">
                <ns1:solidFill>
                  <ns1:schemeClr val="tx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4" name="Рисунок 13">
            <ns1:extLst>
              <ns1:ext uri="{FF2B5EF4-FFF2-40B4-BE49-F238E27FC236}">
                <ns2:creationId id="{5D0361E3-52A7-81E6-5E5C-839A65E5C767}"/>
              </ns1:ext>
            </ns1:extLst>
          </ns0:cNvPr>
          <ns0:cNvSpPr>
            <ns1:spLocks noGrp="1"/>
          </ns0:cNvSpPr>
          <ns0:nvPr>
            <ns0:ph type="pic" idx="98" hasCustomPrompt="1"/>
          </ns0:nvPr>
        </ns0:nvSpPr>
        <ns0:spPr>
          <ns1:xfrm rot="21290365">
            <ns1:off x="12533374" y="3041865"/>
            <ns1:ext cx="3253697" cy="1173539"/>
          </ns1:xfrm>
          <ns1:prstGeom prst="roundRect">
            <ns1:avLst/>
          </ns1:prstGeom>
          <ns1:solidFill>
            <ns1:schemeClr val="accent3"/>
          </ns1:solidFill>
        </ns0:spPr>
        <ns0:txBody>
          <ns1:bodyPr>
            <ns1:normAutofit/>
          </ns1:bodyPr>
          <ns1:lstStyle>
            <ns1:lvl1pPr>
              <ns1:buNone/>
              <ns1:defRPr sz="1600"/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77" name="Текст 39">
            <ns1:extLst>
              <ns1:ext uri="{FF2B5EF4-FFF2-40B4-BE49-F238E27FC236}">
                <ns2:creationId id="{E7AEEDD2-7D9F-0E1A-417E-F73D308C422E}"/>
              </ns1:ext>
            </ns1:extLst>
          </ns0:cNvPr>
          <ns0:cNvSpPr>
            <ns1:spLocks noGrp="1"/>
          </ns0:cNvSpPr>
          <ns0:nvPr>
            <ns0:ph type="body" idx="63" hasCustomPrompt="1"/>
          </ns0:nvPr>
        </ns0:nvSpPr>
        <ns0:spPr>
          <ns1:xfrm rot="21276874">
            <ns1:off x="13593490" y="3236766"/>
            <ns1:ext cx="1816354" cy="300408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в 10 раз</ns1:t>
            </ns1:r>
          </ns1:p>
        </ns0:txBody>
      </ns0:sp>
      <ns0:sp>
        <ns0:nvSpPr>
          <ns0:cNvPr id="78" name="Текст 39">
            <ns1:extLst>
              <ns1:ext uri="{FF2B5EF4-FFF2-40B4-BE49-F238E27FC236}">
                <ns2:creationId id="{155F5E14-D419-6E0E-6963-FD0ACDA3738C}"/>
              </ns1:ext>
            </ns1:extLst>
          </ns0:cNvPr>
          <ns0:cNvSpPr>
            <ns1:spLocks noGrp="1"/>
          </ns0:cNvSpPr>
          <ns0:nvPr>
            <ns0:ph type="body" idx="64" hasCustomPrompt="1"/>
          </ns0:nvPr>
        </ns0:nvSpPr>
        <ns0:spPr>
          <ns1:xfrm rot="21276874">
            <ns1:off x="13625021" y="3593238"/>
            <ns1:ext cx="1816354" cy="300409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Эффективнее</ns1:t>
            </ns1:r>
          </ns1:p>
        </ns0:txBody>
      </ns0:sp>
      <ns0:sp>
        <ns0:nvSpPr>
          <ns0:cNvPr id="80" name="Текст 39">
            <ns1:extLst>
              <ns1:ext uri="{FF2B5EF4-FFF2-40B4-BE49-F238E27FC236}">
                <ns2:creationId id="{D9A134B5-3AB2-DC69-D432-C821B7CEE9DD}"/>
              </ns1:ext>
            </ns1:extLst>
          </ns0:cNvPr>
          <ns0:cNvSpPr>
            <ns1:spLocks noGrp="1"/>
          </ns0:cNvSpPr>
          <ns0:nvPr>
            <ns0:ph type="body" idx="71" hasCustomPrompt="1"/>
          </ns0:nvPr>
        </ns0:nvSpPr>
        <ns0:spPr>
          <ns1:xfrm>
            <ns1:off x="7273073" y="3171825"/>
            <ns1:ext cx="3852129" cy="753789"/>
          </ns1:xfrm>
        </ns0:spPr>
        <ns0:txBody>
          <ns1:bodyPr>
            <ns1:noAutofit/>
          </ns1:bodyPr>
          <ns1:lstStyle>
            <ns1:lvl1pPr algn="l"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</ns1:t>
            </ns1:r>
          </ns1:p>
        </ns0:txBody>
      </ns0:sp>
      <ns0:sp>
        <ns0:nvSpPr>
          <ns0:cNvPr id="81" name="Текст 39">
            <ns1:extLst>
              <ns1:ext uri="{FF2B5EF4-FFF2-40B4-BE49-F238E27FC236}">
                <ns2:creationId id="{3408F8A7-856B-6255-FB3E-46BA23D6CA47}"/>
              </ns1:ext>
            </ns1:extLst>
          </ns0:cNvPr>
          <ns0:cNvSpPr>
            <ns1:spLocks noGrp="1"/>
          </ns0:cNvSpPr>
          <ns0:nvPr>
            <ns0:ph type="body" idx="72" hasCustomPrompt="1"/>
          </ns0:nvPr>
        </ns0:nvSpPr>
        <ns0:spPr>
          <ns1:xfrm>
            <ns1:off x="6819900" y="2434949"/>
            <ns1:ext cx="3490557" cy="408063"/>
          </ns1:xfrm>
        </ns0:spPr>
        <ns0:txBody>
          <ns1:bodyPr anchor="ctr">
            <ns1:noAutofit/>
          </ns1:bodyPr>
          <ns1:lstStyle>
            <ns1:lvl1pPr algn="l">
              <ns1:buNone/>
              <ns1:defRPr sz="2800" b="0" i="0">
                <ns1:solidFill>
                  <ns1:srgbClr val="FF254A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Что сравниваем</ns1:t>
            </ns1:r>
          </ns1:p>
        </ns0:txBody>
      </ns0:sp>
      <ns0:sp>
        <ns0:nvSpPr>
          <ns0:cNvPr id="82" name="Текст 39">
            <ns1:extLst>
              <ns1:ext uri="{FF2B5EF4-FFF2-40B4-BE49-F238E27FC236}">
                <ns2:creationId id="{E7249191-2A65-4ACE-D25C-36A682E9F88D}"/>
              </ns1:ext>
            </ns1:extLst>
          </ns0:cNvPr>
          <ns0:cNvSpPr>
            <ns1:spLocks noGrp="1"/>
          </ns0:cNvSpPr>
          <ns0:nvPr>
            <ns0:ph type="body" idx="73" hasCustomPrompt="1"/>
          </ns0:nvPr>
        </ns0:nvSpPr>
        <ns0:spPr>
          <ns1:xfrm>
            <ns1:off x="955128" y="2434949"/>
            <ns1:ext cx="3490557" cy="408063"/>
          </ns1:xfrm>
        </ns0:spPr>
        <ns0:txBody>
          <ns1:bodyPr anchor="ctr">
            <ns1:noAutofit/>
          </ns1:bodyPr>
          <ns1:lstStyle>
            <ns1:lvl1pPr algn="l">
              <ns1:buNone/>
              <ns1:defRPr sz="2800" b="0" i="0">
                <ns1:solidFill>
                  <ns1:schemeClr val="bg2">
                    <ns1:lumMod val="75000"/>
                  </ns1:schemeClr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С чем сравниваем</ns1:t>
            </ns1:r>
          </ns1:p>
        </ns0:txBody>
      </ns0:sp>
      <ns0:sp>
        <ns0:nvSpPr>
          <ns0:cNvPr id="83" name="Текст 39">
            <ns1:extLst>
              <ns1:ext uri="{FF2B5EF4-FFF2-40B4-BE49-F238E27FC236}">
                <ns2:creationId id="{4C139F5C-817C-3ACA-D6E1-CFF1C8ED3227}"/>
              </ns1:ext>
            </ns1:extLst>
          </ns0:cNvPr>
          <ns0:cNvSpPr>
            <ns1:spLocks noGrp="1"/>
          </ns0:cNvSpPr>
          <ns0:nvPr>
            <ns0:ph type="body" idx="74" hasCustomPrompt="1"/>
          </ns0:nvPr>
        </ns0:nvSpPr>
        <ns0:spPr>
          <ns1:xfrm>
            <ns1:off x="7273073" y="4149287"/>
            <ns1:ext cx="3852129" cy="611899"/>
          </ns1:xfrm>
        </ns0:spPr>
        <ns0:txBody>
          <ns1:bodyPr>
            <ns1:noAutofit/>
          </ns1:bodyPr>
          <ns1:lstStyle>
            <ns1:lvl1pPr algn="l"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</ns1:t>
            </ns1:r>
          </ns1:p>
        </ns0:txBody>
      </ns0:sp>
      <ns0:sp>
        <ns0:nvSpPr>
          <ns0:cNvPr id="84" name="Текст 39">
            <ns1:extLst>
              <ns1:ext uri="{FF2B5EF4-FFF2-40B4-BE49-F238E27FC236}">
                <ns2:creationId id="{D853EBAF-1946-9DEA-655F-535477A39C16}"/>
              </ns1:ext>
            </ns1:extLst>
          </ns0:cNvPr>
          <ns0:cNvSpPr>
            <ns1:spLocks noGrp="1"/>
          </ns0:cNvSpPr>
          <ns0:nvPr>
            <ns0:ph type="body" idx="75" hasCustomPrompt="1"/>
          </ns0:nvPr>
        </ns0:nvSpPr>
        <ns0:spPr>
          <ns1:xfrm>
            <ns1:off x="7273073" y="4890266"/>
            <ns1:ext cx="3852129" cy="1557831"/>
          </ns1:xfrm>
        </ns0:spPr>
        <ns0:txBody>
          <ns1:bodyPr>
            <ns1:noAutofit/>
          </ns1:bodyPr>
          <ns1:lstStyle>
            <ns1:lvl1pPr algn="l"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</ns1:t>
            </ns1:r>
          </ns1:p>
        </ns0:txBody>
      </ns0:sp>
      <ns0:sp>
        <ns0:nvSpPr>
          <ns0:cNvPr id="85" name="Текст 39">
            <ns1:extLst>
              <ns1:ext uri="{FF2B5EF4-FFF2-40B4-BE49-F238E27FC236}">
                <ns2:creationId id="{F3E45967-E456-5032-B1BB-D8A01F3E9B78}"/>
              </ns1:ext>
            </ns1:extLst>
          </ns0:cNvPr>
          <ns0:cNvSpPr>
            <ns1:spLocks noGrp="1"/>
          </ns0:cNvSpPr>
          <ns0:nvPr>
            <ns0:ph type="body" idx="76" hasCustomPrompt="1"/>
          </ns0:nvPr>
        </ns0:nvSpPr>
        <ns0:spPr>
          <ns1:xfrm>
            <ns1:off x="7273073" y="6608708"/>
            <ns1:ext cx="3852129" cy="611899"/>
          </ns1:xfrm>
        </ns0:spPr>
        <ns0:txBody>
          <ns1:bodyPr>
            <ns1:noAutofit/>
          </ns1:bodyPr>
          <ns1:lstStyle>
            <ns1:lvl1pPr algn="l"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</ns1:t>
            </ns1:r>
          </ns1:p>
        </ns0:txBody>
      </ns0:sp>
      <ns0:sp>
        <ns0:nvSpPr>
          <ns0:cNvPr id="86" name="Текст 39">
            <ns1:extLst>
              <ns1:ext uri="{FF2B5EF4-FFF2-40B4-BE49-F238E27FC236}">
                <ns2:creationId id="{95E1121E-D8A9-F9F4-198C-3F580275F1CF}"/>
              </ns1:ext>
            </ns1:extLst>
          </ns0:cNvPr>
          <ns0:cNvSpPr>
            <ns1:spLocks noGrp="1"/>
          </ns0:cNvSpPr>
          <ns0:nvPr>
            <ns0:ph type="body" idx="77" hasCustomPrompt="1"/>
          </ns0:nvPr>
        </ns0:nvSpPr>
        <ns0:spPr>
          <ns1:xfrm>
            <ns1:off x="7273073" y="7349687"/>
            <ns1:ext cx="3852129" cy="753789"/>
          </ns1:xfrm>
        </ns0:spPr>
        <ns0:txBody>
          <ns1:bodyPr>
            <ns1:noAutofit/>
          </ns1:bodyPr>
          <ns1:lstStyle>
            <ns1:lvl1pPr algn="l"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</ns1:t>
            </ns1:r>
          </ns1:p>
        </ns0:txBody>
      </ns0:sp>
      <ns0:sp>
        <ns0:nvSpPr>
          <ns0:cNvPr id="87" name="Текст 39">
            <ns1:extLst>
              <ns1:ext uri="{FF2B5EF4-FFF2-40B4-BE49-F238E27FC236}">
                <ns2:creationId id="{350E0ED1-2900-15B9-9018-A31DA52C33AB}"/>
              </ns1:ext>
            </ns1:extLst>
          </ns0:cNvPr>
          <ns0:cNvSpPr>
            <ns1:spLocks noGrp="1"/>
          </ns0:cNvSpPr>
          <ns0:nvPr>
            <ns0:ph type="body" idx="78" hasCustomPrompt="1"/>
          </ns0:nvPr>
        </ns0:nvSpPr>
        <ns0:spPr>
          <ns1:xfrm>
            <ns1:off x="1408301" y="3171825"/>
            <ns1:ext cx="3852129" cy="879866"/>
          </ns1:xfrm>
        </ns0:spPr>
        <ns0:txBody>
          <ns1:bodyPr>
            <ns1:noAutofit/>
          </ns1:bodyPr>
          <ns1:lstStyle>
            <ns1:lvl1pPr algn="l"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</ns1:t>
            </ns1:r>
          </ns1:p>
        </ns0:txBody>
      </ns0:sp>
      <ns0:sp>
        <ns0:nvSpPr>
          <ns0:cNvPr id="88" name="Текст 39">
            <ns1:extLst>
              <ns1:ext uri="{FF2B5EF4-FFF2-40B4-BE49-F238E27FC236}">
                <ns2:creationId id="{688D149C-0DF8-F19C-B095-3DC912B0AB75}"/>
              </ns1:ext>
            </ns1:extLst>
          </ns0:cNvPr>
          <ns0:cNvSpPr>
            <ns1:spLocks noGrp="1"/>
          </ns0:cNvSpPr>
          <ns0:nvPr>
            <ns0:ph type="body" idx="79" hasCustomPrompt="1"/>
          </ns0:nvPr>
        </ns0:nvSpPr>
        <ns0:spPr>
          <ns1:xfrm>
            <ns1:off x="1408301" y="4149287"/>
            <ns1:ext cx="3852129" cy="879866"/>
          </ns1:xfrm>
        </ns0:spPr>
        <ns0:txBody>
          <ns1:bodyPr>
            <ns1:noAutofit/>
          </ns1:bodyPr>
          <ns1:lstStyle>
            <ns1:lvl1pPr algn="l"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</ns1:t>
            </ns1:r>
          </ns1:p>
        </ns0:txBody>
      </ns0:sp>
      <ns0:sp>
        <ns0:nvSpPr>
          <ns0:cNvPr id="89" name="Текст 39">
            <ns1:extLst>
              <ns1:ext uri="{FF2B5EF4-FFF2-40B4-BE49-F238E27FC236}">
                <ns2:creationId id="{E964F3A2-99CF-652D-0053-678C0054D4C2}"/>
              </ns1:ext>
            </ns1:extLst>
          </ns0:cNvPr>
          <ns0:cNvSpPr>
            <ns1:spLocks noGrp="1"/>
          </ns0:cNvSpPr>
          <ns0:nvPr>
            <ns0:ph type="body" idx="80" hasCustomPrompt="1"/>
          </ns0:nvPr>
        </ns0:nvSpPr>
        <ns0:spPr>
          <ns1:xfrm>
            <ns1:off x="1408301" y="5133975"/>
            <ns1:ext cx="3852129" cy="620439"/>
          </ns1:xfrm>
        </ns0:spPr>
        <ns0:txBody>
          <ns1:bodyPr>
            <ns1:noAutofit/>
          </ns1:bodyPr>
          <ns1:lstStyle>
            <ns1:lvl1pPr algn="l"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</ns1:t>
            </ns1:r>
          </ns1:p>
        </ns0:txBody>
      </ns0:sp>
      <ns0:sp>
        <ns0:nvSpPr>
          <ns0:cNvPr id="90" name="Текст 39">
            <ns1:extLst>
              <ns1:ext uri="{FF2B5EF4-FFF2-40B4-BE49-F238E27FC236}">
                <ns2:creationId id="{349524AB-CB00-9650-F3AF-943C0D0888B1}"/>
              </ns1:ext>
            </ns1:extLst>
          </ns0:cNvPr>
          <ns0:cNvSpPr>
            <ns1:spLocks noGrp="1"/>
          </ns0:cNvSpPr>
          <ns0:nvPr>
            <ns0:ph type="body" idx="81" hasCustomPrompt="1"/>
          </ns0:nvPr>
        </ns0:nvSpPr>
        <ns0:spPr>
          <ns1:xfrm>
            <ns1:off x="1408301" y="5859188"/>
            <ns1:ext cx="3852129" cy="1094062"/>
          </ns1:xfrm>
        </ns0:spPr>
        <ns0:txBody>
          <ns1:bodyPr>
            <ns1:noAutofit/>
          </ns1:bodyPr>
          <ns1:lstStyle>
            <ns1:lvl1pPr algn="l"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</ns1:t>
            </ns1:r>
          </ns1:p>
        </ns0:txBody>
      </ns0:sp>
      <ns0:sp>
        <ns0:nvSpPr>
          <ns0:cNvPr id="91" name="Текст 39">
            <ns1:extLst>
              <ns1:ext uri="{FF2B5EF4-FFF2-40B4-BE49-F238E27FC236}">
                <ns2:creationId id="{B9B04EA9-4681-BE59-D276-59FD2E939E1D}"/>
              </ns1:ext>
            </ns1:extLst>
          </ns0:cNvPr>
          <ns0:cNvSpPr>
            <ns1:spLocks noGrp="1"/>
          </ns0:cNvSpPr>
          <ns0:nvPr>
            <ns0:ph type="body" idx="82" hasCustomPrompt="1"/>
          </ns0:nvPr>
        </ns0:nvSpPr>
        <ns0:spPr>
          <ns1:xfrm>
            <ns1:off x="1408301" y="7073133"/>
            <ns1:ext cx="3852129" cy="753789"/>
          </ns1:xfrm>
        </ns0:spPr>
        <ns0:txBody>
          <ns1:bodyPr>
            <ns1:noAutofit/>
          </ns1:bodyPr>
          <ns1:lstStyle>
            <ns1:lvl1pPr algn="l"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</ns1:t>
            </ns1:r>
          </ns1:p>
        </ns0:txBody>
      </ns0:sp>
      <ns0:sp>
        <ns0:nvSpPr>
          <ns0:cNvPr id="3" name="Рисунок 16">
            <ns1:extLst>
              <ns1:ext uri="{FF2B5EF4-FFF2-40B4-BE49-F238E27FC236}">
                <ns2:creationId id="{E6223182-28CB-5EC0-53F6-F2266CA4C0A5}"/>
              </ns1:ext>
            </ns1:extLst>
          </ns0:cNvPr>
          <ns0:cNvSpPr>
            <ns1:spLocks noGrp="1"/>
          </ns0:cNvSpPr>
          <ns0:nvPr>
            <ns0:ph type="pic" idx="86" hasCustomPrompt="1"/>
          </ns0:nvPr>
        </ns0:nvSpPr>
        <ns0:spPr>
          <ns1:xfrm>
            <ns1:off x="1004460" y="3171825"/>
            <ns1:ext cx="342900" cy="335132"/>
          </ns1:xfrm>
          <ns1:prstGeom prst="rect">
            <ns1:avLst/>
          </ns1:prstGeom>
          <ns1:blipFill>
            <ns1:blip ns3:embed="R072c14fecdd74f44">
              <ns1:extLst>
                <ns1:ext uri="{96DAC541-7B7A-43D3-8B79-37D633B846F1}">
                  <ns4:svgBlip ns3:embed="R406ccdfee49d4c29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4" name="Рисунок 16">
            <ns1:extLst>
              <ns1:ext uri="{FF2B5EF4-FFF2-40B4-BE49-F238E27FC236}">
                <ns2:creationId id="{0EE377E2-1BD2-C0AA-897D-0656DCCB53CB}"/>
              </ns1:ext>
            </ns1:extLst>
          </ns0:cNvPr>
          <ns0:cNvSpPr>
            <ns1:spLocks noGrp="1"/>
          </ns0:cNvSpPr>
          <ns0:nvPr>
            <ns0:ph type="pic" idx="87" hasCustomPrompt="1"/>
          </ns0:nvPr>
        </ns0:nvSpPr>
        <ns0:spPr>
          <ns1:xfrm>
            <ns1:off x="1004460" y="4148965"/>
            <ns1:ext cx="342900" cy="335132"/>
          </ns1:xfrm>
          <ns1:prstGeom prst="rect">
            <ns1:avLst/>
          </ns1:prstGeom>
          <ns1:blipFill>
            <ns1:blip ns3:embed="R072c14fecdd74f44">
              <ns1:extLst>
                <ns1:ext uri="{96DAC541-7B7A-43D3-8B79-37D633B846F1}">
                  <ns4:svgBlip ns3:embed="R406ccdfee49d4c29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5" name="Рисунок 16">
            <ns1:extLst>
              <ns1:ext uri="{FF2B5EF4-FFF2-40B4-BE49-F238E27FC236}">
                <ns2:creationId id="{32846AD6-EE7E-20C3-F137-F3F65E29DA9C}"/>
              </ns1:ext>
            </ns1:extLst>
          </ns0:cNvPr>
          <ns0:cNvSpPr>
            <ns1:spLocks noGrp="1"/>
          </ns0:cNvSpPr>
          <ns0:nvPr>
            <ns0:ph type="pic" idx="88" hasCustomPrompt="1"/>
          </ns0:nvPr>
        </ns0:nvSpPr>
        <ns0:spPr>
          <ns1:xfrm>
            <ns1:off x="1004460" y="5121355"/>
            <ns1:ext cx="342900" cy="335132"/>
          </ns1:xfrm>
          <ns1:prstGeom prst="rect">
            <ns1:avLst/>
          </ns1:prstGeom>
          <ns1:blipFill>
            <ns1:blip ns3:embed="R072c14fecdd74f44">
              <ns1:extLst>
                <ns1:ext uri="{96DAC541-7B7A-43D3-8B79-37D633B846F1}">
                  <ns4:svgBlip ns3:embed="R406ccdfee49d4c29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6" name="Рисунок 16">
            <ns1:extLst>
              <ns1:ext uri="{FF2B5EF4-FFF2-40B4-BE49-F238E27FC236}">
                <ns2:creationId id="{935832C9-BE3D-B6A3-A354-818E5CCEF301}"/>
              </ns1:ext>
            </ns1:extLst>
          </ns0:cNvPr>
          <ns0:cNvSpPr>
            <ns1:spLocks noGrp="1"/>
          </ns0:cNvSpPr>
          <ns0:nvPr>
            <ns0:ph type="pic" idx="89" hasCustomPrompt="1"/>
          </ns0:nvPr>
        </ns0:nvSpPr>
        <ns0:spPr>
          <ns1:xfrm>
            <ns1:off x="1004460" y="5859188"/>
            <ns1:ext cx="342900" cy="335132"/>
          </ns1:xfrm>
          <ns1:prstGeom prst="rect">
            <ns1:avLst/>
          </ns1:prstGeom>
          <ns1:blipFill>
            <ns1:blip ns3:embed="R072c14fecdd74f44">
              <ns1:extLst>
                <ns1:ext uri="{96DAC541-7B7A-43D3-8B79-37D633B846F1}">
                  <ns4:svgBlip ns3:embed="R406ccdfee49d4c29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7" name="Рисунок 16">
            <ns1:extLst>
              <ns1:ext uri="{FF2B5EF4-FFF2-40B4-BE49-F238E27FC236}">
                <ns2:creationId id="{F2B34BC3-C632-FB92-ECD9-186237E44AA8}"/>
              </ns1:ext>
            </ns1:extLst>
          </ns0:cNvPr>
          <ns0:cNvSpPr>
            <ns1:spLocks noGrp="1"/>
          </ns0:cNvSpPr>
          <ns0:nvPr>
            <ns0:ph type="pic" idx="90" hasCustomPrompt="1"/>
          </ns0:nvPr>
        </ns0:nvSpPr>
        <ns0:spPr>
          <ns1:xfrm>
            <ns1:off x="1004460" y="7073133"/>
            <ns1:ext cx="342900" cy="335132"/>
          </ns1:xfrm>
          <ns1:prstGeom prst="rect">
            <ns1:avLst/>
          </ns1:prstGeom>
          <ns1:blipFill>
            <ns1:blip ns3:embed="R072c14fecdd74f44">
              <ns1:extLst>
                <ns1:ext uri="{96DAC541-7B7A-43D3-8B79-37D633B846F1}">
                  <ns4:svgBlip ns3:embed="R406ccdfee49d4c29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8" name="Рисунок 16">
            <ns1:extLst>
              <ns1:ext uri="{FF2B5EF4-FFF2-40B4-BE49-F238E27FC236}">
                <ns2:creationId id="{CDA59A0C-B23D-F9D4-B82E-BC8405854023}"/>
              </ns1:ext>
            </ns1:extLst>
          </ns0:cNvPr>
          <ns0:cNvSpPr>
            <ns1:spLocks noGrp="1"/>
          </ns0:cNvSpPr>
          <ns0:nvPr>
            <ns0:ph type="pic" idx="91" hasCustomPrompt="1"/>
          </ns0:nvPr>
        </ns0:nvSpPr>
        <ns0:spPr>
          <ns1:xfrm>
            <ns1:off x="6792806" y="3147530"/>
            <ns1:ext cx="419326" cy="409827"/>
          </ns1:xfrm>
          <ns1:prstGeom prst="rect">
            <ns1:avLst/>
          </ns1:prstGeom>
          <ns1:blipFill>
            <ns1:blip ns3:embed="R749ba9a47f59429f">
              <ns1:extLst>
                <ns1:ext uri="{96DAC541-7B7A-43D3-8B79-37D633B846F1}">
                  <ns4:svgBlip ns3:embed="R5f8fd5f5835c45f1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9" name="Рисунок 16">
            <ns1:extLst>
              <ns1:ext uri="{FF2B5EF4-FFF2-40B4-BE49-F238E27FC236}">
                <ns2:creationId id="{BD3C219C-904E-687B-F24C-1181FD526011}"/>
              </ns1:ext>
            </ns1:extLst>
          </ns0:cNvPr>
          <ns0:cNvSpPr>
            <ns1:spLocks noGrp="1"/>
          </ns0:cNvSpPr>
          <ns0:nvPr>
            <ns0:ph type="pic" idx="92" hasCustomPrompt="1"/>
          </ns0:nvPr>
        </ns0:nvSpPr>
        <ns0:spPr>
          <ns1:xfrm>
            <ns1:off x="6792806" y="4118575"/>
            <ns1:ext cx="419326" cy="409827"/>
          </ns1:xfrm>
          <ns1:prstGeom prst="rect">
            <ns1:avLst/>
          </ns1:prstGeom>
          <ns1:blipFill>
            <ns1:blip ns3:embed="R749ba9a47f59429f">
              <ns1:extLst>
                <ns1:ext uri="{96DAC541-7B7A-43D3-8B79-37D633B846F1}">
                  <ns4:svgBlip ns3:embed="R5f8fd5f5835c45f1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0" name="Рисунок 16">
            <ns1:extLst>
              <ns1:ext uri="{FF2B5EF4-FFF2-40B4-BE49-F238E27FC236}">
                <ns2:creationId id="{42B12094-E945-FCD0-413B-763CF6830726}"/>
              </ns1:ext>
            </ns1:extLst>
          </ns0:cNvPr>
          <ns0:cNvSpPr>
            <ns1:spLocks noGrp="1"/>
          </ns0:cNvSpPr>
          <ns0:nvPr>
            <ns0:ph type="pic" idx="93" hasCustomPrompt="1"/>
          </ns0:nvPr>
        </ns0:nvSpPr>
        <ns0:spPr>
          <ns1:xfrm>
            <ns1:off x="6792806" y="4854950"/>
            <ns1:ext cx="419326" cy="409827"/>
          </ns1:xfrm>
          <ns1:prstGeom prst="rect">
            <ns1:avLst/>
          </ns1:prstGeom>
          <ns1:blipFill>
            <ns1:blip ns3:embed="R749ba9a47f59429f">
              <ns1:extLst>
                <ns1:ext uri="{96DAC541-7B7A-43D3-8B79-37D633B846F1}">
                  <ns4:svgBlip ns3:embed="R5f8fd5f5835c45f1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1" name="Рисунок 16">
            <ns1:extLst>
              <ns1:ext uri="{FF2B5EF4-FFF2-40B4-BE49-F238E27FC236}">
                <ns2:creationId id="{7F9D5AB5-ABD1-DB01-8048-7F3F0A4720E0}"/>
              </ns1:ext>
            </ns1:extLst>
          </ns0:cNvPr>
          <ns0:cNvSpPr>
            <ns1:spLocks noGrp="1"/>
          </ns0:cNvSpPr>
          <ns0:nvPr>
            <ns0:ph type="pic" idx="94" hasCustomPrompt="1"/>
          </ns0:nvPr>
        </ns0:nvSpPr>
        <ns0:spPr>
          <ns1:xfrm>
            <ns1:off x="6792806" y="6578553"/>
            <ns1:ext cx="419326" cy="409827"/>
          </ns1:xfrm>
          <ns1:prstGeom prst="rect">
            <ns1:avLst/>
          </ns1:prstGeom>
          <ns1:blipFill>
            <ns1:blip ns3:embed="R749ba9a47f59429f">
              <ns1:extLst>
                <ns1:ext uri="{96DAC541-7B7A-43D3-8B79-37D633B846F1}">
                  <ns4:svgBlip ns3:embed="R5f8fd5f5835c45f1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2" name="Рисунок 16">
            <ns1:extLst>
              <ns1:ext uri="{FF2B5EF4-FFF2-40B4-BE49-F238E27FC236}">
                <ns2:creationId id="{989CFEBC-0895-CEF0-3A57-9F61DD3FC053}"/>
              </ns1:ext>
            </ns1:extLst>
          </ns0:cNvPr>
          <ns0:cNvSpPr>
            <ns1:spLocks noGrp="1"/>
          </ns0:cNvSpPr>
          <ns0:nvPr>
            <ns0:ph type="pic" idx="95" hasCustomPrompt="1"/>
          </ns0:nvPr>
        </ns0:nvSpPr>
        <ns0:spPr>
          <ns1:xfrm>
            <ns1:off x="6792806" y="7323020"/>
            <ns1:ext cx="419326" cy="409827"/>
          </ns1:xfrm>
          <ns1:prstGeom prst="rect">
            <ns1:avLst/>
          </ns1:prstGeom>
          <ns1:blipFill>
            <ns1:blip ns3:embed="R749ba9a47f59429f">
              <ns1:extLst>
                <ns1:ext uri="{96DAC541-7B7A-43D3-8B79-37D633B846F1}">
                  <ns4:svgBlip ns3:embed="R5f8fd5f5835c45f1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9" name="Рисунок 3">
            <ns1:extLst>
              <ns1:ext uri="{FF2B5EF4-FFF2-40B4-BE49-F238E27FC236}">
                <ns2:creationId id="{ED25F315-A8F9-4761-780B-FA204E363DBE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20" name="Текст 16">
            <ns1:extLst>
              <ns1:ext uri="{FF2B5EF4-FFF2-40B4-BE49-F238E27FC236}">
                <ns2:creationId id="{37DF0144-CE3A-0831-B523-B15FC4598B1A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151d112785eb4bc2">
              <ns1:extLst>
                <ns1:ext uri="{96DAC541-7B7A-43D3-8B79-37D633B846F1}">
                  <ns4:svgBlip ns3:embed="R57708f2e62c54d67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21" name="Текст 16">
            <ns1:extLst>
              <ns1:ext uri="{FF2B5EF4-FFF2-40B4-BE49-F238E27FC236}">
                <ns2:creationId id="{7E8525DA-6D25-4BD1-8630-EC37755E2285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398699601e264b79">
              <ns1:extLst>
                <ns1:ext uri="{96DAC541-7B7A-43D3-8B79-37D633B846F1}">
                  <ns4:svgBlip ns3:embed="R31ff9ea87fe24d1b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2" name="Рисунок 21">
            <ns1:extLst>
              <ns1:ext uri="{FF2B5EF4-FFF2-40B4-BE49-F238E27FC236}">
                <ns2:creationId id="{8A10D6C3-4D89-F1FE-A503-0FF0BF203CDE}"/>
              </ns1:ext>
            </ns1:extLst>
          </ns0:cNvPr>
          <ns0:cNvSpPr>
            <ns1:spLocks noGrp="1"/>
          </ns0:cNvSpPr>
          <ns0:nvPr>
            <ns0:ph type="pic" idx="97" hasCustomPrompt="1"/>
          </ns0:nvPr>
        </ns0:nvSpPr>
        <ns0:spPr>
          <ns1:xfrm rot="21251680">
            <ns1:off x="12717404" y="3320567"/>
            <ns1:ext cx="805595" cy="805595"/>
          </ns1:xfrm>
          <ns1:prstGeom prst="rect">
            <ns1:avLst/>
          </ns1:prstGeom>
          <ns1:blipFill>
            <ns1:blip ns3:embed="Ra0324edb4d3340cd"/>
            <ns1:srcRect l="0" t="0" r="0" b="0"/>
            <ns1:stretch>
              <ns1:fillRect l="0" t="13399" r="0" b="13399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r>
              <ns1:t> </ns1:t>
            </ns1:r>
          </ns1:p>
        </ns0:txBody>
      </ns0:sp>
    </ns0:spTree>
  </ns0:cSld>
</ns0:sldLayout>
</file>

<file path=ppt/slideLayouts/slideLayout53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showMasterSp="0" preserve="1" userDrawn="1">
  <ns0:cSld name="4 колонки">
    <ns0:bg>
      <ns0:bgPr>
        <ns1:solidFill>
          <ns1:schemeClr val="bg1">
            <ns1:lumMod val="95000"/>
          </ns1:schemeClr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4" name="Рисунок 11">
            <ns1:extLst>
              <ns1:ext uri="{FF2B5EF4-FFF2-40B4-BE49-F238E27FC236}">
                <ns2:creationId id="{0B2483DE-4EC8-17AF-3C51-36025B8EEBF1}"/>
              </ns1:ext>
            </ns1:extLst>
          </ns0:cNvPr>
          <ns0:cNvSpPr>
            <ns1:spLocks noGrp="1"/>
          </ns0:cNvSpPr>
          <ns0:nvPr>
            <ns0:ph type="pic" idx="40" hasCustomPrompt="1"/>
          </ns0:nvPr>
        </ns0:nvSpPr>
        <ns0:spPr>
          <ns1:xfrm>
            <ns1:off x="946129" y="2562225"/>
            <ns1:ext cx="3902033" cy="6543675"/>
          </ns1:xfrm>
          <ns1:prstGeom prst="roundRect">
            <ns1:avLst>
              <ns1:gd name="adj" fmla="val 9383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8" name="Рисунок 11">
            <ns1:extLst>
              <ns1:ext uri="{FF2B5EF4-FFF2-40B4-BE49-F238E27FC236}">
                <ns2:creationId id="{DAB97F3D-6AA7-1C85-543E-B4D6819A4CB9}"/>
              </ns1:ext>
            </ns1:extLst>
          </ns0:cNvPr>
          <ns0:cNvSpPr>
            <ns1:spLocks noGrp="1"/>
          </ns0:cNvSpPr>
          <ns0:nvPr>
            <ns0:ph type="pic" idx="41" hasCustomPrompt="1"/>
          </ns0:nvPr>
        </ns0:nvSpPr>
        <ns0:spPr>
          <ns1:xfrm>
            <ns1:off x="946129" y="5829300"/>
            <ns1:ext cx="3902033" cy="3280833"/>
          </ns1:xfrm>
          <ns1:prstGeom prst="roundRect">
            <ns1:avLst>
              <ns1:gd name="adj" fmla="val 9383"/>
            </ns1:avLst>
          </ns1:prstGeom>
          <ns1:solidFill>
            <ns1:schemeClr val="accent5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53" name="Текст 39">
            <ns1:extLst>
              <ns1:ext uri="{FF2B5EF4-FFF2-40B4-BE49-F238E27FC236}">
                <ns2:creationId id="{CB8A923F-F5A2-A7F8-61EC-64F6D1F21F0B}"/>
              </ns1:ext>
            </ns1:extLst>
          </ns0:cNvPr>
          <ns0:cNvSpPr>
            <ns1:spLocks noGrp="1"/>
          </ns0:cNvSpPr>
          <ns0:nvPr>
            <ns0:ph type="body" idx="20" hasCustomPrompt="1"/>
          </ns0:nvPr>
        </ns0:nvSpPr>
        <ns0:spPr>
          <ns1:xfrm>
            <ns1:off x="1255490" y="2876137"/>
            <ns1:ext cx="3268662" cy="902576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  <ns1:br/>
            <ns1:r>
              <ns1:t>максимум</ns1:t>
            </ns1:r>
            <ns1:br/>
            <ns1:r>
              <ns1:t>в 3 строки</ns1:t>
            </ns1:r>
          </ns1:p>
        </ns0:txBody>
      </ns0:sp>
      <ns0:sp>
        <ns0:nvSpPr>
          <ns0:cNvPr id="6" name="Текст 39">
            <ns1:extLst>
              <ns1:ext uri="{FF2B5EF4-FFF2-40B4-BE49-F238E27FC236}">
                <ns2:creationId id="{B6EAA98B-3A09-31BD-A648-0DCD58128364}"/>
              </ns1:ext>
            </ns1:extLst>
          </ns0:cNvPr>
          <ns0:cNvSpPr>
            <ns1:spLocks noGrp="1"/>
          </ns0:cNvSpPr>
          <ns0:nvPr>
            <ns0:ph type="body" idx="25" hasCustomPrompt="1"/>
          </ns0:nvPr>
        </ns0:nvSpPr>
        <ns0:spPr>
          <ns1:xfrm>
            <ns1:off x="1255490" y="3850509"/>
            <ns1:ext cx="3268662" cy="1264329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</ns1:t>
            </ns1:r>
          </ns1:p>
        </ns0:txBody>
      </ns0:sp>
      <ns0:sp>
        <ns0:nvSpPr>
          <ns0:cNvPr id="20" name="Текст 39">
            <ns1:extLst>
              <ns1:ext uri="{FF2B5EF4-FFF2-40B4-BE49-F238E27FC236}">
                <ns2:creationId id="{A1949EF2-B10D-1507-6B1B-5F6FC9B39CED}"/>
              </ns1:ext>
            </ns1:extLst>
          </ns0:cNvPr>
          <ns0:cNvSpPr>
            <ns1:spLocks noGrp="1"/>
          </ns0:cNvSpPr>
          <ns0:nvPr>
            <ns0:ph type="body" idx="26" hasCustomPrompt="1"/>
          </ns0:nvPr>
        </ns0:nvSpPr>
        <ns0:spPr>
          <ns1:xfrm>
            <ns1:off x="1255490" y="6770217"/>
            <ns1:ext cx="3268662" cy="902576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rgbClr val="FF254A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  <ns1:br/>
            <ns1:r>
              <ns1:t>максимум</ns1:t>
            </ns1:r>
            <ns1:br/>
            <ns1:r>
              <ns1:t>в 3 строки</ns1:t>
            </ns1:r>
          </ns1:p>
        </ns0:txBody>
      </ns0:sp>
      <ns0:sp>
        <ns0:nvSpPr>
          <ns0:cNvPr id="21" name="Текст 39">
            <ns1:extLst>
              <ns1:ext uri="{FF2B5EF4-FFF2-40B4-BE49-F238E27FC236}">
                <ns2:creationId id="{2D510926-B827-241B-7689-28FB45416297}"/>
              </ns1:ext>
            </ns1:extLst>
          </ns0:cNvPr>
          <ns0:cNvSpPr>
            <ns1:spLocks noGrp="1"/>
          </ns0:cNvSpPr>
          <ns0:nvPr>
            <ns0:ph type="body" idx="27" hasCustomPrompt="1"/>
          </ns0:nvPr>
        </ns0:nvSpPr>
        <ns0:spPr>
          <ns1:xfrm>
            <ns1:off x="1255490" y="7744589"/>
            <ns1:ext cx="3268662" cy="1131397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</ns1:t>
            </ns1:r>
          </ns1:p>
        </ns0:txBody>
      </ns0:sp>
      <ns0:sp>
        <ns0:nvSpPr>
          <ns0:cNvPr id="9" name="Рисунок 11">
            <ns1:extLst>
              <ns1:ext uri="{FF2B5EF4-FFF2-40B4-BE49-F238E27FC236}">
                <ns2:creationId id="{C9A0EFA3-3808-9A68-073D-654F851695D9}"/>
              </ns1:ext>
            </ns1:extLst>
          </ns0:cNvPr>
          <ns0:cNvSpPr>
            <ns1:spLocks noGrp="1"/>
          </ns0:cNvSpPr>
          <ns0:nvPr>
            <ns0:ph type="pic" idx="42" hasCustomPrompt="1"/>
          </ns0:nvPr>
        </ns0:nvSpPr>
        <ns0:spPr>
          <ns1:xfrm>
            <ns1:off x="5077862" y="2562225"/>
            <ns1:ext cx="3902033" cy="6543675"/>
          </ns1:xfrm>
          <ns1:prstGeom prst="roundRect">
            <ns1:avLst>
              <ns1:gd name="adj" fmla="val 9383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0" name="Рисунок 11">
            <ns1:extLst>
              <ns1:ext uri="{FF2B5EF4-FFF2-40B4-BE49-F238E27FC236}">
                <ns2:creationId id="{5111EFB9-9038-5E2E-311F-41C0177B07A0}"/>
              </ns1:ext>
            </ns1:extLst>
          </ns0:cNvPr>
          <ns0:cNvSpPr>
            <ns1:spLocks noGrp="1"/>
          </ns0:cNvSpPr>
          <ns0:nvPr>
            <ns0:ph type="pic" idx="43" hasCustomPrompt="1"/>
          </ns0:nvPr>
        </ns0:nvSpPr>
        <ns0:spPr>
          <ns1:xfrm>
            <ns1:off x="5077862" y="5829300"/>
            <ns1:ext cx="3902033" cy="3280833"/>
          </ns1:xfrm>
          <ns1:prstGeom prst="roundRect">
            <ns1:avLst>
              <ns1:gd name="adj" fmla="val 9383"/>
            </ns1:avLst>
          </ns1:prstGeom>
          <ns1:solidFill>
            <ns1:schemeClr val="accent5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2" name="Текст 39">
            <ns1:extLst>
              <ns1:ext uri="{FF2B5EF4-FFF2-40B4-BE49-F238E27FC236}">
                <ns2:creationId id="{4D4FB270-60F4-DCC5-1D6B-E1E70563BA1E}"/>
              </ns1:ext>
            </ns1:extLst>
          </ns0:cNvPr>
          <ns0:cNvSpPr>
            <ns1:spLocks noGrp="1"/>
          </ns0:cNvSpPr>
          <ns0:nvPr>
            <ns0:ph type="body" idx="44" hasCustomPrompt="1"/>
          </ns0:nvPr>
        </ns0:nvSpPr>
        <ns0:spPr>
          <ns1:xfrm>
            <ns1:off x="5387223" y="2876137"/>
            <ns1:ext cx="3268662" cy="902576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  <ns1:br/>
            <ns1:r>
              <ns1:t>максимум</ns1:t>
            </ns1:r>
            <ns1:br/>
            <ns1:r>
              <ns1:t>в 3 строки</ns1:t>
            </ns1:r>
          </ns1:p>
        </ns0:txBody>
      </ns0:sp>
      <ns0:sp>
        <ns0:nvSpPr>
          <ns0:cNvPr id="13" name="Текст 39">
            <ns1:extLst>
              <ns1:ext uri="{FF2B5EF4-FFF2-40B4-BE49-F238E27FC236}">
                <ns2:creationId id="{1B558328-3FCD-78A3-0A10-8971B0FF1511}"/>
              </ns1:ext>
            </ns1:extLst>
          </ns0:cNvPr>
          <ns0:cNvSpPr>
            <ns1:spLocks noGrp="1"/>
          </ns0:cNvSpPr>
          <ns0:nvPr>
            <ns0:ph type="body" idx="45" hasCustomPrompt="1"/>
          </ns0:nvPr>
        </ns0:nvSpPr>
        <ns0:spPr>
          <ns1:xfrm>
            <ns1:off x="5387223" y="3850509"/>
            <ns1:ext cx="3268662" cy="1264329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</ns1:t>
            </ns1:r>
          </ns1:p>
        </ns0:txBody>
      </ns0:sp>
      <ns0:sp>
        <ns0:nvSpPr>
          <ns0:cNvPr id="14" name="Текст 39">
            <ns1:extLst>
              <ns1:ext uri="{FF2B5EF4-FFF2-40B4-BE49-F238E27FC236}">
                <ns2:creationId id="{19BF5A60-0FD3-BBBB-1F9C-B49FB2E12BAE}"/>
              </ns1:ext>
            </ns1:extLst>
          </ns0:cNvPr>
          <ns0:cNvSpPr>
            <ns1:spLocks noGrp="1"/>
          </ns0:cNvSpPr>
          <ns0:nvPr>
            <ns0:ph type="body" idx="46" hasCustomPrompt="1"/>
          </ns0:nvPr>
        </ns0:nvSpPr>
        <ns0:spPr>
          <ns1:xfrm>
            <ns1:off x="5387223" y="6770217"/>
            <ns1:ext cx="3268662" cy="902576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rgbClr val="FF254A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  <ns1:br/>
            <ns1:r>
              <ns1:t>максимум</ns1:t>
            </ns1:r>
            <ns1:br/>
            <ns1:r>
              <ns1:t>в 3 строки</ns1:t>
            </ns1:r>
          </ns1:p>
        </ns0:txBody>
      </ns0:sp>
      <ns0:sp>
        <ns0:nvSpPr>
          <ns0:cNvPr id="15" name="Текст 39">
            <ns1:extLst>
              <ns1:ext uri="{FF2B5EF4-FFF2-40B4-BE49-F238E27FC236}">
                <ns2:creationId id="{62F68C15-BA5D-9299-6538-F0219ACD4AD8}"/>
              </ns1:ext>
            </ns1:extLst>
          </ns0:cNvPr>
          <ns0:cNvSpPr>
            <ns1:spLocks noGrp="1"/>
          </ns0:cNvSpPr>
          <ns0:nvPr>
            <ns0:ph type="body" idx="47" hasCustomPrompt="1"/>
          </ns0:nvPr>
        </ns0:nvSpPr>
        <ns0:spPr>
          <ns1:xfrm>
            <ns1:off x="5387223" y="7744589"/>
            <ns1:ext cx="3268662" cy="1131397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</ns1:t>
            </ns1:r>
          </ns1:p>
        </ns0:txBody>
      </ns0:sp>
      <ns0:sp>
        <ns0:nvSpPr>
          <ns0:cNvPr id="16" name="Рисунок 11">
            <ns1:extLst>
              <ns1:ext uri="{FF2B5EF4-FFF2-40B4-BE49-F238E27FC236}">
                <ns2:creationId id="{6EC76F3B-C000-B75C-8750-9DB0322CB55F}"/>
              </ns1:ext>
            </ns1:extLst>
          </ns0:cNvPr>
          <ns0:cNvSpPr>
            <ns1:spLocks noGrp="1"/>
          </ns0:cNvSpPr>
          <ns0:nvPr>
            <ns0:ph type="pic" idx="48" hasCustomPrompt="1"/>
          </ns0:nvPr>
        </ns0:nvSpPr>
        <ns0:spPr>
          <ns1:xfrm>
            <ns1:off x="9294262" y="2562225"/>
            <ns1:ext cx="3902033" cy="6543675"/>
          </ns1:xfrm>
          <ns1:prstGeom prst="roundRect">
            <ns1:avLst>
              <ns1:gd name="adj" fmla="val 9383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7" name="Рисунок 11">
            <ns1:extLst>
              <ns1:ext uri="{FF2B5EF4-FFF2-40B4-BE49-F238E27FC236}">
                <ns2:creationId id="{F547E68A-1D53-3DF9-153B-BAA8ADF08042}"/>
              </ns1:ext>
            </ns1:extLst>
          </ns0:cNvPr>
          <ns0:cNvSpPr>
            <ns1:spLocks noGrp="1"/>
          </ns0:cNvSpPr>
          <ns0:nvPr>
            <ns0:ph type="pic" idx="49" hasCustomPrompt="1"/>
          </ns0:nvPr>
        </ns0:nvSpPr>
        <ns0:spPr>
          <ns1:xfrm>
            <ns1:off x="9294262" y="5829300"/>
            <ns1:ext cx="3902033" cy="3280833"/>
          </ns1:xfrm>
          <ns1:prstGeom prst="roundRect">
            <ns1:avLst>
              <ns1:gd name="adj" fmla="val 9383"/>
            </ns1:avLst>
          </ns1:prstGeom>
          <ns1:solidFill>
            <ns1:schemeClr val="accent5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9" name="Текст 39">
            <ns1:extLst>
              <ns1:ext uri="{FF2B5EF4-FFF2-40B4-BE49-F238E27FC236}">
                <ns2:creationId id="{EF48D125-CDB4-A006-843C-AEAD3127A884}"/>
              </ns1:ext>
            </ns1:extLst>
          </ns0:cNvPr>
          <ns0:cNvSpPr>
            <ns1:spLocks noGrp="1"/>
          </ns0:cNvSpPr>
          <ns0:nvPr>
            <ns0:ph type="body" idx="50" hasCustomPrompt="1"/>
          </ns0:nvPr>
        </ns0:nvSpPr>
        <ns0:spPr>
          <ns1:xfrm>
            <ns1:off x="9603623" y="2876137"/>
            <ns1:ext cx="3268662" cy="902576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  <ns1:br/>
            <ns1:r>
              <ns1:t>максимум</ns1:t>
            </ns1:r>
            <ns1:br/>
            <ns1:r>
              <ns1:t>в 3 строки</ns1:t>
            </ns1:r>
          </ns1:p>
        </ns0:txBody>
      </ns0:sp>
      <ns0:sp>
        <ns0:nvSpPr>
          <ns0:cNvPr id="29" name="Текст 39">
            <ns1:extLst>
              <ns1:ext uri="{FF2B5EF4-FFF2-40B4-BE49-F238E27FC236}">
                <ns2:creationId id="{EC0EBE5B-953F-DFF7-E831-49189E95278B}"/>
              </ns1:ext>
            </ns1:extLst>
          </ns0:cNvPr>
          <ns0:cNvSpPr>
            <ns1:spLocks noGrp="1"/>
          </ns0:cNvSpPr>
          <ns0:nvPr>
            <ns0:ph type="body" idx="51" hasCustomPrompt="1"/>
          </ns0:nvPr>
        </ns0:nvSpPr>
        <ns0:spPr>
          <ns1:xfrm>
            <ns1:off x="9603623" y="3850509"/>
            <ns1:ext cx="3268662" cy="1264329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</ns1:t>
            </ns1:r>
          </ns1:p>
        </ns0:txBody>
      </ns0:sp>
      <ns0:sp>
        <ns0:nvSpPr>
          <ns0:cNvPr id="45" name="Текст 39">
            <ns1:extLst>
              <ns1:ext uri="{FF2B5EF4-FFF2-40B4-BE49-F238E27FC236}">
                <ns2:creationId id="{55CF7E68-3403-B5AD-4F09-8EA66BF2702F}"/>
              </ns1:ext>
            </ns1:extLst>
          </ns0:cNvPr>
          <ns0:cNvSpPr>
            <ns1:spLocks noGrp="1"/>
          </ns0:cNvSpPr>
          <ns0:nvPr>
            <ns0:ph type="body" idx="52" hasCustomPrompt="1"/>
          </ns0:nvPr>
        </ns0:nvSpPr>
        <ns0:spPr>
          <ns1:xfrm>
            <ns1:off x="9603623" y="6770217"/>
            <ns1:ext cx="3268662" cy="902576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rgbClr val="FF254A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  <ns1:br/>
            <ns1:r>
              <ns1:t>максимум</ns1:t>
            </ns1:r>
            <ns1:br/>
            <ns1:r>
              <ns1:t>в 3 строки</ns1:t>
            </ns1:r>
          </ns1:p>
        </ns0:txBody>
      </ns0:sp>
      <ns0:sp>
        <ns0:nvSpPr>
          <ns0:cNvPr id="46" name="Текст 39">
            <ns1:extLst>
              <ns1:ext uri="{FF2B5EF4-FFF2-40B4-BE49-F238E27FC236}">
                <ns2:creationId id="{C447B1D5-A54A-F709-E78C-D47A0045502D}"/>
              </ns1:ext>
            </ns1:extLst>
          </ns0:cNvPr>
          <ns0:cNvSpPr>
            <ns1:spLocks noGrp="1"/>
          </ns0:cNvSpPr>
          <ns0:nvPr>
            <ns0:ph type="body" idx="53" hasCustomPrompt="1"/>
          </ns0:nvPr>
        </ns0:nvSpPr>
        <ns0:spPr>
          <ns1:xfrm>
            <ns1:off x="9603623" y="7744589"/>
            <ns1:ext cx="3268662" cy="1131397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</ns1:t>
            </ns1:r>
          </ns1:p>
        </ns0:txBody>
      </ns0:sp>
      <ns0:sp>
        <ns0:nvSpPr>
          <ns0:cNvPr id="47" name="Рисунок 11">
            <ns1:extLst>
              <ns1:ext uri="{FF2B5EF4-FFF2-40B4-BE49-F238E27FC236}">
                <ns2:creationId id="{89C07108-EBE9-5585-BE45-88C3B180B6F0}"/>
              </ns1:ext>
            </ns1:extLst>
          </ns0:cNvPr>
          <ns0:cNvSpPr>
            <ns1:spLocks noGrp="1"/>
          </ns0:cNvSpPr>
          <ns0:nvPr>
            <ns0:ph type="pic" idx="54" hasCustomPrompt="1"/>
          </ns0:nvPr>
        </ns0:nvSpPr>
        <ns0:spPr>
          <ns1:xfrm>
            <ns1:off x="13425995" y="2562225"/>
            <ns1:ext cx="3902033" cy="6543675"/>
          </ns1:xfrm>
          <ns1:prstGeom prst="roundRect">
            <ns1:avLst>
              <ns1:gd name="adj" fmla="val 9383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48" name="Рисунок 11">
            <ns1:extLst>
              <ns1:ext uri="{FF2B5EF4-FFF2-40B4-BE49-F238E27FC236}">
                <ns2:creationId id="{AED3CDF3-6597-3F81-16D1-4D602D62E24D}"/>
              </ns1:ext>
            </ns1:extLst>
          </ns0:cNvPr>
          <ns0:cNvSpPr>
            <ns1:spLocks noGrp="1"/>
          </ns0:cNvSpPr>
          <ns0:nvPr>
            <ns0:ph type="pic" idx="55" hasCustomPrompt="1"/>
          </ns0:nvPr>
        </ns0:nvSpPr>
        <ns0:spPr>
          <ns1:xfrm>
            <ns1:off x="13425995" y="5829300"/>
            <ns1:ext cx="3902033" cy="3280833"/>
          </ns1:xfrm>
          <ns1:prstGeom prst="roundRect">
            <ns1:avLst>
              <ns1:gd name="adj" fmla="val 9383"/>
            </ns1:avLst>
          </ns1:prstGeom>
          <ns1:solidFill>
            <ns1:schemeClr val="accent5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50" name="Текст 39">
            <ns1:extLst>
              <ns1:ext uri="{FF2B5EF4-FFF2-40B4-BE49-F238E27FC236}">
                <ns2:creationId id="{259E1C2B-3AD8-20DA-5C05-959E3B8274DC}"/>
              </ns1:ext>
            </ns1:extLst>
          </ns0:cNvPr>
          <ns0:cNvSpPr>
            <ns1:spLocks noGrp="1"/>
          </ns0:cNvSpPr>
          <ns0:nvPr>
            <ns0:ph type="body" idx="56" hasCustomPrompt="1"/>
          </ns0:nvPr>
        </ns0:nvSpPr>
        <ns0:spPr>
          <ns1:xfrm>
            <ns1:off x="13735356" y="2876137"/>
            <ns1:ext cx="3268662" cy="902576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  <ns1:br/>
            <ns1:r>
              <ns1:t>максимум</ns1:t>
            </ns1:r>
            <ns1:br/>
            <ns1:r>
              <ns1:t>в 3 строки</ns1:t>
            </ns1:r>
          </ns1:p>
        </ns0:txBody>
      </ns0:sp>
      <ns0:sp>
        <ns0:nvSpPr>
          <ns0:cNvPr id="51" name="Текст 39">
            <ns1:extLst>
              <ns1:ext uri="{FF2B5EF4-FFF2-40B4-BE49-F238E27FC236}">
                <ns2:creationId id="{76B01F81-3113-89AA-AB9D-7371117B2CEF}"/>
              </ns1:ext>
            </ns1:extLst>
          </ns0:cNvPr>
          <ns0:cNvSpPr>
            <ns1:spLocks noGrp="1"/>
          </ns0:cNvSpPr>
          <ns0:nvPr>
            <ns0:ph type="body" idx="57" hasCustomPrompt="1"/>
          </ns0:nvPr>
        </ns0:nvSpPr>
        <ns0:spPr>
          <ns1:xfrm>
            <ns1:off x="13735356" y="3850509"/>
            <ns1:ext cx="3268662" cy="1264329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</ns1:t>
            </ns1:r>
          </ns1:p>
        </ns0:txBody>
      </ns0:sp>
      <ns0:sp>
        <ns0:nvSpPr>
          <ns0:cNvPr id="52" name="Текст 39">
            <ns1:extLst>
              <ns1:ext uri="{FF2B5EF4-FFF2-40B4-BE49-F238E27FC236}">
                <ns2:creationId id="{471B413E-BDD0-9642-7AEE-5A538AC05B8C}"/>
              </ns1:ext>
            </ns1:extLst>
          </ns0:cNvPr>
          <ns0:cNvSpPr>
            <ns1:spLocks noGrp="1"/>
          </ns0:cNvSpPr>
          <ns0:nvPr>
            <ns0:ph type="body" idx="58" hasCustomPrompt="1"/>
          </ns0:nvPr>
        </ns0:nvSpPr>
        <ns0:spPr>
          <ns1:xfrm>
            <ns1:off x="13735356" y="6770217"/>
            <ns1:ext cx="3268662" cy="902576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rgbClr val="FF254A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  <ns1:br/>
            <ns1:r>
              <ns1:t>максимум</ns1:t>
            </ns1:r>
            <ns1:br/>
            <ns1:r>
              <ns1:t>в 3 строки</ns1:t>
            </ns1:r>
          </ns1:p>
        </ns0:txBody>
      </ns0:sp>
      <ns0:sp>
        <ns0:nvSpPr>
          <ns0:cNvPr id="54" name="Текст 39">
            <ns1:extLst>
              <ns1:ext uri="{FF2B5EF4-FFF2-40B4-BE49-F238E27FC236}">
                <ns2:creationId id="{C9A1F012-62C3-1967-E079-16AA54D7D2C6}"/>
              </ns1:ext>
            </ns1:extLst>
          </ns0:cNvPr>
          <ns0:cNvSpPr>
            <ns1:spLocks noGrp="1"/>
          </ns0:cNvSpPr>
          <ns0:nvPr>
            <ns0:ph type="body" idx="59" hasCustomPrompt="1"/>
          </ns0:nvPr>
        </ns0:nvSpPr>
        <ns0:spPr>
          <ns1:xfrm>
            <ns1:off x="13735356" y="7744589"/>
            <ns1:ext cx="3268662" cy="1131397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</ns1:t>
            </ns1:r>
          </ns1:p>
        </ns0:txBody>
      </ns0:sp>
      <ns0:sp>
        <ns0:nvSpPr>
          <ns0:cNvPr id="3" name="Рисунок 16">
            <ns1:extLst>
              <ns1:ext uri="{FF2B5EF4-FFF2-40B4-BE49-F238E27FC236}">
                <ns2:creationId id="{A5E89B2F-8D8F-A5E3-7D04-434665BAD7B7}"/>
              </ns1:ext>
            </ns1:extLst>
          </ns0:cNvPr>
          <ns0:cNvSpPr>
            <ns1:spLocks noGrp="1"/>
          </ns0:cNvSpPr>
          <ns0:nvPr>
            <ns0:ph type="pic" idx="82" hasCustomPrompt="1"/>
          </ns0:nvPr>
        </ns0:nvSpPr>
        <ns0:spPr>
          <ns1:xfrm>
            <ns1:off x="1255490" y="6092014"/>
            <ns1:ext cx="620463" cy="606407"/>
          </ns1:xfrm>
          <ns1:prstGeom prst="rect">
            <ns1:avLst/>
          </ns1:prstGeom>
          <ns1:blipFill>
            <ns1:blip ns3:embed="R2b0de4219c0a4abd"/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5" name="Рисунок 16">
            <ns1:extLst>
              <ns1:ext uri="{FF2B5EF4-FFF2-40B4-BE49-F238E27FC236}">
                <ns2:creationId id="{6169AD12-0310-2BEC-695C-019F3805ED61}"/>
              </ns1:ext>
            </ns1:extLst>
          </ns0:cNvPr>
          <ns0:cNvSpPr>
            <ns1:spLocks noGrp="1"/>
          </ns0:cNvSpPr>
          <ns0:nvPr>
            <ns0:ph type="pic" idx="83" hasCustomPrompt="1"/>
          </ns0:nvPr>
        </ns0:nvSpPr>
        <ns0:spPr>
          <ns1:xfrm>
            <ns1:off x="5403572" y="6092014"/>
            <ns1:ext cx="620463" cy="606407"/>
          </ns1:xfrm>
          <ns1:prstGeom prst="rect">
            <ns1:avLst/>
          </ns1:prstGeom>
          <ns1:blipFill>
            <ns1:blip ns3:embed="R2b0de4219c0a4abd"/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22" name="Рисунок 16">
            <ns1:extLst>
              <ns1:ext uri="{FF2B5EF4-FFF2-40B4-BE49-F238E27FC236}">
                <ns2:creationId id="{E5CCBA3C-5DDF-06B9-9449-E6A98C7F1082}"/>
              </ns1:ext>
            </ns1:extLst>
          </ns0:cNvPr>
          <ns0:cNvSpPr>
            <ns1:spLocks noGrp="1"/>
          </ns0:cNvSpPr>
          <ns0:nvPr>
            <ns0:ph type="pic" idx="84" hasCustomPrompt="1"/>
          </ns0:nvPr>
        </ns0:nvSpPr>
        <ns0:spPr>
          <ns1:xfrm>
            <ns1:off x="9603783" y="6092014"/>
            <ns1:ext cx="620463" cy="606407"/>
          </ns1:xfrm>
          <ns1:prstGeom prst="rect">
            <ns1:avLst/>
          </ns1:prstGeom>
          <ns1:blipFill>
            <ns1:blip ns3:embed="R2b0de4219c0a4abd"/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23" name="Рисунок 16">
            <ns1:extLst>
              <ns1:ext uri="{FF2B5EF4-FFF2-40B4-BE49-F238E27FC236}">
                <ns2:creationId id="{3B94C2D1-98E2-BB71-81AA-DCD02B7EC66F}"/>
              </ns1:ext>
            </ns1:extLst>
          </ns0:cNvPr>
          <ns0:cNvSpPr>
            <ns1:spLocks noGrp="1"/>
          </ns0:cNvSpPr>
          <ns0:nvPr>
            <ns0:ph type="pic" idx="85" hasCustomPrompt="1"/>
          </ns0:nvPr>
        </ns0:nvSpPr>
        <ns0:spPr>
          <ns1:xfrm>
            <ns1:off x="13735356" y="6092014"/>
            <ns1:ext cx="620463" cy="606407"/>
          </ns1:xfrm>
          <ns1:prstGeom prst="rect">
            <ns1:avLst/>
          </ns1:prstGeom>
          <ns1:blipFill>
            <ns1:blip ns3:embed="R2b0de4219c0a4abd"/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8" name="Рисунок 3">
            <ns1:extLst>
              <ns1:ext uri="{FF2B5EF4-FFF2-40B4-BE49-F238E27FC236}">
                <ns2:creationId id="{FD758BD8-E9B3-A10A-A3D4-5B07296D97DC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24" name="Текст 16">
            <ns1:extLst>
              <ns1:ext uri="{FF2B5EF4-FFF2-40B4-BE49-F238E27FC236}">
                <ns2:creationId id="{FE19ACCF-520D-AC6E-B81F-EFCE97D79602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5b5385a1ff47413c">
              <ns1:extLst>
                <ns1:ext uri="{96DAC541-7B7A-43D3-8B79-37D633B846F1}">
                  <ns4:svgBlip ns3:embed="R706f4076955b46c1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25" name="Текст 16">
            <ns1:extLst>
              <ns1:ext uri="{FF2B5EF4-FFF2-40B4-BE49-F238E27FC236}">
                <ns2:creationId id="{67D05A0B-1F18-31FA-17C0-E24B51BCC246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7a8f15df8d4745f4">
              <ns1:extLst>
                <ns1:ext uri="{96DAC541-7B7A-43D3-8B79-37D633B846F1}">
                  <ns4:svgBlip ns3:embed="Rc884a72e1e7b42e6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54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3 диаграммы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6" name="Текст 39">
            <ns1:extLst>
              <ns1:ext uri="{FF2B5EF4-FFF2-40B4-BE49-F238E27FC236}">
                <ns2:creationId id="{2A8D7BDE-8D27-99EF-367C-17D0B4574BE8}"/>
              </ns1:ext>
            </ns1:extLst>
          </ns0:cNvPr>
          <ns0:cNvSpPr>
            <ns1:spLocks noGrp="1"/>
          </ns0:cNvSpPr>
          <ns0:nvPr>
            <ns0:ph type="body" idx="63" hasCustomPrompt="1"/>
          </ns0:nvPr>
        </ns0:nvSpPr>
        <ns0:spPr>
          <ns1:xfrm>
            <ns1:off x="952500" y="8094981"/>
            <ns1:ext cx="5103916" cy="300408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17" name="Текст 39">
            <ns1:extLst>
              <ns1:ext uri="{FF2B5EF4-FFF2-40B4-BE49-F238E27FC236}">
                <ns2:creationId id="{01A7116A-174B-2749-718A-1FBBE0393FD9}"/>
              </ns1:ext>
            </ns1:extLst>
          </ns0:cNvPr>
          <ns0:cNvSpPr>
            <ns1:spLocks noGrp="1"/>
          </ns0:cNvSpPr>
          <ns0:nvPr>
            <ns0:ph type="body" idx="64" hasCustomPrompt="1"/>
          </ns0:nvPr>
        </ns0:nvSpPr>
        <ns0:spPr>
          <ns1:xfrm>
            <ns1:off x="952500" y="8451453"/>
            <ns1:ext cx="5103916" cy="1011931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ns1:t>
            </ns1:r>
          </ns1:p>
        </ns0:txBody>
      </ns0:sp>
      <ns0:sp>
        <ns0:nvSpPr>
          <ns0:cNvPr id="18" name="Текст 39">
            <ns1:extLst>
              <ns1:ext uri="{FF2B5EF4-FFF2-40B4-BE49-F238E27FC236}">
                <ns2:creationId id="{E1C197A4-6237-671D-10A0-139D48DD546E}"/>
              </ns1:ext>
            </ns1:extLst>
          </ns0:cNvPr>
          <ns0:cNvSpPr>
            <ns1:spLocks noGrp="1"/>
          </ns0:cNvSpPr>
          <ns0:nvPr>
            <ns0:ph type="body" idx="72" hasCustomPrompt="1"/>
          </ns0:nvPr>
        </ns0:nvSpPr>
        <ns0:spPr>
          <ns1:xfrm>
            <ns1:off x="6536592" y="8094981"/>
            <ns1:ext cx="5103916" cy="300408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19" name="Текст 39">
            <ns1:extLst>
              <ns1:ext uri="{FF2B5EF4-FFF2-40B4-BE49-F238E27FC236}">
                <ns2:creationId id="{89EE3F70-1506-4B13-7A96-81FFFD8AE915}"/>
              </ns1:ext>
            </ns1:extLst>
          </ns0:cNvPr>
          <ns0:cNvSpPr>
            <ns1:spLocks noGrp="1"/>
          </ns0:cNvSpPr>
          <ns0:nvPr>
            <ns0:ph type="body" idx="73" hasCustomPrompt="1"/>
          </ns0:nvPr>
        </ns0:nvSpPr>
        <ns0:spPr>
          <ns1:xfrm>
            <ns1:off x="6536592" y="8451453"/>
            <ns1:ext cx="5103916" cy="1011931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ns1:t>
            </ns1:r>
          </ns1:p>
        </ns0:txBody>
      </ns0:sp>
      <ns0:sp>
        <ns0:nvSpPr>
          <ns0:cNvPr id="20" name="Текст 39">
            <ns1:extLst>
              <ns1:ext uri="{FF2B5EF4-FFF2-40B4-BE49-F238E27FC236}">
                <ns2:creationId id="{DCA2C106-AB65-619C-F641-51D31918A869}"/>
              </ns1:ext>
            </ns1:extLst>
          </ns0:cNvPr>
          <ns0:cNvSpPr>
            <ns1:spLocks noGrp="1"/>
          </ns0:cNvSpPr>
          <ns0:nvPr>
            <ns0:ph type="body" idx="74" hasCustomPrompt="1"/>
          </ns0:nvPr>
        </ns0:nvSpPr>
        <ns0:spPr>
          <ns1:xfrm>
            <ns1:off x="12106275" y="8094981"/>
            <ns1:ext cx="5103916" cy="300408"/>
          </ns1:xfrm>
        </ns0:spPr>
        <ns0:txBody>
          <ns1:bodyPr anchor="ctr">
            <ns1:noAutofit/>
          </ns1:bodyPr>
          <ns1:lstStyle>
            <ns1:lvl1pPr algn="l"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21" name="Текст 39">
            <ns1:extLst>
              <ns1:ext uri="{FF2B5EF4-FFF2-40B4-BE49-F238E27FC236}">
                <ns2:creationId id="{46256BA3-012D-02BA-8FA7-93085C3CCA88}"/>
              </ns1:ext>
            </ns1:extLst>
          </ns0:cNvPr>
          <ns0:cNvSpPr>
            <ns1:spLocks noGrp="1"/>
          </ns0:cNvSpPr>
          <ns0:nvPr>
            <ns0:ph type="body" idx="75" hasCustomPrompt="1"/>
          </ns0:nvPr>
        </ns0:nvSpPr>
        <ns0:spPr>
          <ns1:xfrm>
            <ns1:off x="12106275" y="8451453"/>
            <ns1:ext cx="5103916" cy="1011931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23" name="Диаграмма 22">
            <ns1:extLst>
              <ns1:ext uri="{FF2B5EF4-FFF2-40B4-BE49-F238E27FC236}">
                <ns2:creationId id="{8C11CD6C-195D-B0A2-774F-FC5F961CC85A}"/>
              </ns1:ext>
            </ns1:extLst>
          </ns0:cNvPr>
          <ns0:cNvSpPr>
            <ns1:spLocks noGrp="1"/>
          </ns0:cNvSpPr>
          <ns0:nvPr>
            <ns0:ph type="chart" idx="76" hasCustomPrompt="1"/>
          </ns0:nvPr>
        </ns0:nvSpPr>
        <ns0:spPr>
          <ns1:xfrm>
            <ns1:off x="952500" y="2381996"/>
            <ns1:ext cx="5226050" cy="5226050"/>
          </ns1:xfrm>
        </ns0:spPr>
        <ns0:txBody>
          <ns1:bodyPr anchor="ctr"/>
          <ns1:lstStyle>
            <ns1:lvl1pPr algn="ctr">
              <ns1:buNone/>
              <ns1:defRPr/>
            </ns1:lvl1pPr>
          </ns1:lstStyle>
          <ns1:p>
            <ns1:r>
              <ns1:t> </ns1:t>
            </ns1:r>
          </ns1:p>
        </ns0:txBody>
      </ns0:sp>
      <ns0:sp>
        <ns0:nvSpPr>
          <ns0:cNvPr id="24" name="Диаграмма 22">
            <ns1:extLst>
              <ns1:ext uri="{FF2B5EF4-FFF2-40B4-BE49-F238E27FC236}">
                <ns2:creationId id="{63FBCE6B-9878-14BF-3AA8-2568EE79A2CF}"/>
              </ns1:ext>
            </ns1:extLst>
          </ns0:cNvPr>
          <ns0:cNvSpPr>
            <ns1:spLocks noGrp="1"/>
          </ns0:cNvSpPr>
          <ns0:nvPr>
            <ns0:ph type="chart" idx="77" hasCustomPrompt="1"/>
          </ns0:nvPr>
        </ns0:nvSpPr>
        <ns0:spPr>
          <ns1:xfrm>
            <ns1:off x="6530975" y="2381996"/>
            <ns1:ext cx="5226050" cy="5226050"/>
          </ns1:xfrm>
        </ns0:spPr>
        <ns0:txBody>
          <ns1:bodyPr anchor="ctr"/>
          <ns1:lstStyle>
            <ns1:lvl1pPr algn="ctr">
              <ns1:buNone/>
              <ns1:defRPr/>
            </ns1:lvl1pPr>
          </ns1:lstStyle>
          <ns1:p>
            <ns1:r>
              <ns1:t> </ns1:t>
            </ns1:r>
          </ns1:p>
        </ns0:txBody>
      </ns0:sp>
      <ns0:sp>
        <ns0:nvSpPr>
          <ns0:cNvPr id="25" name="Диаграмма 22">
            <ns1:extLst>
              <ns1:ext uri="{FF2B5EF4-FFF2-40B4-BE49-F238E27FC236}">
                <ns2:creationId id="{AFF224BF-E50F-47D1-DA2D-F2E1ABCBC5EA}"/>
              </ns1:ext>
            </ns1:extLst>
          </ns0:cNvPr>
          <ns0:cNvSpPr>
            <ns1:spLocks noGrp="1"/>
          </ns0:cNvSpPr>
          <ns0:nvPr>
            <ns0:ph type="chart" idx="78" hasCustomPrompt="1"/>
          </ns0:nvPr>
        </ns0:nvSpPr>
        <ns0:spPr>
          <ns1:xfrm>
            <ns1:off x="12106275" y="2381996"/>
            <ns1:ext cx="5226050" cy="5226050"/>
          </ns1:xfrm>
        </ns0:spPr>
        <ns0:txBody>
          <ns1:bodyPr anchor="ctr"/>
          <ns1:lstStyle>
            <ns1:lvl1pPr algn="ctr">
              <ns1:buNone/>
              <ns1:defRPr/>
            </ns1:lvl1pPr>
          </ns1:lstStyle>
          <ns1:p>
            <ns1:r>
              <ns1:t> </ns1:t>
            </ns1:r>
          </ns1:p>
        </ns0:txBody>
      </ns0:sp>
      <ns0:sp>
        <ns0:nvSpPr>
          <ns0:cNvPr id="5" name="Рисунок 3">
            <ns1:extLst>
              <ns1:ext uri="{FF2B5EF4-FFF2-40B4-BE49-F238E27FC236}">
                <ns2:creationId id="{65DC0DD3-BEBD-7864-3381-5C85DAE65F77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6" name="Текст 16">
            <ns1:extLst>
              <ns1:ext uri="{FF2B5EF4-FFF2-40B4-BE49-F238E27FC236}">
                <ns2:creationId id="{9E9FB36F-50FD-1A95-B2C1-884A056ABA29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f6a8570743ec42b1">
              <ns1:extLst>
                <ns1:ext uri="{96DAC541-7B7A-43D3-8B79-37D633B846F1}">
                  <ns4:svgBlip ns3:embed="R0b29001901474a71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7" name="Текст 16">
            <ns1:extLst>
              <ns1:ext uri="{FF2B5EF4-FFF2-40B4-BE49-F238E27FC236}">
                <ns2:creationId id="{1C6E6110-D283-9C34-74ED-BC0762917C44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a80b81096f3e474c">
              <ns1:extLst>
                <ns1:ext uri="{96DAC541-7B7A-43D3-8B79-37D633B846F1}">
                  <ns4:svgBlip ns3:embed="R29ca5691ad4f459a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55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1 диаграмма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" name="Рисунок 11">
            <ns1:extLst>
              <ns1:ext uri="{FF2B5EF4-FFF2-40B4-BE49-F238E27FC236}">
                <ns2:creationId id="{07365A86-B668-BAB5-C3EA-95FF555F4743}"/>
              </ns1:ext>
            </ns1:extLst>
          </ns0:cNvPr>
          <ns0:cNvSpPr>
            <ns1:spLocks noGrp="1"/>
          </ns0:cNvSpPr>
          <ns0:nvPr>
            <ns0:ph type="pic" idx="77" hasCustomPrompt="1"/>
          </ns0:nvPr>
        </ns0:nvSpPr>
        <ns0:spPr>
          <ns1:xfrm>
            <ns1:off x="11255205" y="2476500"/>
            <ns1:ext cx="6080292" cy="6543675"/>
          </ns1:xfrm>
          <ns1:prstGeom prst="roundRect">
            <ns1:avLst>
              <ns1:gd name="adj" fmla="val 9383"/>
            </ns1:avLst>
          </ns1:prstGeom>
          <ns1:solidFill>
            <ns1:schemeClr val="bg1">
              <ns1:lumMod val="95000"/>
            </ns1:schemeClr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72" name="Диаграмма 22">
            <ns1:extLst>
              <ns1:ext uri="{FF2B5EF4-FFF2-40B4-BE49-F238E27FC236}">
                <ns2:creationId id="{41DBB872-D507-7D27-7720-2B7267A2B287}"/>
              </ns1:ext>
            </ns1:extLst>
          </ns0:cNvPr>
          <ns0:cNvSpPr>
            <ns1:spLocks noGrp="1"/>
          </ns0:cNvSpPr>
          <ns0:nvPr>
            <ns0:ph type="chart" idx="76" hasCustomPrompt="1"/>
          </ns0:nvPr>
        </ns0:nvSpPr>
        <ns0:spPr>
          <ns1:xfrm>
            <ns1:off x="2847973" y="3246386"/>
            <ns1:ext cx="5276851" cy="5276850"/>
          </ns1:xfrm>
        </ns0:spPr>
        <ns0:txBody>
          <ns1:bodyPr anchor="ctr"/>
          <ns1:lstStyle>
            <ns1:lvl1pPr algn="ctr">
              <ns1:buNone/>
              <ns1:defRPr/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127" name="Текст 39">
            <ns1:extLst>
              <ns1:ext uri="{FF2B5EF4-FFF2-40B4-BE49-F238E27FC236}">
                <ns2:creationId id="{A5A47C6B-E69D-1238-BF76-327A4A789087}"/>
              </ns1:ext>
            </ns1:extLst>
          </ns0:cNvPr>
          <ns0:cNvSpPr>
            <ns1:spLocks noGrp="1"/>
          </ns0:cNvSpPr>
          <ns0:nvPr>
            <ns0:ph type="body" idx="40" hasCustomPrompt="1"/>
          </ns0:nvPr>
        </ns0:nvSpPr>
        <ns0:spPr>
          <ns1:xfrm>
            <ns1:off x="942975" y="3361190"/>
            <ns1:ext cx="2118725" cy="766763"/>
          </ns1:xfrm>
        </ns0:spPr>
        <ns0:txBody>
          <ns1:bodyPr anchor="ctr">
            <ns1:noAutofit/>
          </ns1:bodyPr>
          <ns1:lstStyle>
            <ns1:lvl1pPr algn="ctr">
              <ns1:buNone/>
              <ns1:defRPr sz="14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первого</ns1:t>
            </ns1:r>
          </ns1:p>
          <ns1:p>
            <ns1:pPr lvl="0">
              <ns1:buNone/>
            </ns1:pPr>
            <ns1:r>
              <ns1:t>показателя в две</ns1:t>
            </ns1:r>
          </ns1:p>
          <ns1:p>
            <ns1:pPr lvl="0">
              <ns1:buNone/>
            </ns1:pPr>
            <ns1:r>
              <ns1:t>или три строки</ns1:t>
            </ns1:r>
          </ns1:p>
        </ns0:txBody>
      </ns0:sp>
      <ns0:sp>
        <ns0:nvSpPr>
          <ns0:cNvPr id="128" name="Текст 39">
            <ns1:extLst>
              <ns1:ext uri="{FF2B5EF4-FFF2-40B4-BE49-F238E27FC236}">
                <ns2:creationId id="{7521124C-2AEF-20B9-1522-FBC4282F967E}"/>
              </ns1:ext>
            </ns1:extLst>
          </ns0:cNvPr>
          <ns0:cNvSpPr>
            <ns1:spLocks noGrp="1"/>
          </ns0:cNvSpPr>
          <ns0:nvPr>
            <ns0:ph type="body" idx="41" hasCustomPrompt="1"/>
          </ns0:nvPr>
        </ns0:nvSpPr>
        <ns0:spPr>
          <ns1:xfrm>
            <ns1:off x="942976" y="2768259"/>
            <ns1:ext cx="2118724" cy="541678"/>
          </ns1:xfrm>
        </ns0:spPr>
        <ns0:txBody>
          <ns1:bodyPr anchor="ctr">
            <ns1:noAutofit/>
          </ns1:bodyPr>
          <ns1:lstStyle>
            <ns1:lvl1pPr algn="ctr">
              <ns1:buNone/>
              <ns1:defRPr sz="4400" b="0" i="0">
                <ns1:solidFill>
                  <ns1:srgbClr val="FF0000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129" name="Текст 39">
            <ns1:extLst>
              <ns1:ext uri="{FF2B5EF4-FFF2-40B4-BE49-F238E27FC236}">
                <ns2:creationId id="{3F6E8EB4-17F7-5315-0ED2-512706F527C6}"/>
              </ns1:ext>
            </ns1:extLst>
          </ns0:cNvPr>
          <ns0:cNvSpPr>
            <ns1:spLocks noGrp="1"/>
          </ns0:cNvSpPr>
          <ns0:nvPr>
            <ns0:ph type="body" idx="42" hasCustomPrompt="1"/>
          </ns0:nvPr>
        </ns0:nvSpPr>
        <ns0:spPr>
          <ns1:xfrm>
            <ns1:off x="7912185" y="3361190"/>
            <ns1:ext cx="2118725" cy="766763"/>
          </ns1:xfrm>
        </ns0:spPr>
        <ns0:txBody>
          <ns1:bodyPr anchor="ctr">
            <ns1:noAutofit/>
          </ns1:bodyPr>
          <ns1:lstStyle>
            <ns1:lvl1pPr algn="ctr">
              <ns1:buNone/>
              <ns1:defRPr sz="14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первого</ns1:t>
            </ns1:r>
          </ns1:p>
          <ns1:p>
            <ns1:pPr lvl="0">
              <ns1:buNone/>
            </ns1:pPr>
            <ns1:r>
              <ns1:t>показателя в две</ns1:t>
            </ns1:r>
          </ns1:p>
          <ns1:p>
            <ns1:pPr lvl="0">
              <ns1:buNone/>
            </ns1:pPr>
            <ns1:r>
              <ns1:t>или три строки</ns1:t>
            </ns1:r>
          </ns1:p>
        </ns0:txBody>
      </ns0:sp>
      <ns0:sp>
        <ns0:nvSpPr>
          <ns0:cNvPr id="130" name="Текст 39">
            <ns1:extLst>
              <ns1:ext uri="{FF2B5EF4-FFF2-40B4-BE49-F238E27FC236}">
                <ns2:creationId id="{12CDE458-FE06-68C1-202F-234B4EB966DF}"/>
              </ns1:ext>
            </ns1:extLst>
          </ns0:cNvPr>
          <ns0:cNvSpPr>
            <ns1:spLocks noGrp="1"/>
          </ns0:cNvSpPr>
          <ns0:nvPr>
            <ns0:ph type="body" idx="43" hasCustomPrompt="1"/>
          </ns0:nvPr>
        </ns0:nvSpPr>
        <ns0:spPr>
          <ns1:xfrm>
            <ns1:off x="7912186" y="2768259"/>
            <ns1:ext cx="2118724" cy="541678"/>
          </ns1:xfrm>
        </ns0:spPr>
        <ns0:txBody>
          <ns1:bodyPr anchor="ctr">
            <ns1:noAutofit/>
          </ns1:bodyPr>
          <ns1:lstStyle>
            <ns1:lvl1pPr algn="ctr">
              <ns1:buNone/>
              <ns1:defRPr sz="4400" b="0" i="0">
                <ns1:solidFill>
                  <ns1:srgbClr val="FF0000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131" name="Текст 39">
            <ns1:extLst>
              <ns1:ext uri="{FF2B5EF4-FFF2-40B4-BE49-F238E27FC236}">
                <ns2:creationId id="{FAA41082-4BB5-D4A1-74FF-1E8B77119CAA}"/>
              </ns1:ext>
            </ns1:extLst>
          </ns0:cNvPr>
          <ns0:cNvSpPr>
            <ns1:spLocks noGrp="1"/>
          </ns0:cNvSpPr>
          <ns0:nvPr>
            <ns0:ph type="body" idx="44" hasCustomPrompt="1"/>
          </ns0:nvPr>
        </ns0:nvSpPr>
        <ns0:spPr>
          <ns1:xfrm>
            <ns1:off x="942975" y="8303893"/>
            <ns1:ext cx="2118725" cy="766763"/>
          </ns1:xfrm>
        </ns0:spPr>
        <ns0:txBody>
          <ns1:bodyPr anchor="ctr">
            <ns1:noAutofit/>
          </ns1:bodyPr>
          <ns1:lstStyle>
            <ns1:lvl1pPr algn="ctr">
              <ns1:buNone/>
              <ns1:defRPr sz="14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первого</ns1:t>
            </ns1:r>
          </ns1:p>
          <ns1:p>
            <ns1:pPr lvl="0">
              <ns1:buNone/>
            </ns1:pPr>
            <ns1:r>
              <ns1:t>показателя в две</ns1:t>
            </ns1:r>
          </ns1:p>
          <ns1:p>
            <ns1:pPr lvl="0">
              <ns1:buNone/>
            </ns1:pPr>
            <ns1:r>
              <ns1:t>или три строки</ns1:t>
            </ns1:r>
          </ns1:p>
        </ns0:txBody>
      </ns0:sp>
      <ns0:sp>
        <ns0:nvSpPr>
          <ns0:cNvPr id="132" name="Текст 39">
            <ns1:extLst>
              <ns1:ext uri="{FF2B5EF4-FFF2-40B4-BE49-F238E27FC236}">
                <ns2:creationId id="{22269FBA-A883-A656-95ED-8028D516ABB2}"/>
              </ns1:ext>
            </ns1:extLst>
          </ns0:cNvPr>
          <ns0:cNvSpPr>
            <ns1:spLocks noGrp="1"/>
          </ns0:cNvSpPr>
          <ns0:nvPr>
            <ns0:ph type="body" idx="45" hasCustomPrompt="1"/>
          </ns0:nvPr>
        </ns0:nvSpPr>
        <ns0:spPr>
          <ns1:xfrm>
            <ns1:off x="942976" y="7710962"/>
            <ns1:ext cx="2118724" cy="541678"/>
          </ns1:xfrm>
        </ns0:spPr>
        <ns0:txBody>
          <ns1:bodyPr anchor="ctr">
            <ns1:noAutofit/>
          </ns1:bodyPr>
          <ns1:lstStyle>
            <ns1:lvl1pPr algn="ctr">
              <ns1:buNone/>
              <ns1:defRPr sz="4400" b="0" i="0">
                <ns1:solidFill>
                  <ns1:srgbClr val="FF0000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133" name="Текст 39">
            <ns1:extLst>
              <ns1:ext uri="{FF2B5EF4-FFF2-40B4-BE49-F238E27FC236}">
                <ns2:creationId id="{64894D22-4584-B077-18AF-AE157DBD5D79}"/>
              </ns1:ext>
            </ns1:extLst>
          </ns0:cNvPr>
          <ns0:cNvSpPr>
            <ns1:spLocks noGrp="1"/>
          </ns0:cNvSpPr>
          <ns0:nvPr>
            <ns0:ph type="body" idx="46" hasCustomPrompt="1"/>
          </ns0:nvPr>
        </ns0:nvSpPr>
        <ns0:spPr>
          <ns1:xfrm>
            <ns1:off x="7912185" y="8303893"/>
            <ns1:ext cx="2118725" cy="766763"/>
          </ns1:xfrm>
        </ns0:spPr>
        <ns0:txBody>
          <ns1:bodyPr anchor="ctr">
            <ns1:noAutofit/>
          </ns1:bodyPr>
          <ns1:lstStyle>
            <ns1:lvl1pPr algn="ctr">
              <ns1:buNone/>
              <ns1:defRPr sz="14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первого</ns1:t>
            </ns1:r>
          </ns1:p>
          <ns1:p>
            <ns1:pPr lvl="0">
              <ns1:buNone/>
            </ns1:pPr>
            <ns1:r>
              <ns1:t>показателя в две</ns1:t>
            </ns1:r>
          </ns1:p>
          <ns1:p>
            <ns1:pPr lvl="0">
              <ns1:buNone/>
            </ns1:pPr>
            <ns1:r>
              <ns1:t>или три строки</ns1:t>
            </ns1:r>
          </ns1:p>
        </ns0:txBody>
      </ns0:sp>
      <ns0:sp>
        <ns0:nvSpPr>
          <ns0:cNvPr id="134" name="Текст 39">
            <ns1:extLst>
              <ns1:ext uri="{FF2B5EF4-FFF2-40B4-BE49-F238E27FC236}">
                <ns2:creationId id="{CC75A5FE-D16E-FE65-B4D8-4E842BAB2249}"/>
              </ns1:ext>
            </ns1:extLst>
          </ns0:cNvPr>
          <ns0:cNvSpPr>
            <ns1:spLocks noGrp="1"/>
          </ns0:cNvSpPr>
          <ns0:nvPr>
            <ns0:ph type="body" idx="47" hasCustomPrompt="1"/>
          </ns0:nvPr>
        </ns0:nvSpPr>
        <ns0:spPr>
          <ns1:xfrm>
            <ns1:off x="7912186" y="7710962"/>
            <ns1:ext cx="2118724" cy="541678"/>
          </ns1:xfrm>
        </ns0:spPr>
        <ns0:txBody>
          <ns1:bodyPr anchor="ctr">
            <ns1:noAutofit/>
          </ns1:bodyPr>
          <ns1:lstStyle>
            <ns1:lvl1pPr algn="ctr">
              <ns1:buNone/>
              <ns1:defRPr sz="4400" b="0" i="0">
                <ns1:solidFill>
                  <ns1:srgbClr val="FF0000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153" name="Текст 39">
            <ns1:extLst>
              <ns1:ext uri="{FF2B5EF4-FFF2-40B4-BE49-F238E27FC236}">
                <ns2:creationId id="{E03A95FF-6F7D-DA1F-CF59-FE3041DDDDA6}"/>
              </ns1:ext>
            </ns1:extLst>
          </ns0:cNvPr>
          <ns0:cNvSpPr>
            <ns1:spLocks noGrp="1"/>
          </ns0:cNvSpPr>
          <ns0:nvPr>
            <ns0:ph type="body" idx="24" hasCustomPrompt="1"/>
          </ns0:nvPr>
        </ns0:nvSpPr>
        <ns0:spPr>
          <ns1:xfrm>
            <ns1:off x="11689492" y="4666737"/>
            <ns1:ext cx="5137062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155" name="Текст 39">
            <ns1:extLst>
              <ns1:ext uri="{FF2B5EF4-FFF2-40B4-BE49-F238E27FC236}">
                <ns2:creationId id="{7FB79F36-41E1-A188-D2BF-286F18930B98}"/>
              </ns1:ext>
            </ns1:extLst>
          </ns0:cNvPr>
          <ns0:cNvSpPr>
            <ns1:spLocks noGrp="1"/>
          </ns0:cNvSpPr>
          <ns0:nvPr>
            <ns0:ph type="body" idx="26" hasCustomPrompt="1"/>
          </ns0:nvPr>
        </ns0:nvSpPr>
        <ns0:spPr>
          <ns1:xfrm>
            <ns1:off x="11689492" y="2871923"/>
            <ns1:ext cx="5137062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156" name="Текст 39">
            <ns1:extLst>
              <ns1:ext uri="{FF2B5EF4-FFF2-40B4-BE49-F238E27FC236}">
                <ns2:creationId id="{37656241-9F1D-374E-86F1-D241D46D17C4}"/>
              </ns1:ext>
            </ns1:extLst>
          </ns0:cNvPr>
          <ns0:cNvSpPr>
            <ns1:spLocks noGrp="1"/>
          </ns0:cNvSpPr>
          <ns0:nvPr>
            <ns0:ph type="body" idx="27" hasCustomPrompt="1"/>
          </ns0:nvPr>
        </ns0:nvSpPr>
        <ns0:spPr>
          <ns1:xfrm>
            <ns1:off x="11999439" y="3368509"/>
            <ns1:ext cx="2019301" cy="986476"/>
          </ns1:xfrm>
        </ns0:spPr>
        <ns0:txBody>
          <ns1:bodyPr>
            <ns1:noAutofit/>
          </ns1:bodyPr>
          <ns1:lstStyle>
            <ns1:lvl1pPr>
              <ns1:buNone/>
              <ns1:defRPr sz="12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157" name="Текст 39">
            <ns1:extLst>
              <ns1:ext uri="{FF2B5EF4-FFF2-40B4-BE49-F238E27FC236}">
                <ns2:creationId id="{07F0A62C-F512-4A9D-26DA-454F99681574}"/>
              </ns1:ext>
            </ns1:extLst>
          </ns0:cNvPr>
          <ns0:cNvSpPr>
            <ns1:spLocks noGrp="1"/>
          </ns0:cNvSpPr>
          <ns0:nvPr>
            <ns0:ph type="body" idx="28" hasCustomPrompt="1"/>
          </ns0:nvPr>
        </ns0:nvSpPr>
        <ns0:spPr>
          <ns1:xfrm>
            <ns1:off x="14433720" y="3368509"/>
            <ns1:ext cx="2019301" cy="986476"/>
          </ns1:xfrm>
        </ns0:spPr>
        <ns0:txBody>
          <ns1:bodyPr>
            <ns1:noAutofit/>
          </ns1:bodyPr>
          <ns1:lstStyle>
            <ns1:lvl1pPr>
              <ns1:buNone/>
              <ns1:defRPr sz="12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pic>
        <ns0:nvPicPr>
          <ns0:cNvPr id="192" name="Frame 2131330160"/>
          <ns0:cNvPicPr>
            <ns1:picLocks noChangeAspect="1"/>
          </ns0:cNvPicPr>
          <ns0:nvPr/>
        </ns0:nvPicPr>
        <ns0:blipFill>
          <ns1:blip ns3:embed="Rbe5b5fa14b8a4ed6"/>
          <ns1:srcRect l="0" t="0" r="0" b="0"/>
          <ns1:stretch/>
        </ns0:blipFill>
        <ns0:spPr>
          <ns1:xfrm>
            <ns1:off x="11689492" y="5238750"/>
            <ns1:ext cx="419100" cy="419100"/>
          </ns1:xfrm>
          <ns1:prstGeom prst="rect">
            <ns1:avLst/>
          </ns1:prstGeom>
        </ns0:spPr>
      </ns0:pic>
      <ns0:sp>
        <ns0:nvSpPr>
          <ns0:cNvPr id="160" name="Текст 41">
            <ns1:extLst>
              <ns1:ext uri="{FF2B5EF4-FFF2-40B4-BE49-F238E27FC236}">
                <ns2:creationId id="{A1332958-170C-CC01-4E4F-6976BD85B642}"/>
              </ns1:ext>
            </ns1:extLst>
          </ns0:cNvPr>
          <ns0:cNvSpPr>
            <ns1:spLocks noGrp="1"/>
          </ns0:cNvSpPr>
          <ns0:nvPr>
            <ns0:ph type="body" idx="12" hasCustomPrompt="1"/>
          </ns0:nvPr>
        </ns0:nvSpPr>
        <ns0:spPr>
          <ns1:xfrm>
            <ns1:off x="11689492" y="5238750"/>
            <ns1:ext cx="419100" cy="419100"/>
          </ns1:xfrm>
        </ns0:spPr>
        <ns0:txBody>
          <ns1:bodyPr anchor="ctr">
            <ns1:noAutofit/>
          </ns1:bodyPr>
          <ns1:lstStyle>
            <ns1:lvl1pPr algn="ctr">
              <ns1:buNone/>
              <ns1:defRPr sz="1600" b="0" i="0" spc="-15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01</ns1:t>
            </ns1:r>
          </ns1:p>
        </ns0:txBody>
      </ns0:sp>
      <ns0:sp>
        <ns0:nvSpPr>
          <ns0:cNvPr id="162" name="Текст 39">
            <ns1:extLst>
              <ns1:ext uri="{FF2B5EF4-FFF2-40B4-BE49-F238E27FC236}">
                <ns2:creationId id="{4F2731CB-C127-B6FB-2F28-C6A8335450E9}"/>
              </ns1:ext>
            </ns1:extLst>
          </ns0:cNvPr>
          <ns0:cNvSpPr>
            <ns1:spLocks noGrp="1"/>
          </ns0:cNvSpPr>
          <ns0:nvPr>
            <ns0:ph type="body" idx="48" hasCustomPrompt="1"/>
          </ns0:nvPr>
        </ns0:nvSpPr>
        <ns0:spPr>
          <ns1:xfrm>
            <ns1:off x="11689492" y="5815146"/>
            <ns1:ext cx="2520778" cy="978145"/>
          </ns1:xfrm>
        </ns0:spPr>
        <ns0:txBody>
          <ns1:bodyPr>
            <ns1:noAutofit/>
          </ns1:bodyPr>
          <ns1:lstStyle>
            <ns1:lvl1pPr>
              <ns1:buNone/>
              <ns1:defRPr sz="12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pic>
        <ns0:nvPicPr>
          <ns0:cNvPr id="195" name="Frame 2131330160"/>
          <ns0:cNvPicPr>
            <ns1:picLocks noChangeAspect="1"/>
          </ns0:cNvPicPr>
          <ns0:nvPr/>
        </ns0:nvPicPr>
        <ns0:blipFill>
          <ns1:blip ns3:embed="Rbe5b5fa14b8a4ed6"/>
          <ns1:srcRect l="0" t="0" r="0" b="0"/>
          <ns1:stretch/>
        </ns0:blipFill>
        <ns0:spPr>
          <ns1:xfrm>
            <ns1:off x="14432692" y="5238750"/>
            <ns1:ext cx="419100" cy="419100"/>
          </ns1:xfrm>
          <ns1:prstGeom prst="rect">
            <ns1:avLst/>
          </ns1:prstGeom>
        </ns0:spPr>
      </ns0:pic>
      <ns0:sp>
        <ns0:nvSpPr>
          <ns0:cNvPr id="164" name="Текст 41">
            <ns1:extLst>
              <ns1:ext uri="{FF2B5EF4-FFF2-40B4-BE49-F238E27FC236}">
                <ns2:creationId id="{B90FEF15-82B7-D2E8-81A9-3625AA06EA28}"/>
              </ns1:ext>
            </ns1:extLst>
          </ns0:cNvPr>
          <ns0:cNvSpPr>
            <ns1:spLocks noGrp="1"/>
          </ns0:cNvSpPr>
          <ns0:nvPr>
            <ns0:ph type="body" idx="49" hasCustomPrompt="1"/>
          </ns0:nvPr>
        </ns0:nvSpPr>
        <ns0:spPr>
          <ns1:xfrm>
            <ns1:off x="14432692" y="5238750"/>
            <ns1:ext cx="419100" cy="419100"/>
          </ns1:xfrm>
        </ns0:spPr>
        <ns0:txBody>
          <ns1:bodyPr anchor="ctr">
            <ns1:noAutofit/>
          </ns1:bodyPr>
          <ns1:lstStyle>
            <ns1:lvl1pPr algn="ctr">
              <ns1:buNone/>
              <ns1:defRPr sz="1600" b="0" i="0" spc="-15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02</ns1:t>
            </ns1:r>
          </ns1:p>
        </ns0:txBody>
      </ns0:sp>
      <ns0:sp>
        <ns0:nvSpPr>
          <ns0:cNvPr id="165" name="Текст 39">
            <ns1:extLst>
              <ns1:ext uri="{FF2B5EF4-FFF2-40B4-BE49-F238E27FC236}">
                <ns2:creationId id="{32CB13ED-2A3E-CEDE-3D14-26EE67260515}"/>
              </ns1:ext>
            </ns1:extLst>
          </ns0:cNvPr>
          <ns0:cNvSpPr>
            <ns1:spLocks noGrp="1"/>
          </ns0:cNvSpPr>
          <ns0:nvPr>
            <ns0:ph type="body" idx="50" hasCustomPrompt="1"/>
          </ns0:nvPr>
        </ns0:nvSpPr>
        <ns0:spPr>
          <ns1:xfrm>
            <ns1:off x="14432692" y="5815146"/>
            <ns1:ext cx="2520778" cy="978145"/>
          </ns1:xfrm>
        </ns0:spPr>
        <ns0:txBody>
          <ns1:bodyPr>
            <ns1:noAutofit/>
          </ns1:bodyPr>
          <ns1:lstStyle>
            <ns1:lvl1pPr>
              <ns1:buNone/>
              <ns1:defRPr sz="12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pic>
        <ns0:nvPicPr>
          <ns0:cNvPr id="198" name="Frame 2131330160"/>
          <ns0:cNvPicPr>
            <ns1:picLocks noChangeAspect="1"/>
          </ns0:cNvPicPr>
          <ns0:nvPr/>
        </ns0:nvPicPr>
        <ns0:blipFill>
          <ns1:blip ns3:embed="Rbe5b5fa14b8a4ed6"/>
          <ns1:srcRect l="0" t="0" r="0" b="0"/>
          <ns1:stretch/>
        </ns0:blipFill>
        <ns0:spPr>
          <ns1:xfrm>
            <ns1:off x="11689492" y="6968696"/>
            <ns1:ext cx="419100" cy="419100"/>
          </ns1:xfrm>
          <ns1:prstGeom prst="rect">
            <ns1:avLst/>
          </ns1:prstGeom>
        </ns0:spPr>
      </ns0:pic>
      <ns0:sp>
        <ns0:nvSpPr>
          <ns0:cNvPr id="167" name="Текст 41">
            <ns1:extLst>
              <ns1:ext uri="{FF2B5EF4-FFF2-40B4-BE49-F238E27FC236}">
                <ns2:creationId id="{E16F8228-1AB8-B55E-AC7B-BA1799CE9E8C}"/>
              </ns1:ext>
            </ns1:extLst>
          </ns0:cNvPr>
          <ns0:cNvSpPr>
            <ns1:spLocks noGrp="1"/>
          </ns0:cNvSpPr>
          <ns0:nvPr>
            <ns0:ph type="body" idx="51" hasCustomPrompt="1"/>
          </ns0:nvPr>
        </ns0:nvSpPr>
        <ns0:spPr>
          <ns1:xfrm>
            <ns1:off x="11689492" y="6968696"/>
            <ns1:ext cx="419100" cy="419100"/>
          </ns1:xfrm>
        </ns0:spPr>
        <ns0:txBody>
          <ns1:bodyPr anchor="ctr">
            <ns1:noAutofit/>
          </ns1:bodyPr>
          <ns1:lstStyle>
            <ns1:lvl1pPr algn="ctr">
              <ns1:buNone/>
              <ns1:defRPr sz="1600" b="0" i="0" spc="-15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03</ns1:t>
            </ns1:r>
          </ns1:p>
        </ns0:txBody>
      </ns0:sp>
      <ns0:sp>
        <ns0:nvSpPr>
          <ns0:cNvPr id="168" name="Текст 39">
            <ns1:extLst>
              <ns1:ext uri="{FF2B5EF4-FFF2-40B4-BE49-F238E27FC236}">
                <ns2:creationId id="{DE29769E-2835-18A6-5CF3-CA771C600FE9}"/>
              </ns1:ext>
            </ns1:extLst>
          </ns0:cNvPr>
          <ns0:cNvSpPr>
            <ns1:spLocks noGrp="1"/>
          </ns0:cNvSpPr>
          <ns0:nvPr>
            <ns0:ph type="body" idx="52" hasCustomPrompt="1"/>
          </ns0:nvPr>
        </ns0:nvSpPr>
        <ns0:spPr>
          <ns1:xfrm>
            <ns1:off x="11689492" y="7545092"/>
            <ns1:ext cx="2520778" cy="978145"/>
          </ns1:xfrm>
        </ns0:spPr>
        <ns0:txBody>
          <ns1:bodyPr>
            <ns1:noAutofit/>
          </ns1:bodyPr>
          <ns1:lstStyle>
            <ns1:lvl1pPr>
              <ns1:buNone/>
              <ns1:defRPr sz="12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pic>
        <ns0:nvPicPr>
          <ns0:cNvPr id="201" name="Frame 2131330160"/>
          <ns0:cNvPicPr>
            <ns1:picLocks noChangeAspect="1"/>
          </ns0:cNvPicPr>
          <ns0:nvPr/>
        </ns0:nvPicPr>
        <ns0:blipFill>
          <ns1:blip ns3:embed="Rbe5b5fa14b8a4ed6"/>
          <ns1:srcRect l="0" t="0" r="0" b="0"/>
          <ns1:stretch/>
        </ns0:blipFill>
        <ns0:spPr>
          <ns1:xfrm>
            <ns1:off x="14432692" y="6968696"/>
            <ns1:ext cx="419100" cy="419100"/>
          </ns1:xfrm>
          <ns1:prstGeom prst="rect">
            <ns1:avLst/>
          </ns1:prstGeom>
        </ns0:spPr>
      </ns0:pic>
      <ns0:sp>
        <ns0:nvSpPr>
          <ns0:cNvPr id="170" name="Текст 41">
            <ns1:extLst>
              <ns1:ext uri="{FF2B5EF4-FFF2-40B4-BE49-F238E27FC236}">
                <ns2:creationId id="{CC8A1C5E-CD52-04B2-5F9A-EA9EA222F5DC}"/>
              </ns1:ext>
            </ns1:extLst>
          </ns0:cNvPr>
          <ns0:cNvSpPr>
            <ns1:spLocks noGrp="1"/>
          </ns0:cNvSpPr>
          <ns0:nvPr>
            <ns0:ph type="body" idx="53" hasCustomPrompt="1"/>
          </ns0:nvPr>
        </ns0:nvSpPr>
        <ns0:spPr>
          <ns1:xfrm>
            <ns1:off x="14432692" y="6968696"/>
            <ns1:ext cx="419100" cy="419100"/>
          </ns1:xfrm>
        </ns0:spPr>
        <ns0:txBody>
          <ns1:bodyPr anchor="ctr">
            <ns1:noAutofit/>
          </ns1:bodyPr>
          <ns1:lstStyle>
            <ns1:lvl1pPr algn="ctr">
              <ns1:buNone/>
              <ns1:defRPr sz="1600" b="0" i="0" spc="-15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04</ns1:t>
            </ns1:r>
          </ns1:p>
        </ns0:txBody>
      </ns0:sp>
      <ns0:sp>
        <ns0:nvSpPr>
          <ns0:cNvPr id="171" name="Текст 39">
            <ns1:extLst>
              <ns1:ext uri="{FF2B5EF4-FFF2-40B4-BE49-F238E27FC236}">
                <ns2:creationId id="{342FA4F9-D0DD-6C31-9367-9169D26B0F4D}"/>
              </ns1:ext>
            </ns1:extLst>
          </ns0:cNvPr>
          <ns0:cNvSpPr>
            <ns1:spLocks noGrp="1"/>
          </ns0:cNvSpPr>
          <ns0:nvPr>
            <ns0:ph type="body" idx="54" hasCustomPrompt="1"/>
          </ns0:nvPr>
        </ns0:nvSpPr>
        <ns0:spPr>
          <ns1:xfrm>
            <ns1:off x="14432692" y="7545092"/>
            <ns1:ext cx="2520778" cy="978145"/>
          </ns1:xfrm>
        </ns0:spPr>
        <ns0:txBody>
          <ns1:bodyPr>
            <ns1:noAutofit/>
          </ns1:bodyPr>
          <ns1:lstStyle>
            <ns1:lvl1pPr>
              <ns1:buNone/>
              <ns1:defRPr sz="12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4" name="Рисунок 16">
            <ns1:extLst>
              <ns1:ext uri="{FF2B5EF4-FFF2-40B4-BE49-F238E27FC236}">
                <ns2:creationId id="{431613E3-A76C-7A3E-79A1-2CC8A53E634B}"/>
              </ns1:ext>
            </ns1:extLst>
          </ns0:cNvPr>
          <ns0:cNvSpPr>
            <ns1:spLocks noGrp="1"/>
          </ns0:cNvSpPr>
          <ns0:nvPr>
            <ns0:ph type="pic" idx="82" hasCustomPrompt="1"/>
          </ns0:nvPr>
        </ns0:nvSpPr>
        <ns0:spPr>
          <ns1:xfrm>
            <ns1:off x="11689492" y="3368509"/>
            <ns1:ext cx="245105" cy="239552"/>
          </ns1:xfrm>
          <ns1:prstGeom prst="rect">
            <ns1:avLst/>
          </ns1:prstGeom>
          <ns1:blipFill>
            <ns1:blip ns3:embed="R2ba0c488baf74991">
              <ns1:extLst>
                <ns1:ext uri="{96DAC541-7B7A-43D3-8B79-37D633B846F1}">
                  <ns4:svgBlip ns3:embed="R10da6d480a1c454b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7" name="Рисунок 16">
            <ns1:extLst>
              <ns1:ext uri="{FF2B5EF4-FFF2-40B4-BE49-F238E27FC236}">
                <ns2:creationId id="{149590A7-FFA3-344C-0F0D-27ED65EA43CB}"/>
              </ns1:ext>
            </ns1:extLst>
          </ns0:cNvPr>
          <ns0:cNvSpPr>
            <ns1:spLocks noGrp="1"/>
          </ns0:cNvSpPr>
          <ns0:nvPr>
            <ns0:ph type="pic" idx="83" hasCustomPrompt="1"/>
          </ns0:nvPr>
        </ns0:nvSpPr>
        <ns0:spPr>
          <ns1:xfrm>
            <ns1:off x="14140460" y="3368509"/>
            <ns1:ext cx="245105" cy="239552"/>
          </ns1:xfrm>
          <ns1:prstGeom prst="rect">
            <ns1:avLst/>
          </ns1:prstGeom>
          <ns1:blipFill>
            <ns1:blip ns3:embed="R2ba0c488baf74991">
              <ns1:extLst>
                <ns1:ext uri="{96DAC541-7B7A-43D3-8B79-37D633B846F1}">
                  <ns4:svgBlip ns3:embed="R10da6d480a1c454b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8" name="Рисунок 3">
            <ns1:extLst>
              <ns1:ext uri="{FF2B5EF4-FFF2-40B4-BE49-F238E27FC236}">
                <ns2:creationId id="{990F34E3-8731-C9DB-16F2-8EE586852528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9" name="Текст 16">
            <ns1:extLst>
              <ns1:ext uri="{FF2B5EF4-FFF2-40B4-BE49-F238E27FC236}">
                <ns2:creationId id="{9E3FCA17-D7AB-FF82-09DB-577DDB3DB680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bff3c547c8b6430f">
              <ns1:extLst>
                <ns1:ext uri="{96DAC541-7B7A-43D3-8B79-37D633B846F1}">
                  <ns4:svgBlip ns3:embed="Rdbe9cf2cf8574837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0" name="Текст 16">
            <ns1:extLst>
              <ns1:ext uri="{FF2B5EF4-FFF2-40B4-BE49-F238E27FC236}">
                <ns2:creationId id="{B115E20B-78B2-0950-8D06-018BE14478F0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0ef2b259efa5402f">
              <ns1:extLst>
                <ns1:ext uri="{96DAC541-7B7A-43D3-8B79-37D633B846F1}">
                  <ns4:svgBlip ns3:embed="R9489e40c55e640b4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56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2 диаграммы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" name="Рисунок 11">
            <ns1:extLst>
              <ns1:ext uri="{FF2B5EF4-FFF2-40B4-BE49-F238E27FC236}">
                <ns2:creationId id="{963EB750-7331-E33F-912D-B0874AAA9528}"/>
              </ns1:ext>
            </ns1:extLst>
          </ns0:cNvPr>
          <ns0:cNvSpPr>
            <ns1:spLocks noGrp="1"/>
          </ns0:cNvSpPr>
          <ns0:nvPr>
            <ns0:ph type="pic" idx="93" hasCustomPrompt="1"/>
          </ns0:nvPr>
        </ns0:nvSpPr>
        <ns0:spPr>
          <ns1:xfrm>
            <ns1:off x="9391648" y="2476500"/>
            <ns1:ext cx="7943849" cy="6543675"/>
          </ns1:xfrm>
          <ns1:prstGeom prst="roundRect">
            <ns1:avLst>
              <ns1:gd name="adj" fmla="val 9383"/>
            </ns1:avLst>
          </ns1:prstGeom>
          <ns1:solidFill>
            <ns1:schemeClr val="bg1">
              <ns1:lumMod val="95000"/>
            </ns1:schemeClr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4" name="Рисунок 11">
            <ns1:extLst>
              <ns1:ext uri="{FF2B5EF4-FFF2-40B4-BE49-F238E27FC236}">
                <ns2:creationId id="{B2741B01-825A-7674-CFD4-EF2630FA539F}"/>
              </ns1:ext>
            </ns1:extLst>
          </ns0:cNvPr>
          <ns0:cNvSpPr>
            <ns1:spLocks noGrp="1"/>
          </ns0:cNvSpPr>
          <ns0:nvPr>
            <ns0:ph type="pic" idx="94" hasCustomPrompt="1"/>
          </ns0:nvPr>
        </ns0:nvSpPr>
        <ns0:spPr>
          <ns1:xfrm>
            <ns1:off x="964043" y="2466446"/>
            <ns1:ext cx="7943849" cy="6543675"/>
          </ns1:xfrm>
          <ns1:prstGeom prst="roundRect">
            <ns1:avLst>
              <ns1:gd name="adj" fmla="val 9383"/>
            </ns1:avLst>
          </ns1:prstGeom>
          <ns1:solidFill>
            <ns1:schemeClr val="bg1">
              <ns1:lumMod val="95000"/>
            </ns1:schemeClr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72" name="Диаграмма 22">
            <ns1:extLst>
              <ns1:ext uri="{FF2B5EF4-FFF2-40B4-BE49-F238E27FC236}">
                <ns2:creationId id="{41DBB872-D507-7D27-7720-2B7267A2B287}"/>
              </ns1:ext>
            </ns1:extLst>
          </ns0:cNvPr>
          <ns0:cNvSpPr>
            <ns1:spLocks noGrp="1"/>
          </ns0:cNvSpPr>
          <ns0:nvPr>
            <ns0:ph type="chart" idx="76" hasCustomPrompt="1"/>
          </ns0:nvPr>
        </ns0:nvSpPr>
        <ns0:spPr>
          <ns1:xfrm>
            <ns1:off x="11225287" y="3983471"/>
            <ns1:ext cx="4299432" cy="4299431"/>
          </ns1:xfrm>
        </ns0:spPr>
        <ns0:txBody>
          <ns1:bodyPr anchor="ctr">
            <ns1:normAutofit/>
          </ns1:bodyPr>
          <ns1:lstStyle>
            <ns1:lvl1pPr algn="ctr">
              <ns1:buNone/>
              <ns1:defRPr sz="2000"/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127" name="Текст 39">
            <ns1:extLst>
              <ns1:ext uri="{FF2B5EF4-FFF2-40B4-BE49-F238E27FC236}">
                <ns2:creationId id="{A5A47C6B-E69D-1238-BF76-327A4A789087}"/>
              </ns1:ext>
            </ns1:extLst>
          </ns0:cNvPr>
          <ns0:cNvSpPr>
            <ns1:spLocks noGrp="1"/>
          </ns0:cNvSpPr>
          <ns0:nvPr>
            <ns0:ph type="body" idx="40" hasCustomPrompt="1"/>
          </ns0:nvPr>
        </ns0:nvSpPr>
        <ns0:spPr>
          <ns1:xfrm>
            <ns1:off x="9778059" y="4342100"/>
            <ns1:ext cx="1651944" cy="555902"/>
          </ns1:xfrm>
        </ns0:spPr>
        <ns0:txBody>
          <ns1:bodyPr anchor="ctr">
            <ns1:noAutofit/>
          </ns1:bodyPr>
          <ns1:lstStyle>
            <ns1:lvl1pPr algn="ctr">
              <ns1:buNone/>
              <ns1:defRPr sz="105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первого</ns1:t>
            </ns1:r>
          </ns1:p>
          <ns1:p>
            <ns1:pPr lvl="0">
              <ns1:buNone/>
            </ns1:pPr>
            <ns1:r>
              <ns1:t>показателя в две</ns1:t>
            </ns1:r>
          </ns1:p>
          <ns1:p>
            <ns1:pPr lvl="0">
              <ns1:buNone/>
            </ns1:pPr>
            <ns1:r>
              <ns1:t>или три строки</ns1:t>
            </ns1:r>
          </ns1:p>
        </ns0:txBody>
      </ns0:sp>
      <ns0:sp>
        <ns0:nvSpPr>
          <ns0:cNvPr id="128" name="Текст 39">
            <ns1:extLst>
              <ns1:ext uri="{FF2B5EF4-FFF2-40B4-BE49-F238E27FC236}">
                <ns2:creationId id="{7521124C-2AEF-20B9-1522-FBC4282F967E}"/>
              </ns1:ext>
            </ns1:extLst>
          </ns0:cNvPr>
          <ns0:cNvSpPr>
            <ns1:spLocks noGrp="1"/>
          </ns0:cNvSpPr>
          <ns0:nvPr>
            <ns0:ph type="body" idx="41" hasCustomPrompt="1"/>
          </ns0:nvPr>
        </ns0:nvSpPr>
        <ns0:spPr>
          <ns1:xfrm>
            <ns1:off x="9778059" y="3806227"/>
            <ns1:ext cx="1651944" cy="456855"/>
          </ns1:xfrm>
        </ns0:spPr>
        <ns0:txBody>
          <ns1:bodyPr anchor="ctr">
            <ns1:noAutofit/>
          </ns1:bodyPr>
          <ns1:lstStyle>
            <ns1:lvl1pPr algn="ctr">
              <ns1:buNone/>
              <ns1:defRPr sz="4000" b="0" i="0">
                <ns1:solidFill>
                  <ns1:srgbClr val="FF0000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25" name="Текст 39">
            <ns1:extLst>
              <ns1:ext uri="{FF2B5EF4-FFF2-40B4-BE49-F238E27FC236}">
                <ns2:creationId id="{15310FBD-2051-D1A6-9F69-E7613F49FE5D}"/>
              </ns1:ext>
            </ns1:extLst>
          </ns0:cNvPr>
          <ns0:cNvSpPr>
            <ns1:spLocks noGrp="1"/>
          </ns0:cNvSpPr>
          <ns0:nvPr>
            <ns0:ph type="body" idx="77" hasCustomPrompt="1"/>
          </ns0:nvPr>
        </ns0:nvSpPr>
        <ns0:spPr>
          <ns1:xfrm>
            <ns1:off x="15326243" y="4342100"/>
            <ns1:ext cx="1651944" cy="555902"/>
          </ns1:xfrm>
        </ns0:spPr>
        <ns0:txBody>
          <ns1:bodyPr anchor="ctr">
            <ns1:noAutofit/>
          </ns1:bodyPr>
          <ns1:lstStyle>
            <ns1:lvl1pPr algn="ctr">
              <ns1:buNone/>
              <ns1:defRPr sz="105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первого</ns1:t>
            </ns1:r>
          </ns1:p>
          <ns1:p>
            <ns1:pPr lvl="0">
              <ns1:buNone/>
            </ns1:pPr>
            <ns1:r>
              <ns1:t>показателя в две</ns1:t>
            </ns1:r>
          </ns1:p>
          <ns1:p>
            <ns1:pPr lvl="0">
              <ns1:buNone/>
            </ns1:pPr>
            <ns1:r>
              <ns1:t>или три строки</ns1:t>
            </ns1:r>
          </ns1:p>
        </ns0:txBody>
      </ns0:sp>
      <ns0:sp>
        <ns0:nvSpPr>
          <ns0:cNvPr id="26" name="Текст 39">
            <ns1:extLst>
              <ns1:ext uri="{FF2B5EF4-FFF2-40B4-BE49-F238E27FC236}">
                <ns2:creationId id="{0CE4560E-8290-EA92-AEE5-C9D7E4186568}"/>
              </ns1:ext>
            </ns1:extLst>
          </ns0:cNvPr>
          <ns0:cNvSpPr>
            <ns1:spLocks noGrp="1"/>
          </ns0:cNvSpPr>
          <ns0:nvPr>
            <ns0:ph type="body" idx="78" hasCustomPrompt="1"/>
          </ns0:nvPr>
        </ns0:nvSpPr>
        <ns0:spPr>
          <ns1:xfrm>
            <ns1:off x="15326243" y="3806227"/>
            <ns1:ext cx="1651944" cy="456855"/>
          </ns1:xfrm>
        </ns0:spPr>
        <ns0:txBody>
          <ns1:bodyPr anchor="ctr">
            <ns1:noAutofit/>
          </ns1:bodyPr>
          <ns1:lstStyle>
            <ns1:lvl1pPr algn="ctr">
              <ns1:buNone/>
              <ns1:defRPr sz="4000" b="0" i="0">
                <ns1:solidFill>
                  <ns1:srgbClr val="FF0000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27" name="Текст 39">
            <ns1:extLst>
              <ns1:ext uri="{FF2B5EF4-FFF2-40B4-BE49-F238E27FC236}">
                <ns2:creationId id="{3FAAC817-9028-F9ED-2F0C-29897C80D16D}"/>
              </ns1:ext>
            </ns1:extLst>
          </ns0:cNvPr>
          <ns0:cNvSpPr>
            <ns1:spLocks noGrp="1"/>
          </ns0:cNvSpPr>
          <ns0:nvPr>
            <ns0:ph type="body" idx="79" hasCustomPrompt="1"/>
          </ns0:nvPr>
        </ns0:nvSpPr>
        <ns0:spPr>
          <ns1:xfrm>
            <ns1:off x="9778059" y="8135624"/>
            <ns1:ext cx="1651944" cy="555902"/>
          </ns1:xfrm>
        </ns0:spPr>
        <ns0:txBody>
          <ns1:bodyPr anchor="ctr">
            <ns1:noAutofit/>
          </ns1:bodyPr>
          <ns1:lstStyle>
            <ns1:lvl1pPr algn="ctr">
              <ns1:buNone/>
              <ns1:defRPr sz="105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первого</ns1:t>
            </ns1:r>
          </ns1:p>
          <ns1:p>
            <ns1:pPr lvl="0">
              <ns1:buNone/>
            </ns1:pPr>
            <ns1:r>
              <ns1:t>показателя в две</ns1:t>
            </ns1:r>
          </ns1:p>
          <ns1:p>
            <ns1:pPr lvl="0">
              <ns1:buNone/>
            </ns1:pPr>
            <ns1:r>
              <ns1:t>или три строки</ns1:t>
            </ns1:r>
          </ns1:p>
        </ns0:txBody>
      </ns0:sp>
      <ns0:sp>
        <ns0:nvSpPr>
          <ns0:cNvPr id="28" name="Текст 39">
            <ns1:extLst>
              <ns1:ext uri="{FF2B5EF4-FFF2-40B4-BE49-F238E27FC236}">
                <ns2:creationId id="{A0DF1D1B-50B4-9C21-3040-F5A30F3E1AA1}"/>
              </ns1:ext>
            </ns1:extLst>
          </ns0:cNvPr>
          <ns0:cNvSpPr>
            <ns1:spLocks noGrp="1"/>
          </ns0:cNvSpPr>
          <ns0:nvPr>
            <ns0:ph type="body" idx="80" hasCustomPrompt="1"/>
          </ns0:nvPr>
        </ns0:nvSpPr>
        <ns0:spPr>
          <ns1:xfrm>
            <ns1:off x="9778059" y="7599751"/>
            <ns1:ext cx="1651944" cy="456855"/>
          </ns1:xfrm>
        </ns0:spPr>
        <ns0:txBody>
          <ns1:bodyPr anchor="ctr">
            <ns1:noAutofit/>
          </ns1:bodyPr>
          <ns1:lstStyle>
            <ns1:lvl1pPr algn="ctr">
              <ns1:buNone/>
              <ns1:defRPr sz="4000" b="0" i="0">
                <ns1:solidFill>
                  <ns1:srgbClr val="FF0000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29" name="Текст 39">
            <ns1:extLst>
              <ns1:ext uri="{FF2B5EF4-FFF2-40B4-BE49-F238E27FC236}">
                <ns2:creationId id="{5DCDE957-08E3-E294-8430-FBEF8A48037D}"/>
              </ns1:ext>
            </ns1:extLst>
          </ns0:cNvPr>
          <ns0:cNvSpPr>
            <ns1:spLocks noGrp="1"/>
          </ns0:cNvSpPr>
          <ns0:nvPr>
            <ns0:ph type="body" idx="81" hasCustomPrompt="1"/>
          </ns0:nvPr>
        </ns0:nvSpPr>
        <ns0:spPr>
          <ns1:xfrm>
            <ns1:off x="15326243" y="8135624"/>
            <ns1:ext cx="1651944" cy="555902"/>
          </ns1:xfrm>
        </ns0:spPr>
        <ns0:txBody>
          <ns1:bodyPr anchor="ctr">
            <ns1:noAutofit/>
          </ns1:bodyPr>
          <ns1:lstStyle>
            <ns1:lvl1pPr algn="ctr">
              <ns1:buNone/>
              <ns1:defRPr sz="105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первого</ns1:t>
            </ns1:r>
          </ns1:p>
          <ns1:p>
            <ns1:pPr lvl="0">
              <ns1:buNone/>
            </ns1:pPr>
            <ns1:r>
              <ns1:t>показателя в две</ns1:t>
            </ns1:r>
          </ns1:p>
          <ns1:p>
            <ns1:pPr lvl="0">
              <ns1:buNone/>
            </ns1:pPr>
            <ns1:r>
              <ns1:t>или три строки</ns1:t>
            </ns1:r>
          </ns1:p>
        </ns0:txBody>
      </ns0:sp>
      <ns0:sp>
        <ns0:nvSpPr>
          <ns0:cNvPr id="30" name="Текст 39">
            <ns1:extLst>
              <ns1:ext uri="{FF2B5EF4-FFF2-40B4-BE49-F238E27FC236}">
                <ns2:creationId id="{252B2460-F4FC-6875-F686-7203EBD1FDCD}"/>
              </ns1:ext>
            </ns1:extLst>
          </ns0:cNvPr>
          <ns0:cNvSpPr>
            <ns1:spLocks noGrp="1"/>
          </ns0:cNvSpPr>
          <ns0:nvPr>
            <ns0:ph type="body" idx="82" hasCustomPrompt="1"/>
          </ns0:nvPr>
        </ns0:nvSpPr>
        <ns0:spPr>
          <ns1:xfrm>
            <ns1:off x="15326243" y="7599751"/>
            <ns1:ext cx="1651944" cy="456855"/>
          </ns1:xfrm>
        </ns0:spPr>
        <ns0:txBody>
          <ns1:bodyPr anchor="ctr">
            <ns1:noAutofit/>
          </ns1:bodyPr>
          <ns1:lstStyle>
            <ns1:lvl1pPr algn="ctr">
              <ns1:buNone/>
              <ns1:defRPr sz="4000" b="0" i="0">
                <ns1:solidFill>
                  <ns1:srgbClr val="FF0000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31" name="Текст 39">
            <ns1:extLst>
              <ns1:ext uri="{FF2B5EF4-FFF2-40B4-BE49-F238E27FC236}">
                <ns2:creationId id="{7F584D5A-7C9E-B7E3-AB0C-9187F1EF89CD}"/>
              </ns1:ext>
            </ns1:extLst>
          </ns0:cNvPr>
          <ns0:cNvSpPr>
            <ns1:spLocks noGrp="1"/>
          </ns0:cNvSpPr>
          <ns0:nvPr>
            <ns0:ph type="body" idx="26" hasCustomPrompt="1"/>
          </ns0:nvPr>
        </ns0:nvSpPr>
        <ns0:spPr>
          <ns1:xfrm>
            <ns1:off x="11717742" y="2812295"/>
            <ns1:ext cx="3291661" cy="580587"/>
          </ns1:xfrm>
        </ns0:spPr>
        <ns0:txBody>
          <ns1:bodyPr anchor="ctr">
            <ns1:noAutofit/>
          </ns1:bodyPr>
          <ns1:lstStyle>
            <ns1:lvl1pPr algn="ctr"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 максимум в две строки</ns1:t>
            </ns1:r>
          </ns1:p>
        </ns0:txBody>
      </ns0:sp>
      <ns0:sp>
        <ns0:nvSpPr>
          <ns0:cNvPr id="34" name="Диаграмма 22">
            <ns1:extLst>
              <ns1:ext uri="{FF2B5EF4-FFF2-40B4-BE49-F238E27FC236}">
                <ns2:creationId id="{72ED7AE1-AA07-F5B4-8373-CAD8AE6A49F8}"/>
              </ns1:ext>
            </ns1:extLst>
          </ns0:cNvPr>
          <ns0:cNvSpPr>
            <ns1:spLocks noGrp="1"/>
          </ns0:cNvSpPr>
          <ns0:nvPr>
            <ns0:ph type="chart" idx="83" hasCustomPrompt="1"/>
          </ns0:nvPr>
        </ns0:nvSpPr>
        <ns0:spPr>
          <ns1:xfrm>
            <ns1:off x="2785622" y="3983471"/>
            <ns1:ext cx="4299432" cy="4299431"/>
          </ns1:xfrm>
        </ns0:spPr>
        <ns0:txBody>
          <ns1:bodyPr anchor="ctr">
            <ns1:normAutofit/>
          </ns1:bodyPr>
          <ns1:lstStyle>
            <ns1:lvl1pPr algn="ctr">
              <ns1:buNone/>
              <ns1:defRPr sz="2000"/>
            </ns1:lvl1pPr>
          </ns1:lstStyle>
          <ns1:p>
            <ns1:r>
              <ns1:t> </ns1:t>
            </ns1:r>
          </ns1:p>
        </ns0:txBody>
      </ns0:sp>
      <ns0:sp>
        <ns0:nvSpPr>
          <ns0:cNvPr id="35" name="Текст 39">
            <ns1:extLst>
              <ns1:ext uri="{FF2B5EF4-FFF2-40B4-BE49-F238E27FC236}">
                <ns2:creationId id="{D525A173-4FB9-DAC1-A8BD-A4AEA8D261D2}"/>
              </ns1:ext>
            </ns1:extLst>
          </ns0:cNvPr>
          <ns0:cNvSpPr>
            <ns1:spLocks noGrp="1"/>
          </ns0:cNvSpPr>
          <ns0:nvPr>
            <ns0:ph type="body" idx="84" hasCustomPrompt="1"/>
          </ns0:nvPr>
        </ns0:nvSpPr>
        <ns0:spPr>
          <ns1:xfrm>
            <ns1:off x="1338394" y="4342100"/>
            <ns1:ext cx="1651944" cy="555902"/>
          </ns1:xfrm>
        </ns0:spPr>
        <ns0:txBody>
          <ns1:bodyPr anchor="ctr">
            <ns1:noAutofit/>
          </ns1:bodyPr>
          <ns1:lstStyle>
            <ns1:lvl1pPr algn="ctr">
              <ns1:buNone/>
              <ns1:defRPr sz="105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первого</ns1:t>
            </ns1:r>
          </ns1:p>
          <ns1:p>
            <ns1:pPr lvl="0">
              <ns1:buNone/>
            </ns1:pPr>
            <ns1:r>
              <ns1:t>показателя в две</ns1:t>
            </ns1:r>
          </ns1:p>
          <ns1:p>
            <ns1:pPr lvl="0">
              <ns1:buNone/>
            </ns1:pPr>
            <ns1:r>
              <ns1:t>или три строки</ns1:t>
            </ns1:r>
          </ns1:p>
        </ns0:txBody>
      </ns0:sp>
      <ns0:sp>
        <ns0:nvSpPr>
          <ns0:cNvPr id="36" name="Текст 39">
            <ns1:extLst>
              <ns1:ext uri="{FF2B5EF4-FFF2-40B4-BE49-F238E27FC236}">
                <ns2:creationId id="{99C07193-5247-90F0-095B-88C4867B1B98}"/>
              </ns1:ext>
            </ns1:extLst>
          </ns0:cNvPr>
          <ns0:cNvSpPr>
            <ns1:spLocks noGrp="1"/>
          </ns0:cNvSpPr>
          <ns0:nvPr>
            <ns0:ph type="body" idx="85" hasCustomPrompt="1"/>
          </ns0:nvPr>
        </ns0:nvSpPr>
        <ns0:spPr>
          <ns1:xfrm>
            <ns1:off x="1338394" y="3806227"/>
            <ns1:ext cx="1651944" cy="456855"/>
          </ns1:xfrm>
        </ns0:spPr>
        <ns0:txBody>
          <ns1:bodyPr anchor="ctr">
            <ns1:noAutofit/>
          </ns1:bodyPr>
          <ns1:lstStyle>
            <ns1:lvl1pPr algn="ctr">
              <ns1:buNone/>
              <ns1:defRPr sz="4000" b="0" i="0">
                <ns1:solidFill>
                  <ns1:srgbClr val="FF0000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37" name="Текст 39">
            <ns1:extLst>
              <ns1:ext uri="{FF2B5EF4-FFF2-40B4-BE49-F238E27FC236}">
                <ns2:creationId id="{5A6E49BD-B7A1-B7B5-DB6B-0780AB8296D7}"/>
              </ns1:ext>
            </ns1:extLst>
          </ns0:cNvPr>
          <ns0:cNvSpPr>
            <ns1:spLocks noGrp="1"/>
          </ns0:cNvSpPr>
          <ns0:nvPr>
            <ns0:ph type="body" idx="86" hasCustomPrompt="1"/>
          </ns0:nvPr>
        </ns0:nvSpPr>
        <ns0:spPr>
          <ns1:xfrm>
            <ns1:off x="6886578" y="4342100"/>
            <ns1:ext cx="1651944" cy="555902"/>
          </ns1:xfrm>
        </ns0:spPr>
        <ns0:txBody>
          <ns1:bodyPr anchor="ctr">
            <ns1:noAutofit/>
          </ns1:bodyPr>
          <ns1:lstStyle>
            <ns1:lvl1pPr algn="ctr">
              <ns1:buNone/>
              <ns1:defRPr sz="105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первого</ns1:t>
            </ns1:r>
          </ns1:p>
          <ns1:p>
            <ns1:pPr lvl="0">
              <ns1:buNone/>
            </ns1:pPr>
            <ns1:r>
              <ns1:t>показателя в две</ns1:t>
            </ns1:r>
          </ns1:p>
          <ns1:p>
            <ns1:pPr lvl="0">
              <ns1:buNone/>
            </ns1:pPr>
            <ns1:r>
              <ns1:t>или три строки</ns1:t>
            </ns1:r>
          </ns1:p>
        </ns0:txBody>
      </ns0:sp>
      <ns0:sp>
        <ns0:nvSpPr>
          <ns0:cNvPr id="38" name="Текст 39">
            <ns1:extLst>
              <ns1:ext uri="{FF2B5EF4-FFF2-40B4-BE49-F238E27FC236}">
                <ns2:creationId id="{BD132BAC-676E-9BE1-A46A-29AFA5C75A17}"/>
              </ns1:ext>
            </ns1:extLst>
          </ns0:cNvPr>
          <ns0:cNvSpPr>
            <ns1:spLocks noGrp="1"/>
          </ns0:cNvSpPr>
          <ns0:nvPr>
            <ns0:ph type="body" idx="87" hasCustomPrompt="1"/>
          </ns0:nvPr>
        </ns0:nvSpPr>
        <ns0:spPr>
          <ns1:xfrm>
            <ns1:off x="6886578" y="3806227"/>
            <ns1:ext cx="1651944" cy="456855"/>
          </ns1:xfrm>
        </ns0:spPr>
        <ns0:txBody>
          <ns1:bodyPr anchor="ctr">
            <ns1:noAutofit/>
          </ns1:bodyPr>
          <ns1:lstStyle>
            <ns1:lvl1pPr algn="ctr">
              <ns1:buNone/>
              <ns1:defRPr sz="4000" b="0" i="0">
                <ns1:solidFill>
                  <ns1:srgbClr val="FF0000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39" name="Текст 39">
            <ns1:extLst>
              <ns1:ext uri="{FF2B5EF4-FFF2-40B4-BE49-F238E27FC236}">
                <ns2:creationId id="{F00C6693-EE5C-997B-784C-36B91C0DECCF}"/>
              </ns1:ext>
            </ns1:extLst>
          </ns0:cNvPr>
          <ns0:cNvSpPr>
            <ns1:spLocks noGrp="1"/>
          </ns0:cNvSpPr>
          <ns0:nvPr>
            <ns0:ph type="body" idx="88" hasCustomPrompt="1"/>
          </ns0:nvPr>
        </ns0:nvSpPr>
        <ns0:spPr>
          <ns1:xfrm>
            <ns1:off x="1338394" y="8135624"/>
            <ns1:ext cx="1651944" cy="555902"/>
          </ns1:xfrm>
        </ns0:spPr>
        <ns0:txBody>
          <ns1:bodyPr anchor="ctr">
            <ns1:noAutofit/>
          </ns1:bodyPr>
          <ns1:lstStyle>
            <ns1:lvl1pPr algn="ctr">
              <ns1:buNone/>
              <ns1:defRPr sz="105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первого</ns1:t>
            </ns1:r>
          </ns1:p>
          <ns1:p>
            <ns1:pPr lvl="0">
              <ns1:buNone/>
            </ns1:pPr>
            <ns1:r>
              <ns1:t>показателя в две</ns1:t>
            </ns1:r>
          </ns1:p>
          <ns1:p>
            <ns1:pPr lvl="0">
              <ns1:buNone/>
            </ns1:pPr>
            <ns1:r>
              <ns1:t>или три строки</ns1:t>
            </ns1:r>
          </ns1:p>
        </ns0:txBody>
      </ns0:sp>
      <ns0:sp>
        <ns0:nvSpPr>
          <ns0:cNvPr id="40" name="Текст 39">
            <ns1:extLst>
              <ns1:ext uri="{FF2B5EF4-FFF2-40B4-BE49-F238E27FC236}">
                <ns2:creationId id="{570A26CB-4A56-9602-6673-84878A75E4C3}"/>
              </ns1:ext>
            </ns1:extLst>
          </ns0:cNvPr>
          <ns0:cNvSpPr>
            <ns1:spLocks noGrp="1"/>
          </ns0:cNvSpPr>
          <ns0:nvPr>
            <ns0:ph type="body" idx="89" hasCustomPrompt="1"/>
          </ns0:nvPr>
        </ns0:nvSpPr>
        <ns0:spPr>
          <ns1:xfrm>
            <ns1:off x="1338394" y="7599751"/>
            <ns1:ext cx="1651944" cy="456855"/>
          </ns1:xfrm>
        </ns0:spPr>
        <ns0:txBody>
          <ns1:bodyPr anchor="ctr">
            <ns1:noAutofit/>
          </ns1:bodyPr>
          <ns1:lstStyle>
            <ns1:lvl1pPr algn="ctr">
              <ns1:buNone/>
              <ns1:defRPr sz="4000" b="0" i="0">
                <ns1:solidFill>
                  <ns1:srgbClr val="FF0000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41" name="Текст 39">
            <ns1:extLst>
              <ns1:ext uri="{FF2B5EF4-FFF2-40B4-BE49-F238E27FC236}">
                <ns2:creationId id="{5CCA07B8-DE56-808F-BC36-C18EF3BF46F5}"/>
              </ns1:ext>
            </ns1:extLst>
          </ns0:cNvPr>
          <ns0:cNvSpPr>
            <ns1:spLocks noGrp="1"/>
          </ns0:cNvSpPr>
          <ns0:nvPr>
            <ns0:ph type="body" idx="90" hasCustomPrompt="1"/>
          </ns0:nvPr>
        </ns0:nvSpPr>
        <ns0:spPr>
          <ns1:xfrm>
            <ns1:off x="6886578" y="8135624"/>
            <ns1:ext cx="1651944" cy="555902"/>
          </ns1:xfrm>
        </ns0:spPr>
        <ns0:txBody>
          <ns1:bodyPr anchor="ctr">
            <ns1:noAutofit/>
          </ns1:bodyPr>
          <ns1:lstStyle>
            <ns1:lvl1pPr algn="ctr">
              <ns1:buNone/>
              <ns1:defRPr sz="105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первого</ns1:t>
            </ns1:r>
          </ns1:p>
          <ns1:p>
            <ns1:pPr lvl="0">
              <ns1:buNone/>
            </ns1:pPr>
            <ns1:r>
              <ns1:t>показателя в две</ns1:t>
            </ns1:r>
          </ns1:p>
          <ns1:p>
            <ns1:pPr lvl="0">
              <ns1:buNone/>
            </ns1:pPr>
            <ns1:r>
              <ns1:t>или три строки</ns1:t>
            </ns1:r>
          </ns1:p>
        </ns0:txBody>
      </ns0:sp>
      <ns0:sp>
        <ns0:nvSpPr>
          <ns0:cNvPr id="42" name="Текст 39">
            <ns1:extLst>
              <ns1:ext uri="{FF2B5EF4-FFF2-40B4-BE49-F238E27FC236}">
                <ns2:creationId id="{85E82FAC-37D9-4710-D4A9-4BAB64B6E9C2}"/>
              </ns1:ext>
            </ns1:extLst>
          </ns0:cNvPr>
          <ns0:cNvSpPr>
            <ns1:spLocks noGrp="1"/>
          </ns0:cNvSpPr>
          <ns0:nvPr>
            <ns0:ph type="body" idx="91" hasCustomPrompt="1"/>
          </ns0:nvPr>
        </ns0:nvSpPr>
        <ns0:spPr>
          <ns1:xfrm>
            <ns1:off x="6886578" y="7599751"/>
            <ns1:ext cx="1651944" cy="456855"/>
          </ns1:xfrm>
        </ns0:spPr>
        <ns0:txBody>
          <ns1:bodyPr anchor="ctr">
            <ns1:noAutofit/>
          </ns1:bodyPr>
          <ns1:lstStyle>
            <ns1:lvl1pPr algn="ctr">
              <ns1:buNone/>
              <ns1:defRPr sz="4000" b="0" i="0">
                <ns1:solidFill>
                  <ns1:srgbClr val="FF0000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43" name="Текст 39">
            <ns1:extLst>
              <ns1:ext uri="{FF2B5EF4-FFF2-40B4-BE49-F238E27FC236}">
                <ns2:creationId id="{C9DAFA5D-2018-DCBB-B85F-638C7319D463}"/>
              </ns1:ext>
            </ns1:extLst>
          </ns0:cNvPr>
          <ns0:cNvSpPr>
            <ns1:spLocks noGrp="1"/>
          </ns0:cNvSpPr>
          <ns0:nvPr>
            <ns0:ph type="body" idx="92" hasCustomPrompt="1"/>
          </ns0:nvPr>
        </ns0:nvSpPr>
        <ns0:spPr>
          <ns1:xfrm>
            <ns1:off x="3278077" y="2812295"/>
            <ns1:ext cx="3291661" cy="580587"/>
          </ns1:xfrm>
        </ns0:spPr>
        <ns0:txBody>
          <ns1:bodyPr anchor="ctr">
            <ns1:noAutofit/>
          </ns1:bodyPr>
          <ns1:lstStyle>
            <ns1:lvl1pPr algn="ctr"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 максимум в две строки</ns1:t>
            </ns1:r>
          </ns1:p>
        </ns0:txBody>
      </ns0:sp>
      <ns0:sp>
        <ns0:nvSpPr>
          <ns0:cNvPr id="7" name="Рисунок 3">
            <ns1:extLst>
              <ns1:ext uri="{FF2B5EF4-FFF2-40B4-BE49-F238E27FC236}">
                <ns2:creationId id="{04E64466-5A38-10FB-8FEA-AE21140B5ABC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8" name="Текст 16">
            <ns1:extLst>
              <ns1:ext uri="{FF2B5EF4-FFF2-40B4-BE49-F238E27FC236}">
                <ns2:creationId id="{9E73B096-CA8F-C801-98BF-BB97CD6062EB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b08a7ad3b1d04d3e">
              <ns1:extLst>
                <ns1:ext uri="{96DAC541-7B7A-43D3-8B79-37D633B846F1}">
                  <ns4:svgBlip ns3:embed="Rd7ef0229da214aca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9" name="Текст 16">
            <ns1:extLst>
              <ns1:ext uri="{FF2B5EF4-FFF2-40B4-BE49-F238E27FC236}">
                <ns2:creationId id="{07CDF973-87D6-9944-47A0-B29B54C4581C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5b2db00d774d4c82">
              <ns1:extLst>
                <ns1:ext uri="{96DAC541-7B7A-43D3-8B79-37D633B846F1}">
                  <ns4:svgBlip ns3:embed="R4ef93e1ea3fa4e52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57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диаграмма и 4 плашки">
    <ns0:bg>
      <ns0:bgPr>
        <ns1:solidFill>
          <ns1:schemeClr val="bg1">
            <ns1:lumMod val="95000"/>
          </ns1:schemeClr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Рисунок 11">
            <ns1:extLst>
              <ns1:ext uri="{FF2B5EF4-FFF2-40B4-BE49-F238E27FC236}">
                <ns2:creationId id="{F4237B99-72F8-158D-133D-A7AA22516763}"/>
              </ns1:ext>
            </ns1:extLst>
          </ns0:cNvPr>
          <ns0:cNvSpPr>
            <ns1:spLocks noGrp="1"/>
          </ns0:cNvSpPr>
          <ns0:nvPr>
            <ns0:ph type="pic" idx="94" hasCustomPrompt="1"/>
          </ns0:nvPr>
        </ns0:nvSpPr>
        <ns0:spPr>
          <ns1:xfrm>
            <ns1:off x="952500" y="2924175"/>
            <ns1:ext cx="3924300" cy="3048000"/>
          </ns1:xfrm>
          <ns1:prstGeom prst="roundRect">
            <ns1:avLst>
              <ns1:gd name="adj" fmla="val 9545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8" name="Рисунок 11">
            <ns1:extLst>
              <ns1:ext uri="{FF2B5EF4-FFF2-40B4-BE49-F238E27FC236}">
                <ns2:creationId id="{C7E232AC-894B-76BC-EEC6-3EE81911E8E7}"/>
              </ns1:ext>
            </ns1:extLst>
          </ns0:cNvPr>
          <ns0:cNvSpPr>
            <ns1:spLocks noGrp="1"/>
          </ns0:cNvSpPr>
          <ns0:nvPr>
            <ns0:ph type="pic" idx="95" hasCustomPrompt="1"/>
          </ns0:nvPr>
        </ns0:nvSpPr>
        <ns0:spPr>
          <ns1:xfrm>
            <ns1:off x="5101167" y="2924175"/>
            <ns1:ext cx="3924300" cy="3048000"/>
          </ns1:xfrm>
          <ns1:prstGeom prst="roundRect">
            <ns1:avLst>
              <ns1:gd name="adj" fmla="val 9545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9" name="Рисунок 11">
            <ns1:extLst>
              <ns1:ext uri="{FF2B5EF4-FFF2-40B4-BE49-F238E27FC236}">
                <ns2:creationId id="{D47BBA13-8FB6-5C11-BE4C-631DE3CABB85}"/>
              </ns1:ext>
            </ns1:extLst>
          </ns0:cNvPr>
          <ns0:cNvSpPr>
            <ns1:spLocks noGrp="1"/>
          </ns0:cNvSpPr>
          <ns0:nvPr>
            <ns0:ph type="pic" idx="96" hasCustomPrompt="1"/>
          </ns0:nvPr>
        </ns0:nvSpPr>
        <ns0:spPr>
          <ns1:xfrm>
            <ns1:off x="952500" y="6192308"/>
            <ns1:ext cx="3924300" cy="3048000"/>
          </ns1:xfrm>
          <ns1:prstGeom prst="roundRect">
            <ns1:avLst>
              <ns1:gd name="adj" fmla="val 9545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0" name="Рисунок 11">
            <ns1:extLst>
              <ns1:ext uri="{FF2B5EF4-FFF2-40B4-BE49-F238E27FC236}">
                <ns2:creationId id="{E7E3888E-47AB-1986-B901-E66A26AE91F8}"/>
              </ns1:ext>
            </ns1:extLst>
          </ns0:cNvPr>
          <ns0:cNvSpPr>
            <ns1:spLocks noGrp="1"/>
          </ns0:cNvSpPr>
          <ns0:nvPr>
            <ns0:ph type="pic" idx="97" hasCustomPrompt="1"/>
          </ns0:nvPr>
        </ns0:nvSpPr>
        <ns0:spPr>
          <ns1:xfrm>
            <ns1:off x="5101167" y="6192308"/>
            <ns1:ext cx="3924300" cy="3048000"/>
          </ns1:xfrm>
          <ns1:prstGeom prst="roundRect">
            <ns1:avLst>
              <ns1:gd name="adj" fmla="val 9545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6" name="Рисунок 11">
            <ns1:extLst>
              <ns1:ext uri="{FF2B5EF4-FFF2-40B4-BE49-F238E27FC236}">
                <ns2:creationId id="{838DFD1D-D576-3375-1310-226BEEBC58FE}"/>
              </ns1:ext>
            </ns1:extLst>
          </ns0:cNvPr>
          <ns0:cNvSpPr>
            <ns1:spLocks noGrp="1"/>
          </ns0:cNvSpPr>
          <ns0:nvPr>
            <ns0:ph type="pic" idx="93" hasCustomPrompt="1"/>
          </ns0:nvPr>
        </ns0:nvSpPr>
        <ns0:spPr>
          <ns1:xfrm>
            <ns1:off x="9255214" y="2430784"/>
            <ns1:ext cx="8080284" cy="6815930"/>
          </ns1:xfrm>
          <ns1:prstGeom prst="roundRect">
            <ns1:avLst>
              <ns1:gd name="adj" fmla="val 5656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72" name="Диаграмма 22">
            <ns1:extLst>
              <ns1:ext uri="{FF2B5EF4-FFF2-40B4-BE49-F238E27FC236}">
                <ns2:creationId id="{41DBB872-D507-7D27-7720-2B7267A2B287}"/>
              </ns1:ext>
            </ns1:extLst>
          </ns0:cNvPr>
          <ns0:cNvSpPr>
            <ns1:spLocks noGrp="1"/>
          </ns0:cNvSpPr>
          <ns0:nvPr>
            <ns0:ph type="chart" idx="76" hasCustomPrompt="1"/>
          </ns0:nvPr>
        </ns0:nvSpPr>
        <ns0:spPr>
          <ns1:xfrm>
            <ns1:off x="9514702" y="2656703"/>
            <ns1:ext cx="7599405" cy="6240161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31" name="Текст 39">
            <ns1:extLst>
              <ns1:ext uri="{FF2B5EF4-FFF2-40B4-BE49-F238E27FC236}">
                <ns2:creationId id="{7F584D5A-7C9E-B7E3-AB0C-9187F1EF89CD}"/>
              </ns1:ext>
            </ns1:extLst>
          </ns0:cNvPr>
          <ns0:cNvSpPr>
            <ns1:spLocks noGrp="1"/>
          </ns0:cNvSpPr>
          <ns0:nvPr>
            <ns0:ph type="body" idx="26" hasCustomPrompt="1"/>
          </ns0:nvPr>
        </ns0:nvSpPr>
        <ns0:spPr>
          <ns1:xfrm>
            <ns1:off x="9678878" y="2819089"/>
            <ns1:ext cx="2134182" cy="1026280"/>
          </ns1:xfrm>
        </ns0:spPr>
        <ns0:txBody>
          <ns1:bodyPr anchor="t">
            <ns1:noAutofit/>
          </ns1:bodyPr>
          <ns1:lstStyle>
            <ns1:lvl1pPr algn="l"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  <ns1:br/>
            <ns1:r>
              <ns1:t>максимум</ns1:t>
            </ns1:r>
            <ns1:br/>
            <ns1:r>
              <ns1:t>в 3 строки</ns1:t>
            </ns1:r>
          </ns1:p>
        </ns0:txBody>
      </ns0:sp>
      <ns0:sp>
        <ns0:nvSpPr>
          <ns0:cNvPr id="4" name="Текст 39">
            <ns1:extLst>
              <ns1:ext uri="{FF2B5EF4-FFF2-40B4-BE49-F238E27FC236}">
                <ns2:creationId id="{BE774155-E7B6-4A81-4223-9193F1F79D88}"/>
              </ns1:ext>
            </ns1:extLst>
          </ns0:cNvPr>
          <ns0:cNvSpPr>
            <ns1:spLocks noGrp="1"/>
          </ns0:cNvSpPr>
          <ns0:nvPr>
            <ns0:ph type="body" idx="22" hasCustomPrompt="1"/>
          </ns0:nvPr>
        </ns0:nvSpPr>
        <ns0:spPr>
          <ns1:xfrm>
            <ns1:off x="1293171" y="4448175"/>
            <ns1:ext cx="3242957" cy="1174149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</ns1:t>
            </ns1:r>
          </ns1:p>
        </ns0:txBody>
      </ns0:sp>
      <ns0:sp>
        <ns0:nvSpPr>
          <ns0:cNvPr id="5" name="Текст 39">
            <ns1:extLst>
              <ns1:ext uri="{FF2B5EF4-FFF2-40B4-BE49-F238E27FC236}">
                <ns2:creationId id="{4A78E65A-0385-A613-7B3C-4250DA494EEB}"/>
              </ns1:ext>
            </ns1:extLst>
          </ns0:cNvPr>
          <ns0:cNvSpPr>
            <ns1:spLocks noGrp="1"/>
          </ns0:cNvSpPr>
          <ns0:nvPr>
            <ns0:ph type="body" idx="24" hasCustomPrompt="1"/>
          </ns0:nvPr>
        </ns0:nvSpPr>
        <ns0:spPr>
          <ns1:xfrm>
            <ns1:off x="952501" y="2430783"/>
            <ns1:ext cx="8077200" cy="343925"/>
          </ns1:xfrm>
        </ns0:spPr>
        <ns0:txBody>
          <ns1:bodyPr anchor="ctr">
            <ns1:noAutofit/>
          </ns1:bodyPr>
          <ns1:lstStyle>
            <ns1:lvl1pPr>
              <ns1:buNone/>
              <ns1:defRPr sz="24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48" name="Текст 39">
            <ns1:extLst>
              <ns1:ext uri="{FF2B5EF4-FFF2-40B4-BE49-F238E27FC236}">
                <ns2:creationId id="{BE5EF889-6BC6-3F23-1377-AA4BBC323BE5}"/>
              </ns1:ext>
            </ns1:extLst>
          </ns0:cNvPr>
          <ns0:cNvSpPr>
            <ns1:spLocks noGrp="1"/>
          </ns0:cNvSpPr>
          <ns0:nvPr>
            <ns0:ph type="body" idx="77" hasCustomPrompt="1"/>
          </ns0:nvPr>
        </ns0:nvSpPr>
        <ns0:spPr>
          <ns1:xfrm>
            <ns1:off x="1293171" y="3983471"/>
            <ns1:ext cx="3242957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50" name="Текст 39">
            <ns1:extLst>
              <ns1:ext uri="{FF2B5EF4-FFF2-40B4-BE49-F238E27FC236}">
                <ns2:creationId id="{584CD762-E43F-5D94-93A9-078D1BDCD625}"/>
              </ns1:ext>
            </ns1:extLst>
          </ns0:cNvPr>
          <ns0:cNvSpPr>
            <ns1:spLocks noGrp="1"/>
          </ns0:cNvSpPr>
          <ns0:nvPr>
            <ns0:ph type="body" idx="78" hasCustomPrompt="1"/>
          </ns0:nvPr>
        </ns0:nvSpPr>
        <ns0:spPr>
          <ns1:xfrm>
            <ns1:off x="5445042" y="4448175"/>
            <ns1:ext cx="3242957" cy="1174149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</ns1:t>
            </ns1:r>
          </ns1:p>
        </ns0:txBody>
      </ns0:sp>
      <ns0:sp>
        <ns0:nvSpPr>
          <ns0:cNvPr id="52" name="Текст 39">
            <ns1:extLst>
              <ns1:ext uri="{FF2B5EF4-FFF2-40B4-BE49-F238E27FC236}">
                <ns2:creationId id="{1303B3F3-2FB1-987C-CEBF-FACC5AC8871E}"/>
              </ns1:ext>
            </ns1:extLst>
          </ns0:cNvPr>
          <ns0:cNvSpPr>
            <ns1:spLocks noGrp="1"/>
          </ns0:cNvSpPr>
          <ns0:nvPr>
            <ns0:ph type="body" idx="79" hasCustomPrompt="1"/>
          </ns0:nvPr>
        </ns0:nvSpPr>
        <ns0:spPr>
          <ns1:xfrm>
            <ns1:off x="5445042" y="3983471"/>
            <ns1:ext cx="3242957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54" name="Текст 39">
            <ns1:extLst>
              <ns1:ext uri="{FF2B5EF4-FFF2-40B4-BE49-F238E27FC236}">
                <ns2:creationId id="{FC4F5B6A-EB96-6A25-7F81-D22679FDE668}"/>
              </ns1:ext>
            </ns1:extLst>
          </ns0:cNvPr>
          <ns0:cNvSpPr>
            <ns1:spLocks noGrp="1"/>
          </ns0:cNvSpPr>
          <ns0:nvPr>
            <ns0:ph type="body" idx="80" hasCustomPrompt="1"/>
          </ns0:nvPr>
        </ns0:nvSpPr>
        <ns0:spPr>
          <ns1:xfrm>
            <ns1:off x="1293171" y="7722715"/>
            <ns1:ext cx="3242957" cy="1174149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</ns1:t>
            </ns1:r>
          </ns1:p>
        </ns0:txBody>
      </ns0:sp>
      <ns0:sp>
        <ns0:nvSpPr>
          <ns0:cNvPr id="56" name="Текст 39">
            <ns1:extLst>
              <ns1:ext uri="{FF2B5EF4-FFF2-40B4-BE49-F238E27FC236}">
                <ns2:creationId id="{605B58AD-7493-C27C-979B-E2EAD4ED9DC7}"/>
              </ns1:ext>
            </ns1:extLst>
          </ns0:cNvPr>
          <ns0:cNvSpPr>
            <ns1:spLocks noGrp="1"/>
          </ns0:cNvSpPr>
          <ns0:nvPr>
            <ns0:ph type="body" idx="81" hasCustomPrompt="1"/>
          </ns0:nvPr>
        </ns0:nvSpPr>
        <ns0:spPr>
          <ns1:xfrm>
            <ns1:off x="1293171" y="7258011"/>
            <ns1:ext cx="3242957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58" name="Текст 39">
            <ns1:extLst>
              <ns1:ext uri="{FF2B5EF4-FFF2-40B4-BE49-F238E27FC236}">
                <ns2:creationId id="{46C2484D-BB1A-BAB0-BDE7-5F101233C471}"/>
              </ns1:ext>
            </ns1:extLst>
          </ns0:cNvPr>
          <ns0:cNvSpPr>
            <ns1:spLocks noGrp="1"/>
          </ns0:cNvSpPr>
          <ns0:nvPr>
            <ns0:ph type="body" idx="82" hasCustomPrompt="1"/>
          </ns0:nvPr>
        </ns0:nvSpPr>
        <ns0:spPr>
          <ns1:xfrm>
            <ns1:off x="5445042" y="7722715"/>
            <ns1:ext cx="3242957" cy="1174149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</ns1:t>
            </ns1:r>
          </ns1:p>
        </ns0:txBody>
      </ns0:sp>
      <ns0:sp>
        <ns0:nvSpPr>
          <ns0:cNvPr id="60" name="Текст 39">
            <ns1:extLst>
              <ns1:ext uri="{FF2B5EF4-FFF2-40B4-BE49-F238E27FC236}">
                <ns2:creationId id="{58BAC386-5B9D-8492-7C85-F665C303DEB4}"/>
              </ns1:ext>
            </ns1:extLst>
          </ns0:cNvPr>
          <ns0:cNvSpPr>
            <ns1:spLocks noGrp="1"/>
          </ns0:cNvSpPr>
          <ns0:nvPr>
            <ns0:ph type="body" idx="83" hasCustomPrompt="1"/>
          </ns0:nvPr>
        </ns0:nvSpPr>
        <ns0:spPr>
          <ns1:xfrm>
            <ns1:off x="5445042" y="7258011"/>
            <ns1:ext cx="3242957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3" name="Рисунок 16">
            <ns1:extLst>
              <ns1:ext uri="{FF2B5EF4-FFF2-40B4-BE49-F238E27FC236}">
                <ns2:creationId id="{B1CAD812-2F39-E13D-B7AD-0618FB21DD9C}"/>
              </ns1:ext>
            </ns1:extLst>
          </ns0:cNvPr>
          <ns0:cNvSpPr>
            <ns1:spLocks noGrp="1"/>
          </ns0:cNvSpPr>
          <ns0:nvPr>
            <ns0:ph type="pic" idx="87" hasCustomPrompt="1"/>
          </ns0:nvPr>
        </ns0:nvSpPr>
        <ns0:spPr>
          <ns1:xfrm>
            <ns1:off x="1293171" y="3309883"/>
            <ns1:ext cx="533400" cy="533400"/>
          </ns1:xfrm>
          <ns1:prstGeom prst="rect">
            <ns1:avLst/>
          </ns1:prstGeom>
          <ns1:blipFill>
            <ns1:blip ns3:embed="Rd2dcd97e125844dc"/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1" name="Рисунок 16">
            <ns1:extLst>
              <ns1:ext uri="{FF2B5EF4-FFF2-40B4-BE49-F238E27FC236}">
                <ns2:creationId id="{E4B26442-601D-F492-7DE8-B715F77B4F44}"/>
              </ns1:ext>
            </ns1:extLst>
          </ns0:cNvPr>
          <ns0:cNvSpPr>
            <ns1:spLocks noGrp="1"/>
          </ns0:cNvSpPr>
          <ns0:nvPr>
            <ns0:ph type="pic" idx="98" hasCustomPrompt="1"/>
          </ns0:nvPr>
        </ns0:nvSpPr>
        <ns0:spPr>
          <ns1:xfrm>
            <ns1:off x="5438451" y="3309883"/>
            <ns1:ext cx="533400" cy="533400"/>
          </ns1:xfrm>
          <ns1:prstGeom prst="rect">
            <ns1:avLst/>
          </ns1:prstGeom>
          <ns1:blipFill>
            <ns1:blip ns3:embed="Rd2dcd97e125844dc"/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2" name="Рисунок 16">
            <ns1:extLst>
              <ns1:ext uri="{FF2B5EF4-FFF2-40B4-BE49-F238E27FC236}">
                <ns2:creationId id="{CD36D23D-0746-8A31-AE97-AE108A50AB80}"/>
              </ns1:ext>
            </ns1:extLst>
          </ns0:cNvPr>
          <ns0:cNvSpPr>
            <ns1:spLocks noGrp="1"/>
          </ns0:cNvSpPr>
          <ns0:nvPr>
            <ns0:ph type="pic" idx="99" hasCustomPrompt="1"/>
          </ns0:nvPr>
        </ns0:nvSpPr>
        <ns0:spPr>
          <ns1:xfrm>
            <ns1:off x="1293171" y="6584306"/>
            <ns1:ext cx="533400" cy="533400"/>
          </ns1:xfrm>
          <ns1:prstGeom prst="rect">
            <ns1:avLst/>
          </ns1:prstGeom>
          <ns1:blipFill>
            <ns1:blip ns3:embed="Rd2dcd97e125844dc"/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3" name="Рисунок 16">
            <ns1:extLst>
              <ns1:ext uri="{FF2B5EF4-FFF2-40B4-BE49-F238E27FC236}">
                <ns2:creationId id="{8640EE6E-48D9-F1C2-40F9-B608F87923C6}"/>
              </ns1:ext>
            </ns1:extLst>
          </ns0:cNvPr>
          <ns0:cNvSpPr>
            <ns1:spLocks noGrp="1"/>
          </ns0:cNvSpPr>
          <ns0:nvPr>
            <ns0:ph type="pic" idx="100" hasCustomPrompt="1"/>
          </ns0:nvPr>
        </ns0:nvSpPr>
        <ns0:spPr>
          <ns1:xfrm>
            <ns1:off x="5438451" y="6584306"/>
            <ns1:ext cx="533400" cy="533400"/>
          </ns1:xfrm>
          <ns1:prstGeom prst="rect">
            <ns1:avLst/>
          </ns1:prstGeom>
          <ns1:blipFill>
            <ns1:blip ns3:embed="Rd2dcd97e125844dc"/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6" name="Рисунок 3">
            <ns1:extLst>
              <ns1:ext uri="{FF2B5EF4-FFF2-40B4-BE49-F238E27FC236}">
                <ns2:creationId id="{D2C90F05-F8E0-A4C8-BCB8-0AD926E02C6C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7" name="Текст 16">
            <ns1:extLst>
              <ns1:ext uri="{FF2B5EF4-FFF2-40B4-BE49-F238E27FC236}">
                <ns2:creationId id="{128A2394-98B7-682E-6327-21548CFA5BE1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905516ac465f4cd4">
              <ns1:extLst>
                <ns1:ext uri="{96DAC541-7B7A-43D3-8B79-37D633B846F1}">
                  <ns4:svgBlip ns3:embed="R83cad93a6c9a4986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8" name="Текст 16">
            <ns1:extLst>
              <ns1:ext uri="{FF2B5EF4-FFF2-40B4-BE49-F238E27FC236}">
                <ns2:creationId id="{8E9AAAA3-EA2D-713D-26B0-537233C3ECE6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f40492ff536d419a">
              <ns1:extLst>
                <ns1:ext uri="{96DAC541-7B7A-43D3-8B79-37D633B846F1}">
                  <ns4:svgBlip ns3:embed="R29e8597737664842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58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диаграмма и 2 маленьких диаграммы">
    <ns0:bg>
      <ns0:bgPr>
        <ns1:solidFill>
          <ns1:schemeClr val="bg1">
            <ns1:lumMod val="95000"/>
          </ns1:schemeClr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5" name="Рисунок 11">
            <ns1:extLst>
              <ns1:ext uri="{FF2B5EF4-FFF2-40B4-BE49-F238E27FC236}">
                <ns2:creationId id="{EDE4FD2C-EB0D-7542-ED1D-F1B51474D8B9}"/>
              </ns1:ext>
            </ns1:extLst>
          </ns0:cNvPr>
          <ns0:cNvSpPr>
            <ns1:spLocks noGrp="1"/>
          </ns0:cNvSpPr>
          <ns0:nvPr>
            <ns0:ph type="pic" idx="94" hasCustomPrompt="1"/>
          </ns0:nvPr>
        </ns0:nvSpPr>
        <ns0:spPr>
          <ns1:xfrm>
            <ns1:off x="952500" y="2450754"/>
            <ns1:ext cx="3924300" cy="3258068"/>
          </ns1:xfrm>
          <ns1:prstGeom prst="roundRect">
            <ns1:avLst>
              <ns1:gd name="adj" fmla="val 9545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9" name="Рисунок 11">
            <ns1:extLst>
              <ns1:ext uri="{FF2B5EF4-FFF2-40B4-BE49-F238E27FC236}">
                <ns2:creationId id="{95283A4C-C7CA-16F1-7D64-276FC6DD2069}"/>
              </ns1:ext>
            </ns1:extLst>
          </ns0:cNvPr>
          <ns0:cNvSpPr>
            <ns1:spLocks noGrp="1"/>
          </ns0:cNvSpPr>
          <ns0:nvPr>
            <ns0:ph type="pic" idx="93" hasCustomPrompt="1"/>
          </ns0:nvPr>
        </ns0:nvSpPr>
        <ns0:spPr>
          <ns1:xfrm>
            <ns1:off x="5103858" y="2430784"/>
            <ns1:ext cx="8080284" cy="6815930"/>
          </ns1:xfrm>
          <ns1:prstGeom prst="roundRect">
            <ns1:avLst>
              <ns1:gd name="adj" fmla="val 5656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0" name="Рисунок 11">
            <ns1:extLst>
              <ns1:ext uri="{FF2B5EF4-FFF2-40B4-BE49-F238E27FC236}">
                <ns2:creationId id="{055D0675-347D-0C3E-0478-DA42A5DFD309}"/>
              </ns1:ext>
            </ns1:extLst>
          </ns0:cNvPr>
          <ns0:cNvSpPr>
            <ns1:spLocks noGrp="1"/>
          </ns0:cNvSpPr>
          <ns0:nvPr>
            <ns0:ph type="pic" idx="95" hasCustomPrompt="1"/>
          </ns0:nvPr>
        </ns0:nvSpPr>
        <ns0:spPr>
          <ns1:xfrm>
            <ns1:off x="952500" y="5955954"/>
            <ns1:ext cx="3924300" cy="3258068"/>
          </ns1:xfrm>
          <ns1:prstGeom prst="roundRect">
            <ns1:avLst>
              <ns1:gd name="adj" fmla="val 9545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1" name="Рисунок 11">
            <ns1:extLst>
              <ns1:ext uri="{FF2B5EF4-FFF2-40B4-BE49-F238E27FC236}">
                <ns2:creationId id="{45B05521-E4E5-75C5-4DD4-2EFCE50EA327}"/>
              </ns1:ext>
            </ns1:extLst>
          </ns0:cNvPr>
          <ns0:cNvSpPr>
            <ns1:spLocks noGrp="1"/>
          </ns0:cNvSpPr>
          <ns0:nvPr>
            <ns0:ph type="pic" idx="96" hasCustomPrompt="1"/>
          </ns0:nvPr>
        </ns0:nvSpPr>
        <ns0:spPr>
          <ns1:xfrm>
            <ns1:off x="13485858" y="2430784"/>
            <ns1:ext cx="3845931" cy="4767545"/>
          </ns1:xfrm>
          <ns1:prstGeom prst="roundRect">
            <ns1:avLst>
              <ns1:gd name="adj" fmla="val 5656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4" name="Рисунок 11">
            <ns1:extLst>
              <ns1:ext uri="{FF2B5EF4-FFF2-40B4-BE49-F238E27FC236}">
                <ns2:creationId id="{D29B5086-C400-8A90-53E1-2E3505F75829}"/>
              </ns1:ext>
            </ns1:extLst>
          </ns0:cNvPr>
          <ns0:cNvSpPr>
            <ns1:spLocks noGrp="1"/>
          </ns0:cNvSpPr>
          <ns0:nvPr>
            <ns0:ph type="pic" idx="97" hasCustomPrompt="1"/>
          </ns0:nvPr>
        </ns0:nvSpPr>
        <ns0:spPr>
          <ns1:xfrm>
            <ns1:off x="13485858" y="7445549"/>
            <ns1:ext cx="3845931" cy="1767847"/>
          </ns1:xfrm>
          <ns1:prstGeom prst="roundRect">
            <ns1:avLst>
              <ns1:gd name="adj" fmla="val 5656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72" name="Диаграмма 22">
            <ns1:extLst>
              <ns1:ext uri="{FF2B5EF4-FFF2-40B4-BE49-F238E27FC236}">
                <ns2:creationId id="{41DBB872-D507-7D27-7720-2B7267A2B287}"/>
              </ns1:ext>
            </ns1:extLst>
          </ns0:cNvPr>
          <ns0:cNvSpPr>
            <ns1:spLocks noGrp="1"/>
          </ns0:cNvSpPr>
          <ns0:nvPr>
            <ns0:ph type="chart" idx="76" hasCustomPrompt="1"/>
          </ns0:nvPr>
        </ns0:nvSpPr>
        <ns0:spPr>
          <ns1:xfrm>
            <ns1:off x="5344297" y="2656703"/>
            <ns1:ext cx="7599405" cy="6240161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31" name="Текст 39">
            <ns1:extLst>
              <ns1:ext uri="{FF2B5EF4-FFF2-40B4-BE49-F238E27FC236}">
                <ns2:creationId id="{7F584D5A-7C9E-B7E3-AB0C-9187F1EF89CD}"/>
              </ns1:ext>
            </ns1:extLst>
          </ns0:cNvPr>
          <ns0:cNvSpPr>
            <ns1:spLocks noGrp="1"/>
          </ns0:cNvSpPr>
          <ns0:nvPr>
            <ns0:ph type="body" idx="26" hasCustomPrompt="1"/>
          </ns0:nvPr>
        </ns0:nvSpPr>
        <ns0:spPr>
          <ns1:xfrm>
            <ns1:off x="5508473" y="2819089"/>
            <ns1:ext cx="2134182" cy="1026280"/>
          </ns1:xfrm>
        </ns0:spPr>
        <ns0:txBody>
          <ns1:bodyPr anchor="t">
            <ns1:noAutofit/>
          </ns1:bodyPr>
          <ns1:lstStyle>
            <ns1:lvl1pPr algn="l"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  <ns1:br/>
            <ns1:r>
              <ns1:t>максимум</ns1:t>
            </ns1:r>
            <ns1:br/>
            <ns1:r>
              <ns1:t>в 3 строки</ns1:t>
            </ns1:r>
          </ns1:p>
        </ns0:txBody>
      </ns0:sp>
      <ns0:sp>
        <ns0:nvSpPr>
          <ns0:cNvPr id="4" name="Текст 39">
            <ns1:extLst>
              <ns1:ext uri="{FF2B5EF4-FFF2-40B4-BE49-F238E27FC236}">
                <ns2:creationId id="{BE774155-E7B6-4A81-4223-9193F1F79D88}"/>
              </ns1:ext>
            </ns1:extLst>
          </ns0:cNvPr>
          <ns0:cNvSpPr>
            <ns1:spLocks noGrp="1"/>
          </ns0:cNvSpPr>
          <ns0:nvPr>
            <ns0:ph type="body" idx="22" hasCustomPrompt="1"/>
          </ns0:nvPr>
        </ns0:nvSpPr>
        <ns0:spPr>
          <ns1:xfrm>
            <ns1:off x="1293171" y="4757353"/>
            <ns1:ext cx="3242957" cy="741401"/>
          </ns1:xfrm>
        </ns0:spPr>
        <ns0:txBody>
          <ns1:bodyPr>
            <ns1:noAutofit/>
          </ns1:bodyPr>
          <ns1:lstStyle>
            <ns1:lvl1pPr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</ns1:t>
            </ns1:r>
          </ns1:p>
        </ns0:txBody>
      </ns0:sp>
      <ns0:sp>
        <ns0:nvSpPr>
          <ns0:cNvPr id="54" name="Текст 39">
            <ns1:extLst>
              <ns1:ext uri="{FF2B5EF4-FFF2-40B4-BE49-F238E27FC236}">
                <ns2:creationId id="{FC4F5B6A-EB96-6A25-7F81-D22679FDE668}"/>
              </ns1:ext>
            </ns1:extLst>
          </ns0:cNvPr>
          <ns0:cNvSpPr>
            <ns1:spLocks noGrp="1"/>
          </ns0:cNvSpPr>
          <ns0:nvPr>
            <ns0:ph type="body" idx="80" hasCustomPrompt="1"/>
          </ns0:nvPr>
        </ns0:nvSpPr>
        <ns0:spPr>
          <ns1:xfrm>
            <ns1:off x="1293171" y="8254319"/>
            <ns1:ext cx="3242957" cy="741401"/>
          </ns1:xfrm>
        </ns0:spPr>
        <ns0:txBody>
          <ns1:bodyPr>
            <ns1:noAutofit/>
          </ns1:bodyPr>
          <ns1:lstStyle>
            <ns1:lvl1pPr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</ns1:t>
            </ns1:r>
          </ns1:p>
        </ns0:txBody>
      </ns0:sp>
      <ns0:sp>
        <ns0:nvSpPr>
          <ns0:cNvPr id="6" name="Диаграмма 22">
            <ns1:extLst>
              <ns1:ext uri="{FF2B5EF4-FFF2-40B4-BE49-F238E27FC236}">
                <ns2:creationId id="{B53C3BA4-F962-0AB7-521E-361352D8303D}"/>
              </ns1:ext>
            </ns1:extLst>
          </ns0:cNvPr>
          <ns0:cNvSpPr>
            <ns1:spLocks noGrp="1"/>
          </ns0:cNvSpPr>
          <ns0:nvPr>
            <ns0:ph type="chart" idx="81" hasCustomPrompt="1"/>
          </ns0:nvPr>
        </ns0:nvSpPr>
        <ns0:spPr>
          <ns1:xfrm>
            <ns1:off x="1278925" y="2656703"/>
            <ns1:ext cx="3257204" cy="2100649"/>
          </ns1:xfrm>
        </ns0:spPr>
        <ns0:txBody>
          <ns1:bodyPr anchor="ctr">
            <ns1:normAutofit/>
          </ns1:bodyPr>
          <ns1:lstStyle>
            <ns1:lvl1pPr algn="ctr">
              <ns1:buNone/>
              <ns1:defRPr sz="1600"/>
            </ns1:lvl1pPr>
          </ns1:lstStyle>
          <ns1:p>
            <ns1:r>
              <ns1:t> </ns1:t>
            </ns1:r>
          </ns1:p>
        </ns0:txBody>
      </ns0:sp>
      <ns0:sp>
        <ns0:nvSpPr>
          <ns0:cNvPr id="7" name="Диаграмма 22">
            <ns1:extLst>
              <ns1:ext uri="{FF2B5EF4-FFF2-40B4-BE49-F238E27FC236}">
                <ns2:creationId id="{C1727DBE-AE25-89FA-F39E-E0F77F24DC94}"/>
              </ns1:ext>
            </ns1:extLst>
          </ns0:cNvPr>
          <ns0:cNvSpPr>
            <ns1:spLocks noGrp="1"/>
          </ns0:cNvSpPr>
          <ns0:nvPr>
            <ns0:ph type="chart" idx="82" hasCustomPrompt="1"/>
          </ns0:nvPr>
        </ns0:nvSpPr>
        <ns0:spPr>
          <ns1:xfrm>
            <ns1:off x="1278925" y="6153665"/>
            <ns1:ext cx="3257204" cy="2100649"/>
          </ns1:xfrm>
        </ns0:spPr>
        <ns0:txBody>
          <ns1:bodyPr anchor="ctr">
            <ns1:normAutofit/>
          </ns1:bodyPr>
          <ns1:lstStyle>
            <ns1:lvl1pPr algn="ctr">
              <ns1:buNone/>
              <ns1:defRPr sz="1600"/>
            </ns1:lvl1pPr>
          </ns1:lstStyle>
          <ns1:p>
            <ns1:r>
              <ns1:t> </ns1:t>
            </ns1:r>
          </ns1:p>
        </ns0:txBody>
      </ns0:sp>
      <ns0:sp>
        <ns0:nvSpPr>
          <ns0:cNvPr id="12" name="Текст 39">
            <ns1:extLst>
              <ns1:ext uri="{FF2B5EF4-FFF2-40B4-BE49-F238E27FC236}">
                <ns2:creationId id="{C2AD7E35-0559-4579-F5F6-842810BA7FA1}"/>
              </ns1:ext>
            </ns1:extLst>
          </ns0:cNvPr>
          <ns0:cNvSpPr>
            <ns1:spLocks noGrp="1"/>
          </ns0:cNvSpPr>
          <ns0:nvPr>
            <ns0:ph type="body" idx="42" hasCustomPrompt="1"/>
          </ns0:nvPr>
        </ns0:nvSpPr>
        <ns0:spPr>
          <ns1:xfrm>
            <ns1:off x="13834311" y="4855572"/>
            <ns1:ext cx="3111090" cy="350136"/>
          </ns1:xfrm>
        </ns0:spPr>
        <ns0:txBody>
          <ns1:bodyPr anchor="ctr">
            <ns1:noAutofit/>
          </ns1:bodyPr>
          <ns1:lstStyle>
            <ns1:lvl1pPr algn="ctr">
              <ns1:buNone/>
              <ns1:defRPr sz="16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</ns1:t>
            </ns1:r>
          </ns1:p>
        </ns0:txBody>
      </ns0:sp>
      <ns0:sp>
        <ns0:nvSpPr>
          <ns0:cNvPr id="13" name="Текст 39">
            <ns1:extLst>
              <ns1:ext uri="{FF2B5EF4-FFF2-40B4-BE49-F238E27FC236}">
                <ns2:creationId id="{990D3A22-2ABE-E52A-58D7-E3F1DA3BAE13}"/>
              </ns1:ext>
            </ns1:extLst>
          </ns0:cNvPr>
          <ns0:cNvSpPr>
            <ns1:spLocks noGrp="1"/>
          </ns0:cNvSpPr>
          <ns0:nvPr>
            <ns0:ph type="body" idx="43" hasCustomPrompt="1"/>
          </ns0:nvPr>
        </ns0:nvSpPr>
        <ns0:spPr>
          <ns1:xfrm>
            <ns1:off x="13834311" y="4193194"/>
            <ns1:ext cx="3111090" cy="643326"/>
          </ns1:xfrm>
        </ns0:spPr>
        <ns0:txBody>
          <ns1:bodyPr anchor="ctr">
            <ns1:noAutofit/>
          </ns1:bodyPr>
          <ns1:lstStyle>
            <ns1:lvl1pPr algn="ctr">
              <ns1:buNone/>
              <ns1:defRPr sz="48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19" name="Текст 39">
            <ns1:extLst>
              <ns1:ext uri="{FF2B5EF4-FFF2-40B4-BE49-F238E27FC236}">
                <ns2:creationId id="{6B903A68-BC9F-2DD3-5AB4-C9F1982F1BFF}"/>
              </ns1:ext>
            </ns1:extLst>
          </ns0:cNvPr>
          <ns0:cNvSpPr>
            <ns1:spLocks noGrp="1"/>
          </ns0:cNvSpPr>
          <ns0:nvPr>
            <ns0:ph type="body" idx="83" hasCustomPrompt="1"/>
          </ns0:nvPr>
        </ns0:nvSpPr>
        <ns0:spPr>
          <ns1:xfrm>
            <ns1:off x="13834311" y="3445721"/>
            <ns1:ext cx="3111090" cy="350136"/>
          </ns1:xfrm>
        </ns0:spPr>
        <ns0:txBody>
          <ns1:bodyPr anchor="ctr">
            <ns1:noAutofit/>
          </ns1:bodyPr>
          <ns1:lstStyle>
            <ns1:lvl1pPr algn="ctr">
              <ns1:buNone/>
              <ns1:defRPr sz="16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</ns1:t>
            </ns1:r>
          </ns1:p>
        </ns0:txBody>
      </ns0:sp>
      <ns0:sp>
        <ns0:nvSpPr>
          <ns0:cNvPr id="21" name="Текст 39">
            <ns1:extLst>
              <ns1:ext uri="{FF2B5EF4-FFF2-40B4-BE49-F238E27FC236}">
                <ns2:creationId id="{BE03F46F-B49B-E07A-4492-77F491498C39}"/>
              </ns1:ext>
            </ns1:extLst>
          </ns0:cNvPr>
          <ns0:cNvSpPr>
            <ns1:spLocks noGrp="1"/>
          </ns0:cNvSpPr>
          <ns0:nvPr>
            <ns0:ph type="body" idx="84" hasCustomPrompt="1"/>
          </ns0:nvPr>
        </ns0:nvSpPr>
        <ns0:spPr>
          <ns1:xfrm>
            <ns1:off x="13834311" y="2783343"/>
            <ns1:ext cx="3111090" cy="643326"/>
          </ns1:xfrm>
        </ns0:spPr>
        <ns0:txBody>
          <ns1:bodyPr anchor="ctr">
            <ns1:noAutofit/>
          </ns1:bodyPr>
          <ns1:lstStyle>
            <ns1:lvl1pPr algn="ctr">
              <ns1:buNone/>
              <ns1:defRPr sz="48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22" name="Текст 39">
            <ns1:extLst>
              <ns1:ext uri="{FF2B5EF4-FFF2-40B4-BE49-F238E27FC236}">
                <ns2:creationId id="{8711788C-BEE2-5074-90E7-9C9721F4884D}"/>
              </ns1:ext>
            </ns1:extLst>
          </ns0:cNvPr>
          <ns0:cNvSpPr>
            <ns1:spLocks noGrp="1"/>
          </ns0:cNvSpPr>
          <ns0:nvPr>
            <ns0:ph type="body" idx="85" hasCustomPrompt="1"/>
          </ns0:nvPr>
        </ns0:nvSpPr>
        <ns0:spPr>
          <ns1:xfrm>
            <ns1:off x="13834311" y="6385093"/>
            <ns1:ext cx="3111090" cy="350136"/>
          </ns1:xfrm>
        </ns0:spPr>
        <ns0:txBody>
          <ns1:bodyPr anchor="ctr">
            <ns1:noAutofit/>
          </ns1:bodyPr>
          <ns1:lstStyle>
            <ns1:lvl1pPr algn="ctr">
              <ns1:buNone/>
              <ns1:defRPr sz="16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</ns1:t>
            </ns1:r>
          </ns1:p>
        </ns0:txBody>
      </ns0:sp>
      <ns0:sp>
        <ns0:nvSpPr>
          <ns0:cNvPr id="23" name="Текст 39">
            <ns1:extLst>
              <ns1:ext uri="{FF2B5EF4-FFF2-40B4-BE49-F238E27FC236}">
                <ns2:creationId id="{9AA15519-FE2A-6902-4D52-E425CC37C333}"/>
              </ns1:ext>
            </ns1:extLst>
          </ns0:cNvPr>
          <ns0:cNvSpPr>
            <ns1:spLocks noGrp="1"/>
          </ns0:cNvSpPr>
          <ns0:nvPr>
            <ns0:ph type="body" idx="86" hasCustomPrompt="1"/>
          </ns0:nvPr>
        </ns0:nvSpPr>
        <ns0:spPr>
          <ns1:xfrm>
            <ns1:off x="13834311" y="5722715"/>
            <ns1:ext cx="3111090" cy="643326"/>
          </ns1:xfrm>
        </ns0:spPr>
        <ns0:txBody>
          <ns1:bodyPr anchor="ctr">
            <ns1:noAutofit/>
          </ns1:bodyPr>
          <ns1:lstStyle>
            <ns1:lvl1pPr algn="ctr">
              <ns1:buNone/>
              <ns1:defRPr sz="48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26" name="Текст 39">
            <ns1:extLst>
              <ns1:ext uri="{FF2B5EF4-FFF2-40B4-BE49-F238E27FC236}">
                <ns2:creationId id="{BDAC90A8-E57F-6EFE-FA8A-0451B229E0BF}"/>
              </ns1:ext>
            </ns1:extLst>
          </ns0:cNvPr>
          <ns0:cNvSpPr>
            <ns1:spLocks noGrp="1"/>
          </ns0:cNvSpPr>
          <ns0:nvPr>
            <ns0:ph type="body" idx="87" hasCustomPrompt="1"/>
          </ns0:nvPr>
        </ns0:nvSpPr>
        <ns0:spPr>
          <ns1:xfrm>
            <ns1:off x="13834311" y="8497291"/>
            <ns1:ext cx="3111090" cy="350136"/>
          </ns1:xfrm>
        </ns0:spPr>
        <ns0:txBody>
          <ns1:bodyPr anchor="ctr">
            <ns1:noAutofit/>
          </ns1:bodyPr>
          <ns1:lstStyle>
            <ns1:lvl1pPr algn="ctr">
              <ns1:buNone/>
              <ns1:defRPr sz="16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</ns1:t>
            </ns1:r>
          </ns1:p>
        </ns0:txBody>
      </ns0:sp>
      <ns0:sp>
        <ns0:nvSpPr>
          <ns0:cNvPr id="27" name="Текст 39">
            <ns1:extLst>
              <ns1:ext uri="{FF2B5EF4-FFF2-40B4-BE49-F238E27FC236}">
                <ns2:creationId id="{5377FAA7-6686-AC92-7D0B-83DB6CCD0A07}"/>
              </ns1:ext>
            </ns1:extLst>
          </ns0:cNvPr>
          <ns0:cNvSpPr>
            <ns1:spLocks noGrp="1"/>
          </ns0:cNvSpPr>
          <ns0:nvPr>
            <ns0:ph type="body" idx="88" hasCustomPrompt="1"/>
          </ns0:nvPr>
        </ns0:nvSpPr>
        <ns0:spPr>
          <ns1:xfrm>
            <ns1:off x="13834311" y="7834913"/>
            <ns1:ext cx="3111090" cy="643326"/>
          </ns1:xfrm>
        </ns0:spPr>
        <ns0:txBody>
          <ns1:bodyPr anchor="ctr">
            <ns1:noAutofit/>
          </ns1:bodyPr>
          <ns1:lstStyle>
            <ns1:lvl1pPr algn="ctr">
              <ns1:buNone/>
              <ns1:defRPr sz="48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15" name="Рисунок 3">
            <ns1:extLst>
              <ns1:ext uri="{FF2B5EF4-FFF2-40B4-BE49-F238E27FC236}">
                <ns2:creationId id="{C83B49DF-59E2-DD10-495B-1CD73E327B7E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6" name="Текст 16">
            <ns1:extLst>
              <ns1:ext uri="{FF2B5EF4-FFF2-40B4-BE49-F238E27FC236}">
                <ns2:creationId id="{C76C3230-DE9D-6BED-4E07-8650AE8E278A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e7aadd233ccc4fd4">
              <ns1:extLst>
                <ns1:ext uri="{96DAC541-7B7A-43D3-8B79-37D633B846F1}">
                  <ns4:svgBlip ns3:embed="R16c29b40216a4de5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7" name="Текст 16">
            <ns1:extLst>
              <ns1:ext uri="{FF2B5EF4-FFF2-40B4-BE49-F238E27FC236}">
                <ns2:creationId id="{9E69A87E-BF91-E470-FB1A-0BFE9DFFABA3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bf4261a752d74d9d">
              <ns1:extLst>
                <ns1:ext uri="{96DAC541-7B7A-43D3-8B79-37D633B846F1}">
                  <ns4:svgBlip ns3:embed="R89f7c6aa54d047ee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59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Широкая диаграмма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6" name="Прямоугольник с двумя скругленными соседними углами 15">
            <ns1:extLst>
              <ns1:ext uri="{FF2B5EF4-FFF2-40B4-BE49-F238E27FC236}">
                <ns2:creationId id="{E6500356-6291-724E-4ED9-B7BB13C1FCFA}"/>
              </ns1:ext>
            </ns1:extLst>
          </ns0:cNvPr>
          <ns0:cNvSpPr>
            <ns1:spLocks noGrp="1"/>
          </ns0:cNvSpPr>
          <ns0:nvPr/>
        </ns0:nvSpPr>
        <ns0:spPr>
          <ns1:xfrm>
            <ns1:off x="0" y="5529263"/>
            <ns1:ext cx="18288000" cy="4757737"/>
          </ns1:xfrm>
          <ns1:prstGeom prst="round2SameRect">
            <ns1:avLst/>
          </ns1:prstGeom>
          <ns1:solidFill>
            <ns1:srgbClr val="FFE9E9"/>
          </ns1:solidFill>
          <ns1:ln>
            <ns1:noFill/>
          </ns1:ln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/>
          <ns1:lstStyle/>
          <ns1:p>
            <ns1:pPr algn="ctr">
              <ns1:buNone/>
            </ns1:pPr>
            <ns1:endParaRPr/>
          </ns1:p>
        </ns0:txBody>
      </ns0:sp>
      <ns0:sp>
        <ns0:nvSpPr>
          <ns0:cNvPr id="5" name="Рисунок 11">
            <ns1:extLst>
              <ns1:ext uri="{FF2B5EF4-FFF2-40B4-BE49-F238E27FC236}">
                <ns2:creationId id="{51615472-83C7-05DE-D048-AF2305CB6E6E}"/>
              </ns1:ext>
            </ns1:extLst>
          </ns0:cNvPr>
          <ns0:cNvSpPr>
            <ns1:spLocks noGrp="1"/>
          </ns0:cNvSpPr>
          <ns0:nvPr>
            <ns0:ph type="pic" idx="94" hasCustomPrompt="1"/>
          </ns0:nvPr>
        </ns0:nvSpPr>
        <ns0:spPr>
          <ns1:xfrm>
            <ns1:off x="952500" y="2450754"/>
            <ns1:ext cx="5289236" cy="2754660"/>
          </ns1:xfrm>
          <ns1:prstGeom prst="roundRect">
            <ns1:avLst>
              <ns1:gd name="adj" fmla="val 9545"/>
            </ns1:avLst>
          </ns1:prstGeom>
          <ns1:solidFill>
            <ns1:schemeClr val="bg1">
              <ns1:lumMod val="95000"/>
            </ns1:schemeClr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9" name="Рисунок 11">
            <ns1:extLst>
              <ns1:ext uri="{FF2B5EF4-FFF2-40B4-BE49-F238E27FC236}">
                <ns2:creationId id="{9D294787-FA00-BA37-3CD5-E82DE7A903F9}"/>
              </ns1:ext>
            </ns1:extLst>
          </ns0:cNvPr>
          <ns0:cNvSpPr>
            <ns1:spLocks noGrp="1"/>
          </ns0:cNvSpPr>
          <ns0:nvPr>
            <ns0:ph type="pic" idx="95" hasCustomPrompt="1"/>
          </ns0:nvPr>
        </ns0:nvSpPr>
        <ns0:spPr>
          <ns1:xfrm>
            <ns1:off x="6506633" y="2450754"/>
            <ns1:ext cx="5289236" cy="2754660"/>
          </ns1:xfrm>
          <ns1:prstGeom prst="roundRect">
            <ns1:avLst>
              <ns1:gd name="adj" fmla="val 9545"/>
            </ns1:avLst>
          </ns1:prstGeom>
          <ns1:solidFill>
            <ns1:schemeClr val="bg1">
              <ns1:lumMod val="95000"/>
            </ns1:schemeClr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0" name="Рисунок 11">
            <ns1:extLst>
              <ns1:ext uri="{FF2B5EF4-FFF2-40B4-BE49-F238E27FC236}">
                <ns2:creationId id="{F7D8326C-AE8E-C344-DCFF-D4BDD72DE1E8}"/>
              </ns1:ext>
            </ns1:extLst>
          </ns0:cNvPr>
          <ns0:cNvSpPr>
            <ns1:spLocks noGrp="1"/>
          </ns0:cNvSpPr>
          <ns0:nvPr>
            <ns0:ph type="pic" idx="96" hasCustomPrompt="1"/>
          </ns0:nvPr>
        </ns0:nvSpPr>
        <ns0:spPr>
          <ns1:xfrm>
            <ns1:off x="12060766" y="2450754"/>
            <ns1:ext cx="5289236" cy="2754660"/>
          </ns1:xfrm>
          <ns1:prstGeom prst="roundRect">
            <ns1:avLst>
              <ns1:gd name="adj" fmla="val 9545"/>
            </ns1:avLst>
          </ns1:prstGeom>
          <ns1:solidFill>
            <ns1:schemeClr val="bg1">
              <ns1:lumMod val="95000"/>
            </ns1:schemeClr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1" name="Рисунок 11">
            <ns1:extLst>
              <ns1:ext uri="{FF2B5EF4-FFF2-40B4-BE49-F238E27FC236}">
                <ns2:creationId id="{7AEBFA7B-7BA7-3E07-2217-CA5DA04FDDB7}"/>
              </ns1:ext>
            </ns1:extLst>
          </ns0:cNvPr>
          <ns0:cNvSpPr>
            <ns1:spLocks noGrp="1"/>
          </ns0:cNvSpPr>
          <ns0:nvPr>
            <ns0:ph type="pic" idx="97" hasCustomPrompt="1"/>
          </ns0:nvPr>
        </ns0:nvSpPr>
        <ns0:spPr>
          <ns1:xfrm>
            <ns1:off x="952500" y="6226887"/>
            <ns1:ext cx="16397502" cy="3298112"/>
          </ns1:xfrm>
          <ns1:prstGeom prst="roundRect">
            <ns1:avLst>
              <ns1:gd name="adj" fmla="val 9545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8" name="Диаграмма 22">
            <ns1:extLst>
              <ns1:ext uri="{FF2B5EF4-FFF2-40B4-BE49-F238E27FC236}">
                <ns2:creationId id="{99FB3197-63CE-5811-B992-37EE1592C0D6}"/>
              </ns1:ext>
            </ns1:extLst>
          </ns0:cNvPr>
          <ns0:cNvSpPr>
            <ns1:spLocks noGrp="1"/>
          </ns0:cNvSpPr>
          <ns0:nvPr>
            <ns0:ph type="chart" idx="81" hasCustomPrompt="1"/>
          </ns0:nvPr>
        </ns0:nvSpPr>
        <ns0:spPr>
          <ns1:xfrm>
            <ns1:off x="1257358" y="6531360"/>
            <ns1:ext cx="15773284" cy="2669790"/>
          </ns1:xfrm>
        </ns0:spPr>
        <ns0:txBody>
          <ns1:bodyPr anchor="ctr">
            <ns1:normAutofit/>
          </ns1:bodyPr>
          <ns1:lstStyle>
            <ns1:lvl1pPr algn="ctr">
              <ns1:buNone/>
              <ns1:defRPr sz="1600"/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46" name="Текст 39">
            <ns1:extLst>
              <ns1:ext uri="{FF2B5EF4-FFF2-40B4-BE49-F238E27FC236}">
                <ns2:creationId id="{5F3A10F4-C8E3-DEFF-E0B7-F35236A2B017}"/>
              </ns1:ext>
            </ns1:extLst>
          </ns0:cNvPr>
          <ns0:cNvSpPr>
            <ns1:spLocks noGrp="1"/>
          </ns0:cNvSpPr>
          <ns0:nvPr>
            <ns0:ph type="body" idx="39" hasCustomPrompt="1"/>
          </ns0:nvPr>
        </ns0:nvSpPr>
        <ns0:spPr>
          <ns1:xfrm>
            <ns1:off x="1257358" y="2752142"/>
            <ns1:ext cx="2705101" cy="942842"/>
          </ns1:xfrm>
        </ns0:spPr>
        <ns0:txBody>
          <ns1:bodyPr anchor="b">
            <ns1:noAutofit/>
          </ns1:bodyPr>
          <ns1:lstStyle>
            <ns1:lvl1pPr>
              <ns1:buNone/>
              <ns1:defRPr sz="72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</ns1:t>
            </ns1:r>
          </ns1:p>
        </ns0:txBody>
      </ns0:sp>
      <ns0:sp>
        <ns0:nvSpPr>
          <ns0:cNvPr id="50" name="Текст 39">
            <ns1:extLst>
              <ns1:ext uri="{FF2B5EF4-FFF2-40B4-BE49-F238E27FC236}">
                <ns2:creationId id="{26991E04-A291-8195-E377-666E93B02E5E}"/>
              </ns1:ext>
            </ns1:extLst>
          </ns0:cNvPr>
          <ns0:cNvSpPr>
            <ns1:spLocks noGrp="1"/>
          </ns0:cNvSpPr>
          <ns0:nvPr>
            <ns0:ph type="body" idx="42" hasCustomPrompt="1"/>
          </ns0:nvPr>
        </ns0:nvSpPr>
        <ns0:spPr>
          <ns1:xfrm>
            <ns1:off x="6794086" y="2752142"/>
            <ns1:ext cx="2705101" cy="942842"/>
          </ns1:xfrm>
        </ns0:spPr>
        <ns0:txBody>
          <ns1:bodyPr anchor="b">
            <ns1:noAutofit/>
          </ns1:bodyPr>
          <ns1:lstStyle>
            <ns1:lvl1pPr>
              <ns1:buNone/>
              <ns1:defRPr sz="72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02</ns1:t>
            </ns1:r>
          </ns1:p>
        </ns0:txBody>
      </ns0:sp>
      <ns0:sp>
        <ns0:nvSpPr>
          <ns0:cNvPr id="54" name="Текст 39">
            <ns1:extLst>
              <ns1:ext uri="{FF2B5EF4-FFF2-40B4-BE49-F238E27FC236}">
                <ns2:creationId id="{D10B3412-D21A-8E2A-B67E-7C65CF3722FE}"/>
              </ns1:ext>
            </ns1:extLst>
          </ns0:cNvPr>
          <ns0:cNvSpPr>
            <ns1:spLocks noGrp="1"/>
          </ns0:cNvSpPr>
          <ns0:nvPr>
            <ns0:ph type="body" idx="45" hasCustomPrompt="1"/>
          </ns0:nvPr>
        </ns0:nvSpPr>
        <ns0:spPr>
          <ns1:xfrm>
            <ns1:off x="12329913" y="2752142"/>
            <ns1:ext cx="2705101" cy="942842"/>
          </ns1:xfrm>
        </ns0:spPr>
        <ns0:txBody>
          <ns1:bodyPr anchor="b">
            <ns1:noAutofit/>
          </ns1:bodyPr>
          <ns1:lstStyle>
            <ns1:lvl1pPr>
              <ns1:buNone/>
              <ns1:defRPr sz="72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03</ns1:t>
            </ns1:r>
          </ns1:p>
        </ns0:txBody>
      </ns0:sp>
      <ns0:sp>
        <ns0:nvSpPr>
          <ns0:cNvPr id="3" name="Текст 39">
            <ns1:extLst>
              <ns1:ext uri="{FF2B5EF4-FFF2-40B4-BE49-F238E27FC236}">
                <ns2:creationId id="{50C8128F-6DC5-2AFC-73DE-B99DFEFAC3E6}"/>
              </ns1:ext>
            </ns1:extLst>
          </ns0:cNvPr>
          <ns0:cNvSpPr>
            <ns1:spLocks noGrp="1"/>
          </ns0:cNvSpPr>
          <ns0:nvPr>
            <ns0:ph type="body" idx="22" hasCustomPrompt="1"/>
          </ns0:nvPr>
        </ns0:nvSpPr>
        <ns0:spPr>
          <ns1:xfrm>
            <ns1:off x="1257359" y="3765253"/>
            <ns1:ext cx="4686242" cy="1133062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4" name="Текст 39">
            <ns1:extLst>
              <ns1:ext uri="{FF2B5EF4-FFF2-40B4-BE49-F238E27FC236}">
                <ns2:creationId id="{712EE35B-1A64-41AE-B090-DF985A1355A4}"/>
              </ns1:ext>
            </ns1:extLst>
          </ns0:cNvPr>
          <ns0:cNvSpPr>
            <ns1:spLocks noGrp="1"/>
          </ns0:cNvSpPr>
          <ns0:nvPr>
            <ns0:ph type="body" idx="31" hasCustomPrompt="1"/>
          </ns0:nvPr>
        </ns0:nvSpPr>
        <ns0:spPr>
          <ns1:xfrm>
            <ns1:off x="6794085" y="3765253"/>
            <ns1:ext cx="4686242" cy="1133062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7" name="Текст 39">
            <ns1:extLst>
              <ns1:ext uri="{FF2B5EF4-FFF2-40B4-BE49-F238E27FC236}">
                <ns2:creationId id="{B66AE09D-62B8-6993-56EE-2B8EF53B90A6}"/>
              </ns1:ext>
            </ns1:extLst>
          </ns0:cNvPr>
          <ns0:cNvSpPr>
            <ns1:spLocks noGrp="1"/>
          </ns0:cNvSpPr>
          <ns0:nvPr>
            <ns0:ph type="body" idx="47" hasCustomPrompt="1"/>
          </ns0:nvPr>
        </ns0:nvSpPr>
        <ns0:spPr>
          <ns1:xfrm>
            <ns1:off x="12329912" y="3765253"/>
            <ns1:ext cx="4686242" cy="1133062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36" name="Текст 39">
            <ns1:extLst>
              <ns1:ext uri="{FF2B5EF4-FFF2-40B4-BE49-F238E27FC236}">
                <ns2:creationId id="{7698BC26-2F44-2A13-80C5-8BC586BF91F0}"/>
              </ns1:ext>
            </ns1:extLst>
          </ns0:cNvPr>
          <ns0:cNvSpPr>
            <ns1:spLocks noGrp="1"/>
          </ns0:cNvSpPr>
          <ns0:nvPr>
            <ns0:ph type="body" idx="33" hasCustomPrompt="1"/>
          </ns0:nvPr>
        </ns0:nvSpPr>
        <ns0:spPr>
          <ns1:xfrm>
            <ns1:off x="1257358" y="6516641"/>
            <ns1:ext cx="7422878" cy="374483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Заголовок в одну строку</ns1:t>
            </ns1:r>
          </ns1:p>
        </ns0:txBody>
      </ns0:sp>
      <ns0:sp>
        <ns0:nvSpPr>
          <ns0:cNvPr id="17" name="Текст 39">
            <ns1:extLst>
              <ns1:ext uri="{FF2B5EF4-FFF2-40B4-BE49-F238E27FC236}">
                <ns2:creationId id="{F25F514E-D039-F4C8-1CF0-2822DA8083CF}"/>
              </ns1:ext>
            </ns1:extLst>
          </ns0:cNvPr>
          <ns0:cNvSpPr>
            <ns1:spLocks noGrp="1"/>
          </ns0:cNvSpPr>
          <ns0:nvPr>
            <ns0:ph type="body" idx="98" hasCustomPrompt="1"/>
          </ns0:nvPr>
        </ns0:nvSpPr>
        <ns0:spPr>
          <ns1:xfrm>
            <ns1:off x="5078437" y="2737272"/>
            <ns1:ext cx="865164" cy="370732"/>
          </ns1:xfrm>
          <ns1:prstGeom prst="roundRect">
            <ns1:avLst>
              <ns1:gd name="adj" fmla="val 50000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30%</ns1:t>
            </ns1:r>
          </ns1:p>
        </ns0:txBody>
      </ns0:sp>
      <ns0:sp>
        <ns0:nvSpPr>
          <ns0:cNvPr id="19" name="Текст 39">
            <ns1:extLst>
              <ns1:ext uri="{FF2B5EF4-FFF2-40B4-BE49-F238E27FC236}">
                <ns2:creationId id="{2BAB7E50-A232-CD9E-0267-47EB2B9059F0}"/>
              </ns1:ext>
            </ns1:extLst>
          </ns0:cNvPr>
          <ns0:cNvSpPr>
            <ns1:spLocks noGrp="1"/>
          </ns0:cNvSpPr>
          <ns0:nvPr>
            <ns0:ph type="body" idx="99" hasCustomPrompt="1"/>
          </ns0:nvPr>
        </ns0:nvSpPr>
        <ns0:spPr>
          <ns1:xfrm>
            <ns1:off x="10635176" y="2737272"/>
            <ns1:ext cx="865164" cy="370732"/>
          </ns1:xfrm>
          <ns1:prstGeom prst="roundRect">
            <ns1:avLst>
              <ns1:gd name="adj" fmla="val 50000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30%</ns1:t>
            </ns1:r>
          </ns1:p>
        </ns0:txBody>
      </ns0:sp>
      <ns0:sp>
        <ns0:nvSpPr>
          <ns0:cNvPr id="20" name="Текст 39">
            <ns1:extLst>
              <ns1:ext uri="{FF2B5EF4-FFF2-40B4-BE49-F238E27FC236}">
                <ns2:creationId id="{3B036E63-6150-EEEC-F1B5-8D3ADD0265DF}"/>
              </ns1:ext>
            </ns1:extLst>
          </ns0:cNvPr>
          <ns0:cNvSpPr>
            <ns1:spLocks noGrp="1"/>
          </ns0:cNvSpPr>
          <ns0:nvPr>
            <ns0:ph type="body" idx="100" hasCustomPrompt="1"/>
          </ns0:nvPr>
        </ns0:nvSpPr>
        <ns0:spPr>
          <ns1:xfrm>
            <ns1:off x="16149711" y="2737272"/>
            <ns1:ext cx="865164" cy="370732"/>
          </ns1:xfrm>
          <ns1:prstGeom prst="roundRect">
            <ns1:avLst>
              <ns1:gd name="adj" fmla="val 50000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30%</ns1:t>
            </ns1:r>
          </ns1:p>
        </ns0:txBody>
      </ns0:sp>
      <ns0:sp>
        <ns0:nvSpPr>
          <ns0:cNvPr id="12" name="Рисунок 3">
            <ns1:extLst>
              <ns1:ext uri="{FF2B5EF4-FFF2-40B4-BE49-F238E27FC236}">
                <ns2:creationId id="{ED35CF9C-AF02-EF02-E004-4758C199853A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3" name="Текст 16">
            <ns1:extLst>
              <ns1:ext uri="{FF2B5EF4-FFF2-40B4-BE49-F238E27FC236}">
                <ns2:creationId id="{E0B5351E-8BAE-CD46-11CC-EDCE7A36F277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28239e2d0d45400b">
              <ns1:extLst>
                <ns1:ext uri="{96DAC541-7B7A-43D3-8B79-37D633B846F1}">
                  <ns4:svgBlip ns3:embed="Ra81cfce3f8124d82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4" name="Текст 16">
            <ns1:extLst>
              <ns1:ext uri="{FF2B5EF4-FFF2-40B4-BE49-F238E27FC236}">
                <ns2:creationId id="{5C6BDAC1-5E65-E4B0-21E8-7A0067477EA7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bb26d463874e442d">
              <ns1:extLst>
                <ns1:ext uri="{96DAC541-7B7A-43D3-8B79-37D633B846F1}">
                  <ns4:svgBlip ns3:embed="Rb2c684bf53e54664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60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4 плашки и диаграмма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5" name="Рисунок 11">
            <ns1:extLst>
              <ns1:ext uri="{FF2B5EF4-FFF2-40B4-BE49-F238E27FC236}">
                <ns2:creationId id="{492CFB1F-507E-8A35-BD4C-CEC156F16961}"/>
              </ns1:ext>
            </ns1:extLst>
          </ns0:cNvPr>
          <ns0:cNvSpPr>
            <ns1:spLocks noGrp="1"/>
          </ns0:cNvSpPr>
          <ns0:nvPr>
            <ns0:ph type="pic" idx="95" hasCustomPrompt="1"/>
          </ns0:nvPr>
        </ns0:nvSpPr>
        <ns0:spPr>
          <ns1:xfrm>
            <ns1:off x="7915276" y="1730376"/>
            <ns1:ext cx="4571999" cy="2102174"/>
          </ns1:xfrm>
          <ns1:prstGeom prst="roundRect">
            <ns1:avLst>
              <ns1:gd name="adj" fmla="val 9545"/>
            </ns1:avLst>
          </ns1:prstGeom>
          <ns1:solidFill>
            <ns1:schemeClr val="bg1">
              <ns1:lumMod val="95000"/>
            </ns1:schemeClr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5" name="Рисунок 11">
            <ns1:extLst>
              <ns1:ext uri="{FF2B5EF4-FFF2-40B4-BE49-F238E27FC236}">
                <ns2:creationId id="{D3D36CCE-114B-6898-B76A-803A69AA719E}"/>
              </ns1:ext>
            </ns1:extLst>
          </ns0:cNvPr>
          <ns0:cNvSpPr>
            <ns1:spLocks noGrp="1"/>
          </ns0:cNvSpPr>
          <ns0:nvPr>
            <ns0:ph type="pic" idx="96" hasCustomPrompt="1"/>
          </ns0:nvPr>
        </ns0:nvSpPr>
        <ns0:spPr>
          <ns1:xfrm>
            <ns1:off x="12775142" y="1730376"/>
            <ns1:ext cx="4571999" cy="2102174"/>
          </ns1:xfrm>
          <ns1:prstGeom prst="roundRect">
            <ns1:avLst>
              <ns1:gd name="adj" fmla="val 9545"/>
            </ns1:avLst>
          </ns1:prstGeom>
          <ns1:solidFill>
            <ns1:schemeClr val="bg1">
              <ns1:lumMod val="95000"/>
            </ns1:schemeClr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6" name="Рисунок 11">
            <ns1:extLst>
              <ns1:ext uri="{FF2B5EF4-FFF2-40B4-BE49-F238E27FC236}">
                <ns2:creationId id="{D0230DE3-53E9-5185-856C-BA9228F83D1A}"/>
              </ns1:ext>
            </ns1:extLst>
          </ns0:cNvPr>
          <ns0:cNvSpPr>
            <ns1:spLocks noGrp="1"/>
          </ns0:cNvSpPr>
          <ns0:nvPr>
            <ns0:ph type="pic" idx="97" hasCustomPrompt="1"/>
          </ns0:nvPr>
        </ns0:nvSpPr>
        <ns0:spPr>
          <ns1:xfrm>
            <ns1:off x="7915276" y="4117976"/>
            <ns1:ext cx="4571999" cy="2102174"/>
          </ns1:xfrm>
          <ns1:prstGeom prst="roundRect">
            <ns1:avLst>
              <ns1:gd name="adj" fmla="val 9545"/>
            </ns1:avLst>
          </ns1:prstGeom>
          <ns1:solidFill>
            <ns1:schemeClr val="bg1">
              <ns1:lumMod val="95000"/>
            </ns1:schemeClr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7" name="Рисунок 11">
            <ns1:extLst>
              <ns1:ext uri="{FF2B5EF4-FFF2-40B4-BE49-F238E27FC236}">
                <ns2:creationId id="{4852F8FD-98A0-4FAD-2E70-00FEA4B316AE}"/>
              </ns1:ext>
            </ns1:extLst>
          </ns0:cNvPr>
          <ns0:cNvSpPr>
            <ns1:spLocks noGrp="1"/>
          </ns0:cNvSpPr>
          <ns0:nvPr>
            <ns0:ph type="pic" idx="98" hasCustomPrompt="1"/>
          </ns0:nvPr>
        </ns0:nvSpPr>
        <ns0:spPr>
          <ns1:xfrm>
            <ns1:off x="12775142" y="4117976"/>
            <ns1:ext cx="4571999" cy="2102174"/>
          </ns1:xfrm>
          <ns1:prstGeom prst="roundRect">
            <ns1:avLst>
              <ns1:gd name="adj" fmla="val 9545"/>
            </ns1:avLst>
          </ns1:prstGeom>
          <ns1:solidFill>
            <ns1:schemeClr val="bg1">
              <ns1:lumMod val="95000"/>
            </ns1:schemeClr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4" name="Прямоугольник с двумя скругленными соседними углами 13">
            <ns1:extLst>
              <ns1:ext uri="{FF2B5EF4-FFF2-40B4-BE49-F238E27FC236}">
                <ns2:creationId id="{AF02ABEF-8C51-7E44-6826-3B907F1A905E}"/>
              </ns1:ext>
            </ns1:extLst>
          </ns0:cNvPr>
          <ns0:cNvSpPr>
            <ns1:spLocks noGrp="1"/>
          </ns0:cNvSpPr>
          <ns0:nvPr/>
        </ns0:nvSpPr>
        <ns0:spPr>
          <ns1:xfrm rot="5400000">
            <ns1:off x="-1452562" y="1452565"/>
            <ns1:ext cx="10286998" cy="7381873"/>
          </ns1:xfrm>
          <ns1:prstGeom prst="round2SameRect">
            <ns1:avLst>
              <ns1:gd name="adj1" fmla="val 9406"/>
              <ns1:gd name="adj2" fmla="val 0"/>
            </ns1:avLst>
          </ns1:prstGeom>
          <ns1:gradFill rotWithShape="1">
            <ns1:gsLst>
              <ns1:gs pos="0">
                <ns1:srgbClr val="F60428"/>
              </ns1:gs>
              <ns1:gs pos="50000">
                <ns1:srgbClr val="FF254A"/>
              </ns1:gs>
              <ns1:gs pos="100000">
                <ns1:srgbClr val="E41060"/>
              </ns1:gs>
            </ns1:gsLst>
            <ns1:lin ang="13500000" scaled="1"/>
            <ns1:tileRect/>
          </ns1:gradFill>
          <ns1:ln>
            <ns1:noFill/>
          </ns1:ln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/>
          <ns1:lstStyle/>
          <ns1:p>
            <ns1:pPr algn="ctr">
              <ns1:buNone/>
            </ns1:pPr>
            <ns1:endParaRPr/>
          </ns1:p>
        </ns0:txBody>
      </ns0:sp>
      <ns0:sp>
        <ns0:nvSpPr>
          <ns0:cNvPr id="19" name="Текст 39">
            <ns1:extLst>
              <ns1:ext uri="{FF2B5EF4-FFF2-40B4-BE49-F238E27FC236}">
                <ns2:creationId id="{838462AE-EB10-8D06-4649-33EDBFDA55A2}"/>
              </ns1:ext>
            </ns1:extLst>
          </ns0:cNvPr>
          <ns0:cNvSpPr>
            <ns1:spLocks noGrp="1"/>
          </ns0:cNvSpPr>
          <ns0:nvPr>
            <ns0:ph type="body" idx="66" hasCustomPrompt="1"/>
          </ns0:nvPr>
        </ns0:nvSpPr>
        <ns0:spPr>
          <ns1:xfrm>
            <ns1:off x="957090" y="6381750"/>
            <ns1:ext cx="5511370" cy="3248025"/>
          </ns1:xfrm>
        </ns0:spPr>
        <ns0:txBody>
          <ns1:bodyPr>
            <ns1:noAutofit/>
          </ns1:bodyPr>
          <ns1:lstStyle>
            <ns1:lvl1pPr algn="l">
              <ns1:buNone/>
              <ns1:defRPr sz="16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ns1:t>
            </ns1:r>
          </ns1:p>
        </ns0:txBody>
      </ns0:sp>
      <ns0:sp>
        <ns0:nvSpPr>
          <ns0:cNvPr id="20" name="Заголовок 12">
            <ns1:extLst>
              <ns1:ext uri="{FF2B5EF4-FFF2-40B4-BE49-F238E27FC236}">
                <ns2:creationId id="{365CB8E5-8859-3BE9-38DB-46FD9B730A0B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37259" y="762000"/>
            <ns1:ext cx="5531201" cy="1264330"/>
          </ns1:xfrm>
        </ns0:spPr>
        <ns0:txBody>
          <ns1:bodyPr anchor="t">
            <ns1:noAutofit/>
          </ns1:bodyPr>
          <ns1:lstStyle>
            <ns1:lvl1pPr algn="l">
              <ns1:buNone/>
              <ns1:defRPr sz="440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</ns1:lstStyle>
          <ns1:p>
            <ns1:r>
              <ns1:t>Заголовок слайда в несколько строк</ns1:t>
            </ns1:r>
            <ns1:br/>
            <ns1:endParaRPr/>
          </ns1:p>
        </ns0:txBody>
      </ns0:sp>
      <ns0:sp>
        <ns0:nvSpPr>
          <ns0:cNvPr id="4" name="Текст 39">
            <ns1:extLst>
              <ns1:ext uri="{FF2B5EF4-FFF2-40B4-BE49-F238E27FC236}">
                <ns2:creationId id="{2E02FB4D-7CB4-CD59-433A-C9AE2A25AD26}"/>
              </ns1:ext>
            </ns1:extLst>
          </ns0:cNvPr>
          <ns0:cNvSpPr>
            <ns1:spLocks noGrp="1"/>
          </ns0:cNvSpPr>
          <ns0:nvPr>
            <ns0:ph type="body" idx="73" hasCustomPrompt="1"/>
          </ns0:nvPr>
        </ns0:nvSpPr>
        <ns0:spPr>
          <ns1:xfrm>
            <ns1:off x="8137831" y="2464703"/>
            <ns1:ext cx="3963682" cy="1066221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6" name="Текст 39">
            <ns1:extLst>
              <ns1:ext uri="{FF2B5EF4-FFF2-40B4-BE49-F238E27FC236}">
                <ns2:creationId id="{C849E0A8-53AB-8B22-18B8-E83E1EB5FB24}"/>
              </ns1:ext>
            </ns1:extLst>
          </ns0:cNvPr>
          <ns0:cNvSpPr>
            <ns1:spLocks noGrp="1"/>
          </ns0:cNvSpPr>
          <ns0:nvPr>
            <ns0:ph type="body" idx="78" hasCustomPrompt="1"/>
          </ns0:nvPr>
        </ns0:nvSpPr>
        <ns0:spPr>
          <ns1:xfrm>
            <ns1:off x="8137830" y="2026330"/>
            <ns1:ext cx="3963683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8" name="Текст 39">
            <ns1:extLst>
              <ns1:ext uri="{FF2B5EF4-FFF2-40B4-BE49-F238E27FC236}">
                <ns2:creationId id="{427BC4CF-84E0-BD3B-06E0-61F1D6DFEE1A}"/>
              </ns1:ext>
            </ns1:extLst>
          </ns0:cNvPr>
          <ns0:cNvSpPr>
            <ns1:spLocks noGrp="1"/>
          </ns0:cNvSpPr>
          <ns0:nvPr>
            <ns0:ph type="body" idx="79" hasCustomPrompt="1"/>
          </ns0:nvPr>
        </ns0:nvSpPr>
        <ns0:spPr>
          <ns1:xfrm>
            <ns1:off x="13059924" y="2464703"/>
            <ns1:ext cx="3913626" cy="1066221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9" name="Текст 39">
            <ns1:extLst>
              <ns1:ext uri="{FF2B5EF4-FFF2-40B4-BE49-F238E27FC236}">
                <ns2:creationId id="{98882353-99F4-0CE0-E1EE-B8D20FCA60B0}"/>
              </ns1:ext>
            </ns1:extLst>
          </ns0:cNvPr>
          <ns0:cNvSpPr>
            <ns1:spLocks noGrp="1"/>
          </ns0:cNvSpPr>
          <ns0:nvPr>
            <ns0:ph type="body" idx="80" hasCustomPrompt="1"/>
          </ns0:nvPr>
        </ns0:nvSpPr>
        <ns0:spPr>
          <ns1:xfrm>
            <ns1:off x="13059924" y="2026330"/>
            <ns1:ext cx="3913626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11" name="Текст 39">
            <ns1:extLst>
              <ns1:ext uri="{FF2B5EF4-FFF2-40B4-BE49-F238E27FC236}">
                <ns2:creationId id="{10C6C7DF-D272-1280-67D6-234C3184E922}"/>
              </ns1:ext>
            </ns1:extLst>
          </ns0:cNvPr>
          <ns0:cNvSpPr>
            <ns1:spLocks noGrp="1"/>
          </ns0:cNvSpPr>
          <ns0:nvPr>
            <ns0:ph type="body" idx="81" hasCustomPrompt="1"/>
          </ns0:nvPr>
        </ns0:nvSpPr>
        <ns0:spPr>
          <ns1:xfrm>
            <ns1:off x="8137831" y="4850716"/>
            <ns1:ext cx="3963682" cy="1066221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12" name="Текст 39">
            <ns1:extLst>
              <ns1:ext uri="{FF2B5EF4-FFF2-40B4-BE49-F238E27FC236}">
                <ns2:creationId id="{96B49D4D-7842-DD88-65BA-881B4CC76B4B}"/>
              </ns1:ext>
            </ns1:extLst>
          </ns0:cNvPr>
          <ns0:cNvSpPr>
            <ns1:spLocks noGrp="1"/>
          </ns0:cNvSpPr>
          <ns0:nvPr>
            <ns0:ph type="body" idx="82" hasCustomPrompt="1"/>
          </ns0:nvPr>
        </ns0:nvSpPr>
        <ns0:spPr>
          <ns1:xfrm>
            <ns1:off x="8137830" y="4412343"/>
            <ns1:ext cx="3963683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27" name="Текст 39">
            <ns1:extLst>
              <ns1:ext uri="{FF2B5EF4-FFF2-40B4-BE49-F238E27FC236}">
                <ns2:creationId id="{E1DF3BD0-4DFF-786B-7016-F219BCA7DC2E}"/>
              </ns1:ext>
            </ns1:extLst>
          </ns0:cNvPr>
          <ns0:cNvSpPr>
            <ns1:spLocks noGrp="1"/>
          </ns0:cNvSpPr>
          <ns0:nvPr>
            <ns0:ph type="body" idx="83" hasCustomPrompt="1"/>
          </ns0:nvPr>
        </ns0:nvSpPr>
        <ns0:spPr>
          <ns1:xfrm>
            <ns1:off x="13059924" y="4850716"/>
            <ns1:ext cx="3913626" cy="1066221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28" name="Текст 39">
            <ns1:extLst>
              <ns1:ext uri="{FF2B5EF4-FFF2-40B4-BE49-F238E27FC236}">
                <ns2:creationId id="{68B408ED-CE4D-C8F2-54D7-54304FEF8144}"/>
              </ns1:ext>
            </ns1:extLst>
          </ns0:cNvPr>
          <ns0:cNvSpPr>
            <ns1:spLocks noGrp="1"/>
          </ns0:cNvSpPr>
          <ns0:nvPr>
            <ns0:ph type="body" idx="84" hasCustomPrompt="1"/>
          </ns0:nvPr>
        </ns0:nvSpPr>
        <ns0:spPr>
          <ns1:xfrm>
            <ns1:off x="13059924" y="4412343"/>
            <ns1:ext cx="3913626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29" name="Диаграмма 22">
            <ns1:extLst>
              <ns1:ext uri="{FF2B5EF4-FFF2-40B4-BE49-F238E27FC236}">
                <ns2:creationId id="{CDFAECBB-4B99-302E-AE23-D560D31FE042}"/>
              </ns1:ext>
            </ns1:extLst>
          </ns0:cNvPr>
          <ns0:cNvSpPr>
            <ns1:spLocks noGrp="1"/>
          </ns0:cNvSpPr>
          <ns0:nvPr>
            <ns0:ph type="chart" idx="85" hasCustomPrompt="1"/>
          </ns0:nvPr>
        </ns0:nvSpPr>
        <ns0:spPr>
          <ns1:xfrm>
            <ns1:off x="7915276" y="6472237"/>
            <ns1:ext cx="9435464" cy="2886075"/>
          </ns1:xfrm>
        </ns0:spPr>
        <ns0:txBody>
          <ns1:bodyPr anchor="ctr">
            <ns1:normAutofit/>
          </ns1:bodyPr>
          <ns1:lstStyle>
            <ns1:lvl1pPr algn="ctr">
              <ns1:buNone/>
              <ns1:defRPr sz="1600"/>
            </ns1:lvl1pPr>
          </ns1:lstStyle>
          <ns1:p>
            <ns1:r>
              <ns1:t> </ns1:t>
            </ns1:r>
          </ns1:p>
        </ns0:txBody>
      </ns0:sp>
      <ns0:sp>
        <ns0:nvSpPr>
          <ns0:cNvPr id="10" name="Рисунок 3">
            <ns1:extLst>
              <ns1:ext uri="{FF2B5EF4-FFF2-40B4-BE49-F238E27FC236}">
                <ns2:creationId id="{B41D15D3-2046-9C28-C205-3037B0DF1313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3" name="Текст 16">
            <ns1:extLst>
              <ns1:ext uri="{FF2B5EF4-FFF2-40B4-BE49-F238E27FC236}">
                <ns2:creationId id="{14F8FB78-D91B-59BE-F6AE-43805415C4CD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cd398d02cfbd4103">
              <ns1:extLst>
                <ns1:ext uri="{96DAC541-7B7A-43D3-8B79-37D633B846F1}">
                  <ns4:svgBlip ns3:embed="R22794b937aab4726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8" name="Текст 16">
            <ns1:extLst>
              <ns1:ext uri="{FF2B5EF4-FFF2-40B4-BE49-F238E27FC236}">
                <ns2:creationId id="{1A3986A0-2C19-7105-8211-FFBF0245694E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74881be69039492d">
              <ns1:extLst>
                <ns1:ext uri="{96DAC541-7B7A-43D3-8B79-37D633B846F1}">
                  <ns4:svgBlip ns3:embed="Rb4b912e979dc4b7d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61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Таблица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9" name="Таблица 8">
            <ns1:extLst>
              <ns1:ext uri="{FF2B5EF4-FFF2-40B4-BE49-F238E27FC236}">
                <ns2:creationId id="{31E21953-0FDD-E16A-6A25-EE3886677AE4}"/>
              </ns1:ext>
            </ns1:extLst>
          </ns0:cNvPr>
          <ns0:cNvSpPr>
            <ns1:spLocks noGrp="1"/>
          </ns0:cNvSpPr>
          <ns0:nvPr>
            <ns0:ph type="tbl" idx="10"/>
          </ns0:nvPr>
        </ns0:nvSpPr>
        <ns0:spPr>
          <ns1:xfrm>
            <ns1:off x="952500" y="2371725"/>
            <ns1:ext cx="16383000" cy="6886575"/>
          </ns1:xfrm>
        </ns0:spPr>
        <ns0:txBody>
          <ns1:bodyPr anchor="t">
            <ns1:normAutofit/>
          </ns1:bodyPr>
          <ns1:lstStyle>
            <ns1:lvl1pPr algn="ctr">
              <ns1:buNone/>
              <ns1:defRPr sz="2000"/>
            </ns1:lvl1pPr>
          </ns1:lstStyle>
          <ns1:p>
            <ns1:endParaRPr/>
          </ns1:p>
        </ns0:txBody>
      </ns0:sp>
      <ns0:sp>
        <ns0:nvSpPr>
          <ns0:cNvPr id="5" name="Рисунок 3">
            <ns1:extLst>
              <ns1:ext uri="{FF2B5EF4-FFF2-40B4-BE49-F238E27FC236}">
                <ns2:creationId id="{591CEDDF-C0C7-DC9A-ECFE-97B1127D6D6C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6" name="Текст 16">
            <ns1:extLst>
              <ns1:ext uri="{FF2B5EF4-FFF2-40B4-BE49-F238E27FC236}">
                <ns2:creationId id="{2A5228D5-C5E1-A993-F3CF-F63D2E8966E3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26d6537fca544e04">
              <ns1:extLst>
                <ns1:ext uri="{96DAC541-7B7A-43D3-8B79-37D633B846F1}">
                  <ns4:svgBlip ns3:embed="R14c75a86033e4eff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7" name="Текст 16">
            <ns1:extLst>
              <ns1:ext uri="{FF2B5EF4-FFF2-40B4-BE49-F238E27FC236}">
                <ns2:creationId id="{6473B929-5F65-6941-635D-5D0D40762DE4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32e924c6a48640ac">
              <ns1:extLst>
                <ns1:ext uri="{96DAC541-7B7A-43D3-8B79-37D633B846F1}">
                  <ns4:svgBlip ns3:embed="R349ce0fb627c4372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62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Таблица и текст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9" name="Таблица 8">
            <ns1:extLst>
              <ns1:ext uri="{FF2B5EF4-FFF2-40B4-BE49-F238E27FC236}">
                <ns2:creationId id="{31E21953-0FDD-E16A-6A25-EE3886677AE4}"/>
              </ns1:ext>
            </ns1:extLst>
          </ns0:cNvPr>
          <ns0:cNvSpPr>
            <ns1:spLocks noGrp="1"/>
          </ns0:cNvSpPr>
          <ns0:nvPr>
            <ns0:ph type="tbl" idx="10"/>
          </ns0:nvPr>
        </ns0:nvSpPr>
        <ns0:spPr>
          <ns1:xfrm>
            <ns1:off x="952500" y="2371725"/>
            <ns1:ext cx="11191875" cy="6886575"/>
          </ns1:xfrm>
        </ns0:spPr>
        <ns0:txBody>
          <ns1:bodyPr anchor="t">
            <ns1:normAutofit/>
          </ns1:bodyPr>
          <ns1:lstStyle>
            <ns1:lvl1pPr algn="ctr">
              <ns1:buNone/>
              <ns1:defRPr sz="2000"/>
            </ns1:lvl1pPr>
          </ns1:lstStyle>
          <ns1:p>
            <ns1:endParaRPr/>
          </ns1:p>
        </ns0:txBody>
      </ns0:sp>
      <ns0:sp>
        <ns0:nvSpPr>
          <ns0:cNvPr id="6" name="Текст 39">
            <ns1:extLst>
              <ns1:ext uri="{FF2B5EF4-FFF2-40B4-BE49-F238E27FC236}">
                <ns2:creationId id="{699461D0-8D95-D64A-AEEF-494F29536731}"/>
              </ns1:ext>
            </ns1:extLst>
          </ns0:cNvPr>
          <ns0:cNvSpPr>
            <ns1:spLocks noGrp="1"/>
          </ns0:cNvSpPr>
          <ns0:nvPr>
            <ns0:ph type="body" idx="73" hasCustomPrompt="1"/>
          </ns0:nvPr>
        </ns0:nvSpPr>
        <ns0:spPr>
          <ns1:xfrm>
            <ns1:off x="13271804" y="2810098"/>
            <ns1:ext cx="4063695" cy="6448202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7" name="Текст 39">
            <ns1:extLst>
              <ns1:ext uri="{FF2B5EF4-FFF2-40B4-BE49-F238E27FC236}">
                <ns2:creationId id="{D2716094-9B98-C320-C6CE-8BAB530BB8B4}"/>
              </ns1:ext>
            </ns1:extLst>
          </ns0:cNvPr>
          <ns0:cNvSpPr>
            <ns1:spLocks noGrp="1"/>
          </ns0:cNvSpPr>
          <ns0:nvPr>
            <ns0:ph type="body" idx="78" hasCustomPrompt="1"/>
          </ns0:nvPr>
        </ns0:nvSpPr>
        <ns0:spPr>
          <ns1:xfrm>
            <ns1:off x="13271804" y="2371725"/>
            <ns1:ext cx="4063696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8" name="Рисунок 3">
            <ns1:extLst>
              <ns1:ext uri="{FF2B5EF4-FFF2-40B4-BE49-F238E27FC236}">
                <ns2:creationId id="{E7A4F538-02EA-F26D-A1C3-E295ACFBD254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0" name="Текст 16">
            <ns1:extLst>
              <ns1:ext uri="{FF2B5EF4-FFF2-40B4-BE49-F238E27FC236}">
                <ns2:creationId id="{76871614-B40B-D06C-366E-1B7EDC30A889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1ce12c036e824f9c">
              <ns1:extLst>
                <ns1:ext uri="{96DAC541-7B7A-43D3-8B79-37D633B846F1}">
                  <ns4:svgBlip ns3:embed="Rd92aa796c831411e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1" name="Текст 16">
            <ns1:extLst>
              <ns1:ext uri="{FF2B5EF4-FFF2-40B4-BE49-F238E27FC236}">
                <ns2:creationId id="{40A9CF8B-AEB8-B5CB-B4C7-6AD3210D098E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b83423f549804a7e">
              <ns1:extLst>
                <ns1:ext uri="{96DAC541-7B7A-43D3-8B79-37D633B846F1}">
                  <ns4:svgBlip ns3:embed="R2209ed2e3ae94560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2" name="Рисунок 5">
            <ns1:extLst>
              <ns1:ext uri="{FF2B5EF4-FFF2-40B4-BE49-F238E27FC236}">
                <ns2:creationId id="{2A995278-454F-AFCD-DD59-D4B1DD567555}"/>
              </ns1:ext>
            </ns1:extLst>
          </ns0:cNvPr>
          <ns0:cNvSpPr>
            <ns1:spLocks noGrp="1"/>
          </ns0:cNvSpPr>
          <ns0:nvPr>
            <ns0:ph type="pic" idx="95" hasCustomPrompt="1"/>
          </ns0:nvPr>
        </ns0:nvSpPr>
        <ns0:spPr>
          <ns1:xfrm>
            <ns1:off x="12589040" y="5703466"/>
            <ns1:ext cx="299676" cy="661466"/>
          </ns1:xfrm>
          <ns1:prstGeom prst="rect">
            <ns1:avLst/>
          </ns1:prstGeom>
          <ns1:blipFill>
            <ns1:blip ns3:embed="R0d22f7a7532c4880">
              <ns1:extLst>
                <ns1:ext uri="{96DAC541-7B7A-43D3-8B79-37D633B846F1}">
                  <ns4:svgBlip ns3:embed="R1be9109429da43b2"/>
                </ns1:ext>
              </ns1:extLst>
            </ns1:blip>
            <ns1:srcRect l="0" t="0" r="0" b="0"/>
            <ns1:stretch>
              <ns1:fillRect l="0" t="11407" r="0" b="11407"/>
            </ns1:stretch>
          </ns1:blipFill>
        </ns0:spPr>
        <ns0:txBody>
          <ns1:bodyPr>
            <ns1:noAutofit/>
          </ns1:bodyPr>
          <ns1:lstStyle>
            <ns1:lvl1pPr>
              <ns1:buNone/>
              <ns1:defRPr sz="1800"/>
            </ns1:lvl1pPr>
          </ns1:lstStyle>
          <ns1:p>
            <ns1:r>
              <ns1:t> </ns1:t>
            </ns1:r>
          </ns1:p>
        </ns0:txBody>
      </ns0:sp>
    </ns0:spTree>
  </ns0:cSld>
</ns0:sldLayout>
</file>

<file path=ppt/slideLayouts/slideLayout63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3 буллета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4" name="Прямоугольник с двумя скругленными соседними углами 13">
            <ns1:extLst>
              <ns1:ext uri="{FF2B5EF4-FFF2-40B4-BE49-F238E27FC236}">
                <ns2:creationId id="{AF02ABEF-8C51-7E44-6826-3B907F1A905E}"/>
              </ns1:ext>
            </ns1:extLst>
          </ns0:cNvPr>
          <ns0:cNvSpPr>
            <ns1:spLocks noGrp="1"/>
          </ns0:cNvSpPr>
          <ns0:nvPr/>
        </ns0:nvSpPr>
        <ns0:spPr>
          <ns1:xfrm rot="5400000">
            <ns1:off x="-1452562" y="1452565"/>
            <ns1:ext cx="10286998" cy="7381873"/>
          </ns1:xfrm>
          <ns1:prstGeom prst="round2SameRect">
            <ns1:avLst>
              <ns1:gd name="adj1" fmla="val 9406"/>
              <ns1:gd name="adj2" fmla="val 0"/>
            </ns1:avLst>
          </ns1:prstGeom>
          <ns1:gradFill rotWithShape="1">
            <ns1:gsLst>
              <ns1:gs pos="0">
                <ns1:srgbClr val="F60428"/>
              </ns1:gs>
              <ns1:gs pos="50000">
                <ns1:srgbClr val="FF254A"/>
              </ns1:gs>
              <ns1:gs pos="100000">
                <ns1:srgbClr val="E41060"/>
              </ns1:gs>
            </ns1:gsLst>
            <ns1:lin ang="13500000" scaled="1"/>
            <ns1:tileRect/>
          </ns1:gradFill>
          <ns1:ln>
            <ns1:noFill/>
          </ns1:ln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/>
          <ns1:lstStyle/>
          <ns1:p>
            <ns1:pPr algn="ctr">
              <ns1:buNone/>
            </ns1:pPr>
            <ns1:endParaRPr/>
          </ns1:p>
        </ns0:txBody>
      </ns0:sp>
      <ns0:sp>
        <ns0:nvSpPr>
          <ns0:cNvPr id="20" name="Заголовок 12">
            <ns1:extLst>
              <ns1:ext uri="{FF2B5EF4-FFF2-40B4-BE49-F238E27FC236}">
                <ns2:creationId id="{365CB8E5-8859-3BE9-38DB-46FD9B730A0B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37260" y="4345781"/>
            <ns1:ext cx="5531200" cy="1595437"/>
          </ns1:xfrm>
        </ns0:spPr>
        <ns0:txBody>
          <ns1:bodyPr anchor="t">
            <ns1:noAutofit/>
          </ns1:bodyPr>
          <ns1:lstStyle>
            <ns1:lvl1pPr algn="l">
              <ns1:buNone/>
              <ns1:defRPr sz="440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</ns1:lstStyle>
          <ns1:p>
            <ns1:r>
              <ns1:t>Сформулируйте</ns1:t>
            </ns1:r>
            <ns1:br/>
            <ns1:r>
              <ns1:t>смысловой</ns1:t>
            </ns1:r>
            <ns1:br/>
            <ns1:r>
              <ns1:t>заголовок</ns1:t>
            </ns1:r>
            <ns1:br/>
            <ns1:endParaRPr/>
          </ns1:p>
        </ns0:txBody>
      </ns0:sp>
      <ns0:sp>
        <ns0:nvSpPr>
          <ns0:cNvPr id="21" name="Текст 39">
            <ns1:extLst>
              <ns1:ext uri="{FF2B5EF4-FFF2-40B4-BE49-F238E27FC236}">
                <ns2:creationId id="{7A2510E2-07F8-43CE-090D-FB16D5518196}"/>
              </ns1:ext>
            </ns1:extLst>
          </ns0:cNvPr>
          <ns0:cNvSpPr>
            <ns1:spLocks noGrp="1"/>
          </ns0:cNvSpPr>
          <ns0:nvPr>
            <ns0:ph type="body" idx="33" hasCustomPrompt="1"/>
          </ns0:nvPr>
        </ns0:nvSpPr>
        <ns0:spPr>
          <ns1:xfrm>
            <ns1:off x="11338167" y="2200276"/>
            <ns1:ext cx="6067425" cy="1264329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</ns1:t>
            </ns1:r>
          </ns1:p>
        </ns0:txBody>
      </ns0:sp>
      <ns0:sp>
        <ns0:nvSpPr>
          <ns0:cNvPr id="22" name="Текст 39">
            <ns1:extLst>
              <ns1:ext uri="{FF2B5EF4-FFF2-40B4-BE49-F238E27FC236}">
                <ns2:creationId id="{430534CE-44F6-2C98-9C1B-12C56FD43BE3}"/>
              </ns1:ext>
            </ns1:extLst>
          </ns0:cNvPr>
          <ns0:cNvSpPr>
            <ns1:spLocks noGrp="1"/>
          </ns0:cNvSpPr>
          <ns0:nvPr>
            <ns0:ph type="body" idx="34" hasCustomPrompt="1"/>
          </ns0:nvPr>
        </ns0:nvSpPr>
        <ns0:spPr>
          <ns1:xfrm>
            <ns1:off x="8176255" y="2200275"/>
            <ns1:ext cx="2969966" cy="755891"/>
          </ns1:xfrm>
        </ns0:spPr>
        <ns0:txBody>
          <ns1:bodyPr anchor="ctr">
            <ns1:noAutofit/>
          </ns1:bodyPr>
          <ns1:lstStyle>
            <ns1:lvl1pPr>
              <ns1:buNone/>
              <ns1:defRPr sz="2400" b="0" i="0">
                <ns1:solidFill>
                  <ns1:srgbClr val="EA0B4C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  <ns1:br/>
            <ns1:r>
              <ns1:t>в несколько строк</ns1:t>
            </ns1:r>
          </ns1:p>
        </ns0:txBody>
      </ns0:sp>
      <ns0:sp>
        <ns0:nvSpPr>
          <ns0:cNvPr id="23" name="Текст 39">
            <ns1:extLst>
              <ns1:ext uri="{FF2B5EF4-FFF2-40B4-BE49-F238E27FC236}">
                <ns2:creationId id="{ED82AC88-2D39-5FD9-6FCA-9BA1ADCB4277}"/>
              </ns1:ext>
            </ns1:extLst>
          </ns0:cNvPr>
          <ns0:cNvSpPr>
            <ns1:spLocks noGrp="1"/>
          </ns0:cNvSpPr>
          <ns0:nvPr>
            <ns0:ph type="body" idx="67" hasCustomPrompt="1"/>
          </ns0:nvPr>
        </ns0:nvSpPr>
        <ns0:spPr>
          <ns1:xfrm>
            <ns1:off x="11338167" y="3871421"/>
            <ns1:ext cx="6067425" cy="2329027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</ns1:t>
            </ns1:r>
          </ns1:p>
        </ns0:txBody>
      </ns0:sp>
      <ns0:sp>
        <ns0:nvSpPr>
          <ns0:cNvPr id="24" name="Текст 39">
            <ns1:extLst>
              <ns1:ext uri="{FF2B5EF4-FFF2-40B4-BE49-F238E27FC236}">
                <ns2:creationId id="{C729BF5A-F143-0E8A-12AA-DF9CF098700D}"/>
              </ns1:ext>
            </ns1:extLst>
          </ns0:cNvPr>
          <ns0:cNvSpPr>
            <ns1:spLocks noGrp="1"/>
          </ns0:cNvSpPr>
          <ns0:nvPr>
            <ns0:ph type="body" idx="68" hasCustomPrompt="1"/>
          </ns0:nvPr>
        </ns0:nvSpPr>
        <ns0:spPr>
          <ns1:xfrm>
            <ns1:off x="8176255" y="3871420"/>
            <ns1:ext cx="2969966" cy="755891"/>
          </ns1:xfrm>
        </ns0:spPr>
        <ns0:txBody>
          <ns1:bodyPr anchor="ctr">
            <ns1:noAutofit/>
          </ns1:bodyPr>
          <ns1:lstStyle>
            <ns1:lvl1pPr>
              <ns1:buNone/>
              <ns1:defRPr sz="2400" b="0" i="0">
                <ns1:solidFill>
                  <ns1:srgbClr val="EA0B4C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  <ns1:br/>
            <ns1:r>
              <ns1:t>в несколько строк</ns1:t>
            </ns1:r>
          </ns1:p>
        </ns0:txBody>
      </ns0:sp>
      <ns0:sp>
        <ns0:nvSpPr>
          <ns0:cNvPr id="25" name="Текст 39">
            <ns1:extLst>
              <ns1:ext uri="{FF2B5EF4-FFF2-40B4-BE49-F238E27FC236}">
                <ns2:creationId id="{9E53A6FA-4296-2CD0-44D6-F0C81E1A9693}"/>
              </ns1:ext>
            </ns1:extLst>
          </ns0:cNvPr>
          <ns0:cNvSpPr>
            <ns1:spLocks noGrp="1"/>
          </ns0:cNvSpPr>
          <ns0:nvPr>
            <ns0:ph type="body" idx="69" hasCustomPrompt="1"/>
          </ns0:nvPr>
        </ns0:nvSpPr>
        <ns0:spPr>
          <ns1:xfrm>
            <ns1:off x="11338167" y="6535794"/>
            <ns1:ext cx="6067425" cy="2734330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</ns1:t>
            </ns1:r>
          </ns1:p>
        </ns0:txBody>
      </ns0:sp>
      <ns0:sp>
        <ns0:nvSpPr>
          <ns0:cNvPr id="26" name="Текст 39">
            <ns1:extLst>
              <ns1:ext uri="{FF2B5EF4-FFF2-40B4-BE49-F238E27FC236}">
                <ns2:creationId id="{A9586E6A-CD0C-F440-84C6-9B1D1854AB4B}"/>
              </ns1:ext>
            </ns1:extLst>
          </ns0:cNvPr>
          <ns0:cNvSpPr>
            <ns1:spLocks noGrp="1"/>
          </ns0:cNvSpPr>
          <ns0:nvPr>
            <ns0:ph type="body" idx="70" hasCustomPrompt="1"/>
          </ns0:nvPr>
        </ns0:nvSpPr>
        <ns0:spPr>
          <ns1:xfrm>
            <ns1:off x="8176255" y="6535793"/>
            <ns1:ext cx="2969966" cy="755891"/>
          </ns1:xfrm>
        </ns0:spPr>
        <ns0:txBody>
          <ns1:bodyPr anchor="ctr">
            <ns1:noAutofit/>
          </ns1:bodyPr>
          <ns1:lstStyle>
            <ns1:lvl1pPr>
              <ns1:buNone/>
              <ns1:defRPr sz="2400" b="0" i="0">
                <ns1:solidFill>
                  <ns1:srgbClr val="EA0B4C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  <ns1:br/>
            <ns1:r>
              <ns1:t>в несколько строк</ns1:t>
            </ns1:r>
          </ns1:p>
        </ns0:txBody>
      </ns0:sp>
      <ns0:sp>
        <ns0:nvSpPr>
          <ns0:cNvPr id="5" name="Рисунок 3">
            <ns1:extLst>
              <ns1:ext uri="{FF2B5EF4-FFF2-40B4-BE49-F238E27FC236}">
                <ns2:creationId id="{229512F2-3B5A-730E-A752-AEC246FA54F7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6" name="Текст 16">
            <ns1:extLst>
              <ns1:ext uri="{FF2B5EF4-FFF2-40B4-BE49-F238E27FC236}">
                <ns2:creationId id="{18C0B43D-B230-2603-9F8C-DBA32719CCF7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c0848f2463674743">
              <ns1:extLst>
                <ns1:ext uri="{96DAC541-7B7A-43D3-8B79-37D633B846F1}">
                  <ns4:svgBlip ns3:embed="Re089447801c3432f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7" name="Текст 16">
            <ns1:extLst>
              <ns1:ext uri="{FF2B5EF4-FFF2-40B4-BE49-F238E27FC236}">
                <ns2:creationId id="{6A27196D-1FB4-98B9-8647-4E181F0F7A7A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26a4d54f270f4060">
              <ns1:extLst>
                <ns1:ext uri="{96DAC541-7B7A-43D3-8B79-37D633B846F1}">
                  <ns4:svgBlip ns3:embed="R3d1d65f3414445fb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64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5 буллетов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4" name="Прямоугольник с двумя скругленными соседними углами 13">
            <ns1:extLst>
              <ns1:ext uri="{FF2B5EF4-FFF2-40B4-BE49-F238E27FC236}">
                <ns2:creationId id="{AF02ABEF-8C51-7E44-6826-3B907F1A905E}"/>
              </ns1:ext>
            </ns1:extLst>
          </ns0:cNvPr>
          <ns0:cNvSpPr>
            <ns1:spLocks noGrp="1"/>
          </ns0:cNvSpPr>
          <ns0:nvPr/>
        </ns0:nvSpPr>
        <ns0:spPr>
          <ns1:xfrm rot="5400000">
            <ns1:off x="-1452564" y="1452564"/>
            <ns1:ext cx="10287000" cy="7381873"/>
          </ns1:xfrm>
          <ns1:prstGeom prst="round2SameRect">
            <ns1:avLst>
              <ns1:gd name="adj1" fmla="val 9406"/>
              <ns1:gd name="adj2" fmla="val 0"/>
            </ns1:avLst>
          </ns1:prstGeom>
          <ns1:gradFill rotWithShape="1">
            <ns1:gsLst>
              <ns1:gs pos="0">
                <ns1:srgbClr val="F60428"/>
              </ns1:gs>
              <ns1:gs pos="50000">
                <ns1:srgbClr val="FF254A"/>
              </ns1:gs>
              <ns1:gs pos="100000">
                <ns1:srgbClr val="E41060"/>
              </ns1:gs>
            </ns1:gsLst>
            <ns1:lin ang="13500000" scaled="1"/>
            <ns1:tileRect/>
          </ns1:gradFill>
          <ns1:ln>
            <ns1:noFill/>
          </ns1:ln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/>
          <ns1:lstStyle/>
          <ns1:p>
            <ns1:pPr algn="ctr">
              <ns1:buNone/>
            </ns1:pPr>
            <ns1:endParaRPr/>
          </ns1:p>
        </ns0:txBody>
      </ns0:sp>
      <ns0:sp>
        <ns0:nvSpPr>
          <ns0:cNvPr id="15" name="Текст 39">
            <ns1:extLst>
              <ns1:ext uri="{FF2B5EF4-FFF2-40B4-BE49-F238E27FC236}">
                <ns2:creationId id="{6A63D3F6-1F3C-5B00-5B69-65A8E2A470A2}"/>
              </ns1:ext>
            </ns1:extLst>
          </ns0:cNvPr>
          <ns0:cNvSpPr>
            <ns1:spLocks noGrp="1"/>
          </ns0:cNvSpPr>
          <ns0:nvPr>
            <ns0:ph type="body" idx="63" hasCustomPrompt="1"/>
          </ns0:nvPr>
        </ns0:nvSpPr>
        <ns0:spPr>
          <ns1:xfrm>
            <ns1:off x="4067496" y="5900040"/>
            <ns1:ext cx="2400965" cy="300408"/>
          </ns1:xfrm>
        </ns0:spPr>
        <ns0:txBody>
          <ns1:bodyPr anchor="ctr">
            <ns1:noAutofit/>
          </ns1:bodyPr>
          <ns1:lstStyle>
            <ns1:lvl1pPr algn="l">
              <ns1:buNone/>
              <ns1:defRPr sz="24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16" name="Текст 39">
            <ns1:extLst>
              <ns1:ext uri="{FF2B5EF4-FFF2-40B4-BE49-F238E27FC236}">
                <ns2:creationId id="{19A81112-2427-A619-5C59-DA5D469AA228}"/>
              </ns1:ext>
            </ns1:extLst>
          </ns0:cNvPr>
          <ns0:cNvSpPr>
            <ns1:spLocks noGrp="1"/>
          </ns0:cNvSpPr>
          <ns0:nvPr>
            <ns0:ph type="body" idx="64" hasCustomPrompt="1"/>
          </ns0:nvPr>
        </ns0:nvSpPr>
        <ns0:spPr>
          <ns1:xfrm>
            <ns1:off x="4067495" y="6381750"/>
            <ns1:ext cx="2400965" cy="1724025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ns1:t>
            </ns1:r>
          </ns1:p>
        </ns0:txBody>
      </ns0:sp>
      <ns0:sp>
        <ns0:nvSpPr>
          <ns0:cNvPr id="18" name="Текст 39">
            <ns1:extLst>
              <ns1:ext uri="{FF2B5EF4-FFF2-40B4-BE49-F238E27FC236}">
                <ns2:creationId id="{79D6796D-C2CC-B661-F557-5C771959DAEF}"/>
              </ns1:ext>
            </ns1:extLst>
          </ns0:cNvPr>
          <ns0:cNvSpPr>
            <ns1:spLocks noGrp="1"/>
          </ns0:cNvSpPr>
          <ns0:nvPr>
            <ns0:ph type="body" idx="65" hasCustomPrompt="1"/>
          </ns0:nvPr>
        </ns0:nvSpPr>
        <ns0:spPr>
          <ns1:xfrm>
            <ns1:off x="957091" y="5900040"/>
            <ns1:ext cx="2400965" cy="300408"/>
          </ns1:xfrm>
        </ns0:spPr>
        <ns0:txBody>
          <ns1:bodyPr anchor="ctr">
            <ns1:noAutofit/>
          </ns1:bodyPr>
          <ns1:lstStyle>
            <ns1:lvl1pPr algn="l">
              <ns1:buNone/>
              <ns1:defRPr sz="24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19" name="Текст 39">
            <ns1:extLst>
              <ns1:ext uri="{FF2B5EF4-FFF2-40B4-BE49-F238E27FC236}">
                <ns2:creationId id="{838462AE-EB10-8D06-4649-33EDBFDA55A2}"/>
              </ns1:ext>
            </ns1:extLst>
          </ns0:cNvPr>
          <ns0:cNvSpPr>
            <ns1:spLocks noGrp="1"/>
          </ns0:cNvSpPr>
          <ns0:nvPr>
            <ns0:ph type="body" idx="66" hasCustomPrompt="1"/>
          </ns0:nvPr>
        </ns0:nvSpPr>
        <ns0:spPr>
          <ns1:xfrm>
            <ns1:off x="957090" y="6381750"/>
            <ns1:ext cx="2400965" cy="1724025"/>
          </ns1:xfrm>
        </ns0:spPr>
        <ns0:txBody>
          <ns1:bodyPr>
            <ns1:noAutofit/>
          </ns1:bodyPr>
          <ns1:lstStyle>
            <ns1:lvl1pPr algn="l">
              <ns1:buNone/>
              <ns1:defRPr sz="1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ns1:t>
            </ns1:r>
          </ns1:p>
        </ns0:txBody>
      </ns0:sp>
      <ns0:sp>
        <ns0:nvSpPr>
          <ns0:cNvPr id="20" name="Заголовок 12">
            <ns1:extLst>
              <ns1:ext uri="{FF2B5EF4-FFF2-40B4-BE49-F238E27FC236}">
                <ns2:creationId id="{365CB8E5-8859-3BE9-38DB-46FD9B730A0B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37260" y="2200275"/>
            <ns1:ext cx="5531200" cy="1595437"/>
          </ns1:xfrm>
        </ns0:spPr>
        <ns0:txBody>
          <ns1:bodyPr anchor="t">
            <ns1:noAutofit/>
          </ns1:bodyPr>
          <ns1:lstStyle>
            <ns1:lvl1pPr algn="l">
              <ns1:buNone/>
              <ns1:defRPr sz="440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</ns1:lstStyle>
          <ns1:p>
            <ns1:r>
              <ns1:t>Сформулируйте</ns1:t>
            </ns1:r>
            <ns1:br/>
            <ns1:r>
              <ns1:t>смысловой</ns1:t>
            </ns1:r>
            <ns1:br/>
            <ns1:r>
              <ns1:t>заголовок</ns1:t>
            </ns1:r>
            <ns1:br/>
            <ns1:endParaRPr/>
          </ns1:p>
        </ns0:txBody>
      </ns0:sp>
      <ns0:sp>
        <ns0:nvSpPr>
          <ns0:cNvPr id="21" name="Текст 39">
            <ns1:extLst>
              <ns1:ext uri="{FF2B5EF4-FFF2-40B4-BE49-F238E27FC236}">
                <ns2:creationId id="{7A2510E2-07F8-43CE-090D-FB16D5518196}"/>
              </ns1:ext>
            </ns1:extLst>
          </ns0:cNvPr>
          <ns0:cNvSpPr>
            <ns1:spLocks noGrp="1"/>
          </ns0:cNvSpPr>
          <ns0:nvPr>
            <ns0:ph type="body" idx="33" hasCustomPrompt="1"/>
          </ns0:nvPr>
        </ns0:nvSpPr>
        <ns0:spPr>
          <ns1:xfrm>
            <ns1:off x="11338167" y="2200276"/>
            <ns1:ext cx="6067425" cy="1264329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</ns1:t>
            </ns1:r>
          </ns1:p>
        </ns0:txBody>
      </ns0:sp>
      <ns0:sp>
        <ns0:nvSpPr>
          <ns0:cNvPr id="22" name="Текст 39">
            <ns1:extLst>
              <ns1:ext uri="{FF2B5EF4-FFF2-40B4-BE49-F238E27FC236}">
                <ns2:creationId id="{430534CE-44F6-2C98-9C1B-12C56FD43BE3}"/>
              </ns1:ext>
            </ns1:extLst>
          </ns0:cNvPr>
          <ns0:cNvSpPr>
            <ns1:spLocks noGrp="1"/>
          </ns0:cNvSpPr>
          <ns0:nvPr>
            <ns0:ph type="body" idx="34" hasCustomPrompt="1"/>
          </ns0:nvPr>
        </ns0:nvSpPr>
        <ns0:spPr>
          <ns1:xfrm>
            <ns1:off x="8176255" y="2200275"/>
            <ns1:ext cx="2969966" cy="755891"/>
          </ns1:xfrm>
        </ns0:spPr>
        <ns0:txBody>
          <ns1:bodyPr anchor="ctr">
            <ns1:noAutofit/>
          </ns1:bodyPr>
          <ns1:lstStyle>
            <ns1:lvl1pPr>
              <ns1:buNone/>
              <ns1:defRPr sz="2400" b="0" i="0">
                <ns1:solidFill>
                  <ns1:srgbClr val="EA0B4C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  <ns1:br/>
            <ns1:r>
              <ns1:t>в несколько строк</ns1:t>
            </ns1:r>
          </ns1:p>
        </ns0:txBody>
      </ns0:sp>
      <ns0:sp>
        <ns0:nvSpPr>
          <ns0:cNvPr id="23" name="Текст 39">
            <ns1:extLst>
              <ns1:ext uri="{FF2B5EF4-FFF2-40B4-BE49-F238E27FC236}">
                <ns2:creationId id="{ED82AC88-2D39-5FD9-6FCA-9BA1ADCB4277}"/>
              </ns1:ext>
            </ns1:extLst>
          </ns0:cNvPr>
          <ns0:cNvSpPr>
            <ns1:spLocks noGrp="1"/>
          </ns0:cNvSpPr>
          <ns0:nvPr>
            <ns0:ph type="body" idx="67" hasCustomPrompt="1"/>
          </ns0:nvPr>
        </ns0:nvSpPr>
        <ns0:spPr>
          <ns1:xfrm>
            <ns1:off x="11338167" y="3871421"/>
            <ns1:ext cx="6067425" cy="2329027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</ns1:t>
            </ns1:r>
          </ns1:p>
        </ns0:txBody>
      </ns0:sp>
      <ns0:sp>
        <ns0:nvSpPr>
          <ns0:cNvPr id="24" name="Текст 39">
            <ns1:extLst>
              <ns1:ext uri="{FF2B5EF4-FFF2-40B4-BE49-F238E27FC236}">
                <ns2:creationId id="{C729BF5A-F143-0E8A-12AA-DF9CF098700D}"/>
              </ns1:ext>
            </ns1:extLst>
          </ns0:cNvPr>
          <ns0:cNvSpPr>
            <ns1:spLocks noGrp="1"/>
          </ns0:cNvSpPr>
          <ns0:nvPr>
            <ns0:ph type="body" idx="68" hasCustomPrompt="1"/>
          </ns0:nvPr>
        </ns0:nvSpPr>
        <ns0:spPr>
          <ns1:xfrm>
            <ns1:off x="8176255" y="3871420"/>
            <ns1:ext cx="2969966" cy="755891"/>
          </ns1:xfrm>
        </ns0:spPr>
        <ns0:txBody>
          <ns1:bodyPr anchor="ctr">
            <ns1:noAutofit/>
          </ns1:bodyPr>
          <ns1:lstStyle>
            <ns1:lvl1pPr>
              <ns1:buNone/>
              <ns1:defRPr sz="2400" b="0" i="0">
                <ns1:solidFill>
                  <ns1:srgbClr val="EA0B4C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  <ns1:br/>
            <ns1:r>
              <ns1:t>в несколько строк</ns1:t>
            </ns1:r>
          </ns1:p>
        </ns0:txBody>
      </ns0:sp>
      <ns0:sp>
        <ns0:nvSpPr>
          <ns0:cNvPr id="25" name="Текст 39">
            <ns1:extLst>
              <ns1:ext uri="{FF2B5EF4-FFF2-40B4-BE49-F238E27FC236}">
                <ns2:creationId id="{9E53A6FA-4296-2CD0-44D6-F0C81E1A9693}"/>
              </ns1:ext>
            </ns1:extLst>
          </ns0:cNvPr>
          <ns0:cNvSpPr>
            <ns1:spLocks noGrp="1"/>
          </ns0:cNvSpPr>
          <ns0:nvPr>
            <ns0:ph type="body" idx="69" hasCustomPrompt="1"/>
          </ns0:nvPr>
        </ns0:nvSpPr>
        <ns0:spPr>
          <ns1:xfrm>
            <ns1:off x="11338167" y="6535794"/>
            <ns1:ext cx="6067425" cy="2734330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</ns1:t>
            </ns1:r>
          </ns1:p>
        </ns0:txBody>
      </ns0:sp>
      <ns0:sp>
        <ns0:nvSpPr>
          <ns0:cNvPr id="26" name="Текст 39">
            <ns1:extLst>
              <ns1:ext uri="{FF2B5EF4-FFF2-40B4-BE49-F238E27FC236}">
                <ns2:creationId id="{A9586E6A-CD0C-F440-84C6-9B1D1854AB4B}"/>
              </ns1:ext>
            </ns1:extLst>
          </ns0:cNvPr>
          <ns0:cNvSpPr>
            <ns1:spLocks noGrp="1"/>
          </ns0:cNvSpPr>
          <ns0:nvPr>
            <ns0:ph type="body" idx="70" hasCustomPrompt="1"/>
          </ns0:nvPr>
        </ns0:nvSpPr>
        <ns0:spPr>
          <ns1:xfrm>
            <ns1:off x="8176255" y="6535793"/>
            <ns1:ext cx="2969966" cy="755891"/>
          </ns1:xfrm>
        </ns0:spPr>
        <ns0:txBody>
          <ns1:bodyPr anchor="ctr">
            <ns1:noAutofit/>
          </ns1:bodyPr>
          <ns1:lstStyle>
            <ns1:lvl1pPr>
              <ns1:buNone/>
              <ns1:defRPr sz="2400" b="0" i="0">
                <ns1:solidFill>
                  <ns1:srgbClr val="EA0B4C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  <ns1:br/>
            <ns1:r>
              <ns1:t>в несколько строк</ns1:t>
            </ns1:r>
          </ns1:p>
        </ns0:txBody>
      </ns0:sp>
      <ns0:sp>
        <ns0:nvSpPr>
          <ns0:cNvPr id="4" name="Рисунок 16">
            <ns1:extLst>
              <ns1:ext uri="{FF2B5EF4-FFF2-40B4-BE49-F238E27FC236}">
                <ns2:creationId id="{810C1981-78CC-CC37-FF12-E43CABE289A6}"/>
              </ns1:ext>
            </ns1:extLst>
          </ns0:cNvPr>
          <ns0:cNvSpPr>
            <ns1:spLocks noGrp="1"/>
          </ns0:cNvSpPr>
          <ns0:nvPr>
            <ns0:ph type="pic" idx="82" hasCustomPrompt="1"/>
          </ns0:nvPr>
        </ns0:nvSpPr>
        <ns0:spPr>
          <ns1:xfrm>
            <ns1:off x="4067495" y="5231350"/>
            <ns1:ext cx="498686" cy="487388"/>
          </ns1:xfrm>
          <ns1:prstGeom prst="rect">
            <ns1:avLst/>
          </ns1:prstGeom>
          <ns1:blipFill>
            <ns1:blip ns3:embed="R7507cc8e2b144a0b">
              <ns1:extLst>
                <ns1:ext uri="{96DAC541-7B7A-43D3-8B79-37D633B846F1}">
                  <ns4:svgBlip ns3:embed="Re8e085ae96e34d2d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6" name="Рисунок 16">
            <ns1:extLst>
              <ns1:ext uri="{FF2B5EF4-FFF2-40B4-BE49-F238E27FC236}">
                <ns2:creationId id="{CAAD15E5-DAD5-FCC2-15A7-6B616B7C81D4}"/>
              </ns1:ext>
            </ns1:extLst>
          </ns0:cNvPr>
          <ns0:cNvSpPr>
            <ns1:spLocks noGrp="1"/>
          </ns0:cNvSpPr>
          <ns0:nvPr>
            <ns0:ph type="pic" idx="83" hasCustomPrompt="1"/>
          </ns0:nvPr>
        </ns0:nvSpPr>
        <ns0:spPr>
          <ns1:xfrm>
            <ns1:off x="939982" y="5231350"/>
            <ns1:ext cx="498686" cy="487388"/>
          </ns1:xfrm>
          <ns1:prstGeom prst="rect">
            <ns1:avLst/>
          </ns1:prstGeom>
          <ns1:blipFill>
            <ns1:blip ns3:embed="R7507cc8e2b144a0b">
              <ns1:extLst>
                <ns1:ext uri="{96DAC541-7B7A-43D3-8B79-37D633B846F1}">
                  <ns4:svgBlip ns3:embed="Re8e085ae96e34d2d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7" name="Рисунок 3">
            <ns1:extLst>
              <ns1:ext uri="{FF2B5EF4-FFF2-40B4-BE49-F238E27FC236}">
                <ns2:creationId id="{C13221FB-2180-F387-A591-F125DB09181B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8" name="Текст 16">
            <ns1:extLst>
              <ns1:ext uri="{FF2B5EF4-FFF2-40B4-BE49-F238E27FC236}">
                <ns2:creationId id="{FD4E0806-AC15-8514-714C-0364B374A089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6df57579a60b43d0">
              <ns1:extLst>
                <ns1:ext uri="{96DAC541-7B7A-43D3-8B79-37D633B846F1}">
                  <ns4:svgBlip ns3:embed="R26605a2245f94c98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9" name="Текст 16">
            <ns1:extLst>
              <ns1:ext uri="{FF2B5EF4-FFF2-40B4-BE49-F238E27FC236}">
                <ns2:creationId id="{D2E554B1-F541-D684-42D6-1F3431C82FC0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5fdb532781a34b27">
              <ns1:extLst>
                <ns1:ext uri="{96DAC541-7B7A-43D3-8B79-37D633B846F1}">
                  <ns4:svgBlip ns3:embed="R795273acc98e41a1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65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Текстовый 1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1" name="Текст 39">
            <ns1:extLst>
              <ns1:ext uri="{FF2B5EF4-FFF2-40B4-BE49-F238E27FC236}">
                <ns2:creationId id="{7A2510E2-07F8-43CE-090D-FB16D5518196}"/>
              </ns1:ext>
            </ns1:extLst>
          </ns0:cNvPr>
          <ns0:cNvSpPr>
            <ns1:spLocks noGrp="1"/>
          </ns0:cNvSpPr>
          <ns0:nvPr>
            <ns0:ph type="body" idx="33" hasCustomPrompt="1"/>
          </ns0:nvPr>
        </ns0:nvSpPr>
        <ns0:spPr>
          <ns1:xfrm>
            <ns1:off x="4114412" y="2200276"/>
            <ns1:ext cx="13236963" cy="1264329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</ns1:t>
            </ns1:r>
          </ns1:p>
        </ns0:txBody>
      </ns0:sp>
      <ns0:sp>
        <ns0:nvSpPr>
          <ns0:cNvPr id="22" name="Текст 39">
            <ns1:extLst>
              <ns1:ext uri="{FF2B5EF4-FFF2-40B4-BE49-F238E27FC236}">
                <ns2:creationId id="{430534CE-44F6-2C98-9C1B-12C56FD43BE3}"/>
              </ns1:ext>
            </ns1:extLst>
          </ns0:cNvPr>
          <ns0:cNvSpPr>
            <ns1:spLocks noGrp="1"/>
          </ns0:cNvSpPr>
          <ns0:nvPr>
            <ns0:ph type="body" idx="34" hasCustomPrompt="1"/>
          </ns0:nvPr>
        </ns0:nvSpPr>
        <ns0:spPr>
          <ns1:xfrm>
            <ns1:off x="952500" y="2200275"/>
            <ns1:ext cx="2969966" cy="755891"/>
          </ns1:xfrm>
        </ns0:spPr>
        <ns0:txBody>
          <ns1:bodyPr anchor="ctr">
            <ns1:noAutofit/>
          </ns1:bodyPr>
          <ns1:lstStyle>
            <ns1:lvl1pPr>
              <ns1:buNone/>
              <ns1:defRPr sz="2400" b="0" i="0">
                <ns1:solidFill>
                  <ns1:srgbClr val="EA0B4C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  <ns1:br/>
            <ns1:r>
              <ns1:t>в несколько строк</ns1:t>
            </ns1:r>
          </ns1:p>
        </ns0:txBody>
      </ns0:sp>
      <ns0:sp>
        <ns0:nvSpPr>
          <ns0:cNvPr id="23" name="Текст 39">
            <ns1:extLst>
              <ns1:ext uri="{FF2B5EF4-FFF2-40B4-BE49-F238E27FC236}">
                <ns2:creationId id="{ED82AC88-2D39-5FD9-6FCA-9BA1ADCB4277}"/>
              </ns1:ext>
            </ns1:extLst>
          </ns0:cNvPr>
          <ns0:cNvSpPr>
            <ns1:spLocks noGrp="1"/>
          </ns0:cNvSpPr>
          <ns0:nvPr>
            <ns0:ph type="body" idx="67" hasCustomPrompt="1"/>
          </ns0:nvPr>
        </ns0:nvSpPr>
        <ns0:spPr>
          <ns1:xfrm>
            <ns1:off x="4114412" y="3871421"/>
            <ns1:ext cx="13236963" cy="2329027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</ns1:t>
            </ns1:r>
          </ns1:p>
        </ns0:txBody>
      </ns0:sp>
      <ns0:sp>
        <ns0:nvSpPr>
          <ns0:cNvPr id="24" name="Текст 39">
            <ns1:extLst>
              <ns1:ext uri="{FF2B5EF4-FFF2-40B4-BE49-F238E27FC236}">
                <ns2:creationId id="{C729BF5A-F143-0E8A-12AA-DF9CF098700D}"/>
              </ns1:ext>
            </ns1:extLst>
          </ns0:cNvPr>
          <ns0:cNvSpPr>
            <ns1:spLocks noGrp="1"/>
          </ns0:cNvSpPr>
          <ns0:nvPr>
            <ns0:ph type="body" idx="68" hasCustomPrompt="1"/>
          </ns0:nvPr>
        </ns0:nvSpPr>
        <ns0:spPr>
          <ns1:xfrm>
            <ns1:off x="952500" y="3871420"/>
            <ns1:ext cx="2969966" cy="755891"/>
          </ns1:xfrm>
        </ns0:spPr>
        <ns0:txBody>
          <ns1:bodyPr anchor="ctr">
            <ns1:noAutofit/>
          </ns1:bodyPr>
          <ns1:lstStyle>
            <ns1:lvl1pPr>
              <ns1:buNone/>
              <ns1:defRPr sz="2400" b="0" i="0">
                <ns1:solidFill>
                  <ns1:srgbClr val="EA0B4C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  <ns1:br/>
            <ns1:r>
              <ns1:t>в несколько строк</ns1:t>
            </ns1:r>
          </ns1:p>
        </ns0:txBody>
      </ns0:sp>
      <ns0:sp>
        <ns0:nvSpPr>
          <ns0:cNvPr id="25" name="Текст 39">
            <ns1:extLst>
              <ns1:ext uri="{FF2B5EF4-FFF2-40B4-BE49-F238E27FC236}">
                <ns2:creationId id="{9E53A6FA-4296-2CD0-44D6-F0C81E1A9693}"/>
              </ns1:ext>
            </ns1:extLst>
          </ns0:cNvPr>
          <ns0:cNvSpPr>
            <ns1:spLocks noGrp="1"/>
          </ns0:cNvSpPr>
          <ns0:nvPr>
            <ns0:ph type="body" idx="69" hasCustomPrompt="1"/>
          </ns0:nvPr>
        </ns0:nvSpPr>
        <ns0:spPr>
          <ns1:xfrm>
            <ns1:off x="4114412" y="6535794"/>
            <ns1:ext cx="13236963" cy="2734330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</ns1:t>
            </ns1:r>
          </ns1:p>
        </ns0:txBody>
      </ns0:sp>
      <ns0:sp>
        <ns0:nvSpPr>
          <ns0:cNvPr id="26" name="Текст 39">
            <ns1:extLst>
              <ns1:ext uri="{FF2B5EF4-FFF2-40B4-BE49-F238E27FC236}">
                <ns2:creationId id="{A9586E6A-CD0C-F440-84C6-9B1D1854AB4B}"/>
              </ns1:ext>
            </ns1:extLst>
          </ns0:cNvPr>
          <ns0:cNvSpPr>
            <ns1:spLocks noGrp="1"/>
          </ns0:cNvSpPr>
          <ns0:nvPr>
            <ns0:ph type="body" idx="70" hasCustomPrompt="1"/>
          </ns0:nvPr>
        </ns0:nvSpPr>
        <ns0:spPr>
          <ns1:xfrm>
            <ns1:off x="952500" y="6535793"/>
            <ns1:ext cx="2969966" cy="755891"/>
          </ns1:xfrm>
        </ns0:spPr>
        <ns0:txBody>
          <ns1:bodyPr anchor="ctr">
            <ns1:noAutofit/>
          </ns1:bodyPr>
          <ns1:lstStyle>
            <ns1:lvl1pPr>
              <ns1:buNone/>
              <ns1:defRPr sz="2400" b="0" i="0">
                <ns1:solidFill>
                  <ns1:srgbClr val="EA0B4C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  <ns1:br/>
            <ns1:r>
              <ns1:t>в несколько строк</ns1:t>
            </ns1:r>
          </ns1:p>
        </ns0:txBody>
      </ns0:sp>
      <ns0:sp>
        <ns0:nvSpPr>
          <ns0:cNvPr id="7" name="Рисунок 3">
            <ns1:extLst>
              <ns1:ext uri="{FF2B5EF4-FFF2-40B4-BE49-F238E27FC236}">
                <ns2:creationId id="{C13221FB-2180-F387-A591-F125DB09181B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8" name="Текст 16">
            <ns1:extLst>
              <ns1:ext uri="{FF2B5EF4-FFF2-40B4-BE49-F238E27FC236}">
                <ns2:creationId id="{FD4E0806-AC15-8514-714C-0364B374A089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ea6fcfa3df154d6b">
              <ns1:extLst>
                <ns1:ext uri="{96DAC541-7B7A-43D3-8B79-37D633B846F1}">
                  <ns4:svgBlip ns3:embed="R1ec3a6a9796c44db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9" name="Текст 16">
            <ns1:extLst>
              <ns1:ext uri="{FF2B5EF4-FFF2-40B4-BE49-F238E27FC236}">
                <ns2:creationId id="{D2E554B1-F541-D684-42D6-1F3431C82FC0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82fb12b8c40b485c">
              <ns1:extLst>
                <ns1:ext uri="{96DAC541-7B7A-43D3-8B79-37D633B846F1}">
                  <ns4:svgBlip ns3:embed="Rea47cc6bb7e94fe0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2" name="Заголовок 32">
            <ns1:extLst>
              <ns1:ext uri="{FF2B5EF4-FFF2-40B4-BE49-F238E27FC236}">
                <ns2:creationId id="{DE30DC53-470D-E637-0C29-B7BB01FE8761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</ns0:spTree>
  </ns0:cSld>
</ns0:sldLayout>
</file>

<file path=ppt/slideLayouts/slideLayout66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Текстовый 2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1" name="Текст 39">
            <ns1:extLst>
              <ns1:ext uri="{FF2B5EF4-FFF2-40B4-BE49-F238E27FC236}">
                <ns2:creationId id="{7A2510E2-07F8-43CE-090D-FB16D5518196}"/>
              </ns1:ext>
            </ns1:extLst>
          </ns0:cNvPr>
          <ns0:cNvSpPr>
            <ns1:spLocks noGrp="1"/>
          </ns0:cNvSpPr>
          <ns0:nvPr>
            <ns0:ph type="body" idx="33" hasCustomPrompt="1"/>
          </ns0:nvPr>
        </ns0:nvSpPr>
        <ns0:spPr>
          <ns1:xfrm>
            <ns1:off x="952500" y="2200276"/>
            <ns1:ext cx="16398875" cy="7324724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</ns1:t>
            </ns1:r>
            <ns1:br/>
            <ns1:r>
              <ns1:t>в несколько строк здесь.</ns1:t>
            </ns1:r>
          </ns1:p>
        </ns0:txBody>
      </ns0:sp>
      <ns0:sp>
        <ns0:nvSpPr>
          <ns0:cNvPr id="7" name="Рисунок 3">
            <ns1:extLst>
              <ns1:ext uri="{FF2B5EF4-FFF2-40B4-BE49-F238E27FC236}">
                <ns2:creationId id="{C13221FB-2180-F387-A591-F125DB09181B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8" name="Текст 16">
            <ns1:extLst>
              <ns1:ext uri="{FF2B5EF4-FFF2-40B4-BE49-F238E27FC236}">
                <ns2:creationId id="{FD4E0806-AC15-8514-714C-0364B374A089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7070ce2bf5434b3d">
              <ns1:extLst>
                <ns1:ext uri="{96DAC541-7B7A-43D3-8B79-37D633B846F1}">
                  <ns4:svgBlip ns3:embed="Rce82db7755ad49b5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9" name="Текст 16">
            <ns1:extLst>
              <ns1:ext uri="{FF2B5EF4-FFF2-40B4-BE49-F238E27FC236}">
                <ns2:creationId id="{D2E554B1-F541-D684-42D6-1F3431C82FC0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648662baed3a44e5">
              <ns1:extLst>
                <ns1:ext uri="{96DAC541-7B7A-43D3-8B79-37D633B846F1}">
                  <ns4:svgBlip ns3:embed="R2b71ca3d0cd249c8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2" name="Заголовок 32">
            <ns1:extLst>
              <ns1:ext uri="{FF2B5EF4-FFF2-40B4-BE49-F238E27FC236}">
                <ns2:creationId id="{DE30DC53-470D-E637-0C29-B7BB01FE8761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</ns0:spTree>
  </ns0:cSld>
</ns0:sldLayout>
</file>

<file path=ppt/slideLayouts/slideLayout67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xmlns:ns4="http://schemas.microsoft.com/office/drawing/2014/main" preserve="1" userDrawn="1">
  <ns0:cSld name="Большая цифра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pic>
        <ns0:nvPicPr>
          <ns0:cNvPr id="15" name="Рисунок 8"/>
          <ns0:cNvPicPr>
            <ns1:picLocks noChangeAspect="1"/>
          </ns0:cNvPicPr>
          <ns0:nvPr/>
        </ns0:nvPicPr>
        <ns0:blipFill>
          <ns1:blip ns2:embed="R506d4bed150541ac">
            <ns1:extLst>
              <ns1:ext uri="{96DAC541-7B7A-43D3-8B79-37D633B846F1}">
                <ns3:svgBlip ns2:embed="Re705965351514e92"/>
              </ns1:ext>
            </ns1:extLst>
          </ns1:blip>
          <ns1:stretch>
            <ns1:fillRect l="0" t="0" r="0" b="0"/>
          </ns1:stretch>
        </ns0:blipFill>
        <ns0:spPr>
          <ns1:xfrm>
            <ns1:off x="9144000" y="0"/>
            <ns1:ext cx="9144000" cy="10287000"/>
          </ns1:xfrm>
          <ns1:prstGeom prst="rect">
            <ns1:avLst/>
          </ns1:prstGeom>
        </ns0:spPr>
      </ns0:pic>
      <ns0:sp>
        <ns0:nvSpPr>
          <ns0:cNvPr id="13" name="Заголовок 12">
            <ns1:extLst>
              <ns1:ext uri="{FF2B5EF4-FFF2-40B4-BE49-F238E27FC236}">
                <ns4:creationId id="{31E684B5-33D2-A3FB-A5D8-F7F0CCFF4547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8481848" y="3328231"/>
            <ns1:ext cx="8853652" cy="3630537"/>
          </ns1:xfrm>
        </ns0:spPr>
        <ns0:txBody>
          <ns1:bodyPr anchor="t">
            <ns1:noAutofit/>
          </ns1:bodyPr>
          <ns1:lstStyle>
            <ns1:lvl1pPr algn="l">
              <ns1:buNone/>
              <ns1:defRPr sz="7200"/>
            </ns1:lvl1pPr>
          </ns1:lstStyle>
          <ns1:p>
            <ns1:r>
              <ns1:t>Краткое описание сути показателя</ns1:t>
            </ns1:r>
            <ns1:br/>
            <ns1:r>
              <ns1:t>с пояснением</ns1:t>
            </ns1:r>
            <ns1:br/>
            <ns1:r>
              <ns1:t>в 4 строки</ns1:t>
            </ns1:r>
          </ns1:p>
        </ns0:txBody>
      </ns0:sp>
      <ns0:sp>
        <ns0:nvSpPr>
          <ns0:cNvPr id="5" name="Текст 4">
            <ns1:extLst>
              <ns1:ext uri="{FF2B5EF4-FFF2-40B4-BE49-F238E27FC236}">
                <ns4:creationId id="{03782E30-8FB2-8D9C-47D8-24BA8538499F}"/>
              </ns1:ext>
            </ns1:extLst>
          </ns0:cNvPr>
          <ns0:cNvSpPr>
            <ns1:spLocks noGrp="1"/>
          </ns0:cNvSpPr>
          <ns0:nvPr>
            <ns0:ph type="body" idx="10" hasCustomPrompt="1"/>
          </ns0:nvPr>
        </ns0:nvSpPr>
        <ns0:spPr>
          <ns1:xfrm>
            <ns1:off x="1549400" y="1047750"/>
            <ns1:ext cx="5979948" cy="8135938"/>
          </ns1:xfrm>
        </ns0:spPr>
        <ns0:txBody>
          <ns1:bodyPr anchor="ctr">
            <ns1:noAutofit/>
          </ns1:bodyPr>
          <ns1:lstStyle>
            <ns1:lvl1pPr>
              <ns1:buNone/>
              <ns1:defRPr sz="80000" b="0" i="0">
                <ns1:solidFill>
                  <ns1:srgbClr val="FF0000"/>
                </ns1:solidFill>
                <ns1:latin typeface="Golos Text SemiBold"/>
                <ns1:ea typeface="Golos Text SemiBold"/>
                <ns1:cs typeface="Golos Text SemiBold"/>
              </ns1:defRPr>
            </ns1:lvl1pPr>
          </ns1:lstStyle>
          <ns1:p>
            <ns1:pPr lvl="0">
              <ns1:buNone/>
            </ns1:pPr>
            <ns1:r>
              <ns1:t>5</ns1:t>
            </ns1:r>
          </ns1:p>
        </ns0:txBody>
      </ns0:sp>
      <ns0:sp>
        <ns0:nvSpPr>
          <ns0:cNvPr id="6" name="Рисунок 3">
            <ns1:extLst>
              <ns1:ext uri="{FF2B5EF4-FFF2-40B4-BE49-F238E27FC236}">
                <ns4:creationId id="{4DA5AA1E-A3A1-68F9-05E5-3B3E076750FC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7" name="Текст 16">
            <ns1:extLst>
              <ns1:ext uri="{FF2B5EF4-FFF2-40B4-BE49-F238E27FC236}">
                <ns4:creationId id="{8D0EFDB7-9784-AEBB-E45A-4F132CA146DF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2:embed="Reb4187e1d29343a9">
              <ns1:extLst>
                <ns1:ext uri="{96DAC541-7B7A-43D3-8B79-37D633B846F1}">
                  <ns3:svgBlip ns2:embed="Rd426c9b4edd8493d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8" name="Текст 16">
            <ns1:extLst>
              <ns1:ext uri="{FF2B5EF4-FFF2-40B4-BE49-F238E27FC236}">
                <ns4:creationId id="{EB6BA0F8-714E-B64C-2509-F761B333E9EB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2:embed="Re1ac03559aeb45b3">
              <ns1:extLst>
                <ns1:ext uri="{96DAC541-7B7A-43D3-8B79-37D633B846F1}">
                  <ns3:svgBlip ns2:embed="R07d85f7ae7504896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68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Призыв к действию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1" name="Скругленный прямоугольник 20">
            <ns1:extLst>
              <ns1:ext uri="{FF2B5EF4-FFF2-40B4-BE49-F238E27FC236}">
                <ns2:creationId id="{EFD62D56-DB63-ACC9-8ECF-2BE60FAD3F01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762000"/>
            <ns1:ext cx="16764000" cy="8763000"/>
          </ns1:xfrm>
          <ns1:prstGeom prst="roundRect">
            <ns1:avLst>
              <ns1:gd name="adj" fmla="val 7783"/>
            </ns1:avLst>
          </ns1:prstGeom>
          <ns1:solidFill>
            <ns1:schemeClr val="bg1">
              <ns1:lumMod val="95000"/>
            </ns1:schemeClr>
          </ns1:solidFill>
          <ns1:ln>
            <ns1:noFill/>
          </ns1:ln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/>
          <ns1:lstStyle/>
          <ns1:p>
            <ns1:pPr algn="ctr">
              <ns1:buNone/>
            </ns1:pPr>
            <ns1:endParaRPr/>
          </ns1:p>
        </ns0:txBody>
      </ns0:sp>
      <ns0:pic>
        <ns0:nvPicPr>
          <ns0:cNvPr id="24" name="Рисунок 8"/>
          <ns0:cNvPicPr>
            <ns1:picLocks noChangeAspect="1"/>
          </ns0:cNvPicPr>
          <ns0:nvPr/>
        </ns0:nvPicPr>
        <ns0:blipFill>
          <ns1:blip ns3:embed="Rd427842b85764f67">
            <ns1:extLst>
              <ns1:ext uri="{96DAC541-7B7A-43D3-8B79-37D633B846F1}">
                <ns4:svgBlip ns3:embed="Rcd8ee7d389e64e63"/>
              </ns1:ext>
            </ns1:extLst>
          </ns1:blip>
          <ns1:stretch>
            <ns1:fillRect l="0" t="0" r="0" b="0"/>
          </ns1:stretch>
        </ns0:blipFill>
        <ns0:spPr>
          <ns1:xfrm>
            <ns1:off x="9144000" y="0"/>
            <ns1:ext cx="9144000" cy="10287000"/>
          </ns1:xfrm>
          <ns1:prstGeom prst="rect">
            <ns1:avLst/>
          </ns1:prstGeom>
        </ns0:spPr>
      </ns0:pic>
      <ns0:sp>
        <ns0:nvSpPr>
          <ns0:cNvPr id="13" name="Заголовок 12">
            <ns1:extLst>
              <ns1:ext uri="{FF2B5EF4-FFF2-40B4-BE49-F238E27FC236}">
                <ns2:creationId id="{31E684B5-33D2-A3FB-A5D8-F7F0CCFF4547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4775175" y="5371573"/>
            <ns1:ext cx="8737650" cy="2715690"/>
          </ns1:xfrm>
        </ns0:spPr>
        <ns0:txBody>
          <ns1:bodyPr anchor="t">
            <ns1:noAutofit/>
          </ns1:bodyPr>
          <ns1:lstStyle>
            <ns1:lvl1pPr algn="ctr">
              <ns1:buNone/>
              <ns1:defRPr sz="7200"/>
            </ns1:lvl1pPr>
          </ns1:lstStyle>
          <ns1:p>
            <ns1:r>
              <ns1:t>Напишите призыв к действию в 2-3 строки</ns1:t>
            </ns1:r>
          </ns1:p>
        </ns0:txBody>
      </ns0:sp>
      <ns0:sp>
        <ns0:nvSpPr>
          <ns0:cNvPr id="19" name="Текст 18">
            <ns1:extLst>
              <ns1:ext uri="{FF2B5EF4-FFF2-40B4-BE49-F238E27FC236}">
                <ns2:creationId id="{F78FE1B5-C685-96FF-743D-30117E8A4ADF}"/>
              </ns1:ext>
            </ns1:extLst>
          </ns0:cNvPr>
          <ns0:cNvSpPr>
            <ns1:spLocks noGrp="1"/>
          </ns0:cNvSpPr>
          <ns0:nvPr>
            <ns0:ph type="body" idx="11" hasCustomPrompt="1"/>
          </ns0:nvPr>
        </ns0:nvSpPr>
        <ns0:spPr>
          <ns1:xfrm>
            <ns1:off x="7037527" y="8294673"/>
            <ns1:ext cx="4212946" cy="714375"/>
          </ns1:xfrm>
        </ns0:spPr>
        <ns0:txBody>
          <ns1:bodyPr>
            <ns1:noAutofit/>
          </ns1:bodyPr>
          <ns1:lstStyle>
            <ns1:lvl1pPr marL="0" indent="0" algn="ctr">
              <ns1:buNone/>
              <ns1:defRPr sz="2000"/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Краткий текст-пояснение максимум в 2 строки</ns1:t>
            </ns1:r>
          </ns1:p>
        </ns0:txBody>
      </ns0:sp>
      <ns0:sp>
        <ns0:nvSpPr>
          <ns0:cNvPr id="4" name="Рисунок 3">
            <ns1:extLst>
              <ns1:ext uri="{FF2B5EF4-FFF2-40B4-BE49-F238E27FC236}">
                <ns2:creationId id="{F33EF155-C3A9-FA23-5985-A1BBC8D3C5DB}"/>
              </ns1:ext>
            </ns1:extLst>
          </ns0:cNvPr>
          <ns0:cNvSpPr>
            <ns1:spLocks noGrp="1"/>
          </ns0:cNvSpPr>
          <ns0:nvPr>
            <ns0:ph type="pic" idx="12" hasCustomPrompt="1"/>
          </ns0:nvPr>
        </ns0:nvSpPr>
        <ns0:spPr>
          <ns1:xfrm>
            <ns1:off x="7185025" y="1501775"/>
            <ns1:ext cx="3608388" cy="3608388"/>
          </ns1:xfrm>
          <ns1:prstGeom prst="rect">
            <ns1:avLst/>
          </ns1:prstGeom>
          <ns1:blipFill>
            <ns1:blip ns3:embed="R3d2739ff51d145dd"/>
            <ns1:srcRect l="0" t="0" r="0" b="0"/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800"/>
            </ns1:lvl1pPr>
          </ns1:lstStyle>
          <ns1:p>
            <ns1:r>
              <ns1:t> </ns1:t>
            </ns1:r>
          </ns1:p>
        </ns0:txBody>
      </ns0:sp>
    </ns0:spTree>
  </ns0:cSld>
</ns0:sldLayout>
</file>

<file path=ppt/slideLayouts/slideLayout69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Сложный 1">
    <ns0:bg>
      <ns0:bgPr>
        <ns1:solidFill>
          <ns1:schemeClr val="bg1">
            <ns1:lumMod val="95000"/>
          </ns1:schemeClr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3" name="Рисунок 11">
            <ns1:extLst>
              <ns1:ext uri="{FF2B5EF4-FFF2-40B4-BE49-F238E27FC236}">
                <ns2:creationId id="{7619C8B5-B25F-85B2-D358-39D4DFE96488}"/>
              </ns1:ext>
            </ns1:extLst>
          </ns0:cNvPr>
          <ns0:cNvSpPr>
            <ns1:spLocks noGrp="1"/>
          </ns0:cNvSpPr>
          <ns0:nvPr>
            <ns0:ph type="pic" idx="94" hasCustomPrompt="1"/>
          </ns0:nvPr>
        </ns0:nvSpPr>
        <ns0:spPr>
          <ns1:xfrm>
            <ns1:off x="5429248" y="2825405"/>
            <ns1:ext cx="4133849" cy="1165570"/>
          </ns1:xfrm>
          <ns1:prstGeom prst="roundRect">
            <ns1:avLst>
              <ns1:gd name="adj" fmla="val 13903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5" name="Рисунок 11">
            <ns1:extLst>
              <ns1:ext uri="{FF2B5EF4-FFF2-40B4-BE49-F238E27FC236}">
                <ns2:creationId id="{F7271998-F366-8AAE-20C6-269157EA22EF}"/>
              </ns1:ext>
            </ns1:extLst>
          </ns0:cNvPr>
          <ns0:cNvSpPr>
            <ns1:spLocks noGrp="1"/>
          </ns0:cNvSpPr>
          <ns0:nvPr>
            <ns0:ph type="pic" idx="95" hasCustomPrompt="1"/>
          </ns0:nvPr>
        </ns0:nvSpPr>
        <ns0:spPr>
          <ns1:xfrm>
            <ns1:off x="5429248" y="4542445"/>
            <ns1:ext cx="4133849" cy="1165570"/>
          </ns1:xfrm>
          <ns1:prstGeom prst="roundRect">
            <ns1:avLst>
              <ns1:gd name="adj" fmla="val 13903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7" name="Рисунок 11">
            <ns1:extLst>
              <ns1:ext uri="{FF2B5EF4-FFF2-40B4-BE49-F238E27FC236}">
                <ns2:creationId id="{5BAEF347-A30A-414B-28CA-5465D4D761A7}"/>
              </ns1:ext>
            </ns1:extLst>
          </ns0:cNvPr>
          <ns0:cNvSpPr>
            <ns1:spLocks noGrp="1"/>
          </ns0:cNvSpPr>
          <ns0:nvPr>
            <ns0:ph type="pic" idx="96" hasCustomPrompt="1"/>
          </ns0:nvPr>
        </ns0:nvSpPr>
        <ns0:spPr>
          <ns1:xfrm>
            <ns1:off x="5429248" y="6320445"/>
            <ns1:ext cx="4133849" cy="1165570"/>
          </ns1:xfrm>
          <ns1:prstGeom prst="roundRect">
            <ns1:avLst>
              <ns1:gd name="adj" fmla="val 13903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8" name="Рисунок 11">
            <ns1:extLst>
              <ns1:ext uri="{FF2B5EF4-FFF2-40B4-BE49-F238E27FC236}">
                <ns2:creationId id="{1AACB762-5735-8E78-6867-71D91D9E2E91}"/>
              </ns1:ext>
            </ns1:extLst>
          </ns0:cNvPr>
          <ns0:cNvSpPr>
            <ns1:spLocks noGrp="1"/>
          </ns0:cNvSpPr>
          <ns0:nvPr>
            <ns0:ph type="pic" idx="97" hasCustomPrompt="1"/>
          </ns0:nvPr>
        </ns0:nvSpPr>
        <ns0:spPr>
          <ns1:xfrm>
            <ns1:off x="9909809" y="3629023"/>
            <ns1:ext cx="3595722" cy="3086101"/>
          </ns1:xfrm>
          <ns1:prstGeom prst="roundRect">
            <ns1:avLst>
              <ns1:gd name="adj" fmla="val 8306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9" name="Рисунок 11">
            <ns1:extLst>
              <ns1:ext uri="{FF2B5EF4-FFF2-40B4-BE49-F238E27FC236}">
                <ns2:creationId id="{9867FD82-C0BB-7AF0-850C-584AC5AB3FAE}"/>
              </ns1:ext>
            </ns1:extLst>
          </ns0:cNvPr>
          <ns0:cNvSpPr>
            <ns1:spLocks noGrp="1"/>
          </ns0:cNvSpPr>
          <ns0:nvPr>
            <ns0:ph type="pic" idx="98" hasCustomPrompt="1"/>
          </ns0:nvPr>
        </ns0:nvSpPr>
        <ns0:spPr>
          <ns1:xfrm>
            <ns1:off x="13740129" y="3629023"/>
            <ns1:ext cx="3595722" cy="3086101"/>
          </ns1:xfrm>
          <ns1:prstGeom prst="roundRect">
            <ns1:avLst>
              <ns1:gd name="adj" fmla="val 8306"/>
            </ns1:avLst>
          </ns1:prstGeom>
          <ns1:solidFill>
            <ns1:schemeClr val="accent1">
              <ns1:lumMod val="20000"/>
              <ns1:lumOff val="80000"/>
            </ns1:schemeClr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0" name="Рисунок 11">
            <ns1:extLst>
              <ns1:ext uri="{FF2B5EF4-FFF2-40B4-BE49-F238E27FC236}">
                <ns2:creationId id="{0C16B71B-32E8-6FFD-C529-91B65F18D24C}"/>
              </ns1:ext>
            </ns1:extLst>
          </ns0:cNvPr>
          <ns0:cNvSpPr>
            <ns1:spLocks noGrp="1"/>
          </ns0:cNvSpPr>
          <ns0:nvPr>
            <ns0:ph type="pic" idx="99" hasCustomPrompt="1"/>
          </ns0:nvPr>
        </ns0:nvSpPr>
        <ns0:spPr>
          <ns1:xfrm>
            <ns1:off x="9909808" y="6955307"/>
            <ns1:ext cx="7439261" cy="2495550"/>
          </ns1:xfrm>
          <ns1:prstGeom prst="roundRect">
            <ns1:avLst>
              <ns1:gd name="adj" fmla="val 8306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1" name="Рисунок 11">
            <ns1:extLst>
              <ns1:ext uri="{FF2B5EF4-FFF2-40B4-BE49-F238E27FC236}">
                <ns2:creationId id="{D84516DB-CF1E-C8D3-9D0C-FF8AF50DCC20}"/>
              </ns1:ext>
            </ns1:extLst>
          </ns0:cNvPr>
          <ns0:cNvSpPr>
            <ns1:spLocks noGrp="1"/>
          </ns0:cNvSpPr>
          <ns0:nvPr>
            <ns0:ph type="pic" idx="100" hasCustomPrompt="1"/>
          </ns0:nvPr>
        </ns0:nvSpPr>
        <ns0:spPr>
          <ns1:xfrm>
            <ns1:off x="5429248" y="7803804"/>
            <ns1:ext cx="4133849" cy="1635469"/>
          </ns1:xfrm>
          <ns1:prstGeom prst="roundRect">
            <ns1:avLst>
              <ns1:gd name="adj" fmla="val 8933"/>
            </ns1:avLst>
          </ns1:prstGeom>
          <ns1:solidFill>
            <ns1:srgbClr val="EA0B4C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19" name="Текст 39">
            <ns1:extLst>
              <ns1:ext uri="{FF2B5EF4-FFF2-40B4-BE49-F238E27FC236}">
                <ns2:creationId id="{AB2EE4B4-C757-5B6E-43DC-6F32829D9553}"/>
              </ns1:ext>
            </ns1:extLst>
          </ns0:cNvPr>
          <ns0:cNvSpPr>
            <ns1:spLocks noGrp="1"/>
          </ns0:cNvSpPr>
          <ns0:nvPr>
            <ns0:ph type="body" idx="85" hasCustomPrompt="1"/>
          </ns0:nvPr>
        </ns0:nvSpPr>
        <ns0:spPr>
          <ns1:xfrm>
            <ns1:off x="10119645" y="7123672"/>
            <ns1:ext cx="2628100" cy="275197"/>
          </ns1:xfrm>
        </ns0:spPr>
        <ns0:txBody>
          <ns1:bodyPr anchor="ctr">
            <ns1:noAutofit/>
          </ns1:bodyPr>
          <ns1:lstStyle>
            <ns1:lvl1pPr>
              <ns1:buNone/>
              <ns1:defRPr sz="18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113" name="Текст 39">
            <ns1:extLst>
              <ns1:ext uri="{FF2B5EF4-FFF2-40B4-BE49-F238E27FC236}">
                <ns2:creationId id="{51405C69-E770-3DCB-D70D-3CB6AD618A13}"/>
              </ns1:ext>
            </ns1:extLst>
          </ns0:cNvPr>
          <ns0:cNvSpPr>
            <ns1:spLocks noGrp="1"/>
          </ns0:cNvSpPr>
          <ns0:nvPr>
            <ns0:ph type="body" idx="61" hasCustomPrompt="1"/>
          </ns0:nvPr>
        </ns0:nvSpPr>
        <ns0:spPr>
          <ns1:xfrm>
            <ns1:off x="10119644" y="3808972"/>
            <ns1:ext cx="3186853" cy="314295"/>
          </ns1:xfrm>
        </ns0:spPr>
        <ns0:txBody>
          <ns1:bodyPr anchor="ctr">
            <ns1:noAutofit/>
          </ns1:bodyPr>
          <ns1:lstStyle>
            <ns1:lvl1pPr>
              <ns1:buNone/>
              <ns1:defRPr sz="18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24" name="default_name">
            <ns1:extLst>
              <ns1:ext uri="{FF2B5EF4-FFF2-40B4-BE49-F238E27FC236}">
                <ns2:creationId id="{E0B265EC-AFAD-CD34-DB8A-8A9C532D1687}"/>
              </ns1:ext>
            </ns1:extLst>
          </ns0:cNvPr>
          <ns0:cNvSpPr>
            <ns1:spLocks noGrp="1"/>
          </ns0:cNvSpPr>
          <ns0:nvPr/>
        </ns0:nvSpPr>
        <ns0:spPr>
          <ns1:xfrm>
            <ns1:off x="5429250" y="2371725"/>
            <ns1:ext cx="1438275" cy="20955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 algn="l">
              <ns1:lnSpc>
                <ns1:spcPct val="83333"/>
              </ns1:lnSpc>
              <ns1:buNone/>
            </ns1:pPr>
            <ns1:r>
              <ns1:rPr sz="2400" b="0" spc="-150">
                <ns1:solidFill>
                  <ns1:srgbClr val="F50628"/>
                </ns1:solidFill>
                <ns1:latin typeface="Golos Text SemiBold"/>
                <ns1:ea typeface="Golos Text SemiBold"/>
                <ns1:cs typeface="Golos Text SemiBold"/>
              </ns1:rPr>
              <ns1:t>Заголовок</ns1:t>
            </ns1:r>
            <ns1:endParaRPr sz="2400"/>
          </ns1:p>
        </ns0:txBody>
      </ns0:sp>
      <ns0:sp>
        <ns0:nvSpPr>
          <ns0:cNvPr id="59" name="Текст 39">
            <ns1:extLst>
              <ns1:ext uri="{FF2B5EF4-FFF2-40B4-BE49-F238E27FC236}">
                <ns2:creationId id="{5D2F3A1F-289E-853D-79BE-DB8B3F9CBC9E}"/>
              </ns1:ext>
            </ns1:extLst>
          </ns0:cNvPr>
          <ns0:cNvSpPr>
            <ns1:spLocks noGrp="1"/>
          </ns0:cNvSpPr>
          <ns0:nvPr>
            <ns0:ph type="body" idx="25" hasCustomPrompt="1"/>
          </ns0:nvPr>
        </ns0:nvSpPr>
        <ns0:spPr>
          <ns1:xfrm>
            <ns1:off x="952500" y="2375249"/>
            <ns1:ext cx="4133850" cy="7064025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71" name="Текст 39">
            <ns1:extLst>
              <ns1:ext uri="{FF2B5EF4-FFF2-40B4-BE49-F238E27FC236}">
                <ns2:creationId id="{4FEBCFF0-7F2C-547D-02A3-E72F3E1BCEA7}"/>
              </ns1:ext>
            </ns1:extLst>
          </ns0:cNvPr>
          <ns0:cNvSpPr>
            <ns1:spLocks noGrp="1"/>
          </ns0:cNvSpPr>
          <ns0:nvPr>
            <ns0:ph type="body" idx="48" hasCustomPrompt="1"/>
          </ns0:nvPr>
        </ns0:nvSpPr>
        <ns0:spPr>
          <ns1:xfrm>
            <ns1:off x="6277233" y="2968008"/>
            <ns1:ext cx="3117592" cy="908253"/>
          </ns1:xfrm>
        </ns0:spPr>
        <ns0:txBody>
          <ns1:bodyPr anchor="ctr">
            <ns1:noAutofit/>
          </ns1:bodyPr>
          <ns1:lstStyle>
            <ns1:lvl1pPr>
              <ns1:buNone/>
              <ns1:defRPr sz="12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103" name="Текст 39">
            <ns1:extLst>
              <ns1:ext uri="{FF2B5EF4-FFF2-40B4-BE49-F238E27FC236}">
                <ns2:creationId id="{2C34386A-F278-307D-0749-FC487D60B148}"/>
              </ns1:ext>
            </ns1:extLst>
          </ns0:cNvPr>
          <ns0:cNvSpPr>
            <ns1:spLocks noGrp="1"/>
          </ns0:cNvSpPr>
          <ns0:nvPr>
            <ns0:ph type="body" idx="56" hasCustomPrompt="1"/>
          </ns0:nvPr>
        </ns0:nvSpPr>
        <ns0:spPr>
          <ns1:xfrm>
            <ns1:off x="6277233" y="4696795"/>
            <ns1:ext cx="3117592" cy="908253"/>
          </ns1:xfrm>
        </ns0:spPr>
        <ns0:txBody>
          <ns1:bodyPr anchor="ctr">
            <ns1:noAutofit/>
          </ns1:bodyPr>
          <ns1:lstStyle>
            <ns1:lvl1pPr>
              <ns1:buNone/>
              <ns1:defRPr sz="12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107" name="Текст 39">
            <ns1:extLst>
              <ns1:ext uri="{FF2B5EF4-FFF2-40B4-BE49-F238E27FC236}">
                <ns2:creationId id="{655303DA-3F35-AE29-8C54-87A650DE6736}"/>
              </ns1:ext>
            </ns1:extLst>
          </ns0:cNvPr>
          <ns0:cNvSpPr>
            <ns1:spLocks noGrp="1"/>
          </ns0:cNvSpPr>
          <ns0:nvPr>
            <ns0:ph type="body" idx="58" hasCustomPrompt="1"/>
          </ns0:nvPr>
        </ns0:nvSpPr>
        <ns0:spPr>
          <ns1:xfrm>
            <ns1:off x="6277233" y="6468445"/>
            <ns1:ext cx="3117592" cy="908253"/>
          </ns1:xfrm>
        </ns0:spPr>
        <ns0:txBody>
          <ns1:bodyPr anchor="ctr">
            <ns1:noAutofit/>
          </ns1:bodyPr>
          <ns1:lstStyle>
            <ns1:lvl1pPr>
              <ns1:buNone/>
              <ns1:defRPr sz="12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108" name="Текст 39">
            <ns1:extLst>
              <ns1:ext uri="{FF2B5EF4-FFF2-40B4-BE49-F238E27FC236}">
                <ns2:creationId id="{30E89CCC-58FB-4F65-579D-216FCE4A9635}"/>
              </ns1:ext>
            </ns1:extLst>
          </ns0:cNvPr>
          <ns0:cNvSpPr>
            <ns1:spLocks noGrp="1"/>
          </ns0:cNvSpPr>
          <ns0:nvPr>
            <ns0:ph type="body" idx="59" hasCustomPrompt="1"/>
          </ns0:nvPr>
        </ns0:nvSpPr>
        <ns0:spPr>
          <ns1:xfrm>
            <ns1:off x="9925049" y="2375250"/>
            <ns1:ext cx="7424021" cy="1025176"/>
          </ns1:xfrm>
        </ns0:spPr>
        <ns0:txBody>
          <ns1:bodyPr>
            <ns1:noAutofit/>
          </ns1:bodyPr>
          <ns1:lstStyle>
            <ns1:lvl1pPr>
              <ns1:buNone/>
              <ns1:defRPr sz="18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</ns1:t>
            </ns1:r>
          </ns1:p>
        </ns0:txBody>
      </ns0:sp>
      <ns0:sp>
        <ns0:nvSpPr>
          <ns0:cNvPr id="109" name="Текст 39">
            <ns1:extLst>
              <ns1:ext uri="{FF2B5EF4-FFF2-40B4-BE49-F238E27FC236}">
                <ns2:creationId id="{7F5B1636-A99B-7825-98A8-FA4C9B6E4D05}"/>
              </ns1:ext>
            </ns1:extLst>
          </ns0:cNvPr>
          <ns0:cNvSpPr>
            <ns1:spLocks noGrp="1"/>
          </ns0:cNvSpPr>
          <ns0:nvPr>
            <ns0:ph type="body" idx="60" hasCustomPrompt="1"/>
          </ns0:nvPr>
        </ns0:nvSpPr>
        <ns0:spPr>
          <ns1:xfrm>
            <ns1:off x="6080521" y="8010523"/>
            <ns1:ext cx="3263430" cy="1200152"/>
          </ns1:xfrm>
        </ns0:spPr>
        <ns0:txBody>
          <ns1:bodyPr anchor="t">
            <ns1:noAutofit/>
          </ns1:bodyPr>
          <ns1:lstStyle>
            <ns1:lvl1pPr>
              <ns1:buNone/>
              <ns1:defRPr sz="16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114" name="Диаграмма 22">
            <ns1:extLst>
              <ns1:ext uri="{FF2B5EF4-FFF2-40B4-BE49-F238E27FC236}">
                <ns2:creationId id="{729ECF49-B53C-9FF4-5BE9-6097506337ED}"/>
              </ns1:ext>
            </ns1:extLst>
          </ns0:cNvPr>
          <ns0:cNvSpPr>
            <ns1:spLocks noGrp="1"/>
          </ns0:cNvSpPr>
          <ns0:nvPr>
            <ns0:ph type="chart" idx="81" hasCustomPrompt="1"/>
          </ns0:nvPr>
        </ns0:nvSpPr>
        <ns0:spPr>
          <ns1:xfrm>
            <ns1:off x="10119646" y="4197735"/>
            <ns1:ext cx="3186854" cy="2300373"/>
          </ns1:xfrm>
        </ns0:spPr>
        <ns0:txBody>
          <ns1:bodyPr anchor="ctr">
            <ns1:normAutofit/>
          </ns1:bodyPr>
          <ns1:lstStyle>
            <ns1:lvl1pPr algn="ctr">
              <ns1:buNone/>
              <ns1:defRPr sz="1600"/>
            </ns1:lvl1pPr>
          </ns1:lstStyle>
          <ns1:p>
            <ns1:r>
              <ns1:t> </ns1:t>
            </ns1:r>
          </ns1:p>
        </ns0:txBody>
      </ns0:sp>
      <ns0:sp>
        <ns0:nvSpPr>
          <ns0:cNvPr id="116" name="Текст 39">
            <ns1:extLst>
              <ns1:ext uri="{FF2B5EF4-FFF2-40B4-BE49-F238E27FC236}">
                <ns2:creationId id="{6EB34F55-976B-2B8E-D732-4D365CAA6509}"/>
              </ns1:ext>
            </ns1:extLst>
          </ns0:cNvPr>
          <ns0:cNvSpPr>
            <ns1:spLocks noGrp="1"/>
          </ns0:cNvSpPr>
          <ns0:nvPr>
            <ns0:ph type="body" idx="82" hasCustomPrompt="1"/>
          </ns0:nvPr>
        </ns0:nvSpPr>
        <ns0:spPr>
          <ns1:xfrm>
            <ns1:off x="14013527" y="3875436"/>
            <ns1:ext cx="2992739" cy="1777785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</ns1:t>
            </ns1:r>
          </ns1:p>
        </ns0:txBody>
      </ns0:sp>
      <ns0:sp>
        <ns0:nvSpPr>
          <ns0:cNvPr id="117" name="Текст 39">
            <ns1:extLst>
              <ns1:ext uri="{FF2B5EF4-FFF2-40B4-BE49-F238E27FC236}">
                <ns2:creationId id="{4C7BA7F4-B9A4-E398-9FE9-B126C9CD4DF9}"/>
              </ns1:ext>
            </ns1:extLst>
          </ns0:cNvPr>
          <ns0:cNvSpPr>
            <ns1:spLocks noGrp="1"/>
          </ns0:cNvSpPr>
          <ns0:nvPr>
            <ns0:ph type="body" idx="84" hasCustomPrompt="1"/>
          </ns0:nvPr>
        </ns0:nvSpPr>
        <ns0:spPr>
          <ns1:xfrm>
            <ns1:off x="14013526" y="5745763"/>
            <ns1:ext cx="2992739" cy="643326"/>
          </ns1:xfrm>
        </ns0:spPr>
        <ns0:txBody>
          <ns1:bodyPr anchor="ctr">
            <ns1:noAutofit/>
          </ns1:bodyPr>
          <ns1:lstStyle>
            <ns1:lvl1pPr algn="l">
              <ns1:buNone/>
              <ns1:defRPr sz="60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120" name="Текст 39">
            <ns1:extLst>
              <ns1:ext uri="{FF2B5EF4-FFF2-40B4-BE49-F238E27FC236}">
                <ns2:creationId id="{83E657B2-2EE5-DE60-81B3-A9B1B2CA4098}"/>
              </ns1:ext>
            </ns1:extLst>
          </ns0:cNvPr>
          <ns0:cNvSpPr>
            <ns1:spLocks noGrp="1"/>
          </ns0:cNvSpPr>
          <ns0:nvPr>
            <ns0:ph type="body" idx="86" hasCustomPrompt="1"/>
          </ns0:nvPr>
        </ns0:nvSpPr>
        <ns0:spPr>
          <ns1:xfrm>
            <ns1:off x="10358431" y="7872239"/>
            <ns1:ext cx="1797055" cy="1338436"/>
          </ns1:xfrm>
        </ns0:spPr>
        <ns0:txBody>
          <ns1:bodyPr anchor="t">
            <ns1:noAutofit/>
          </ns1:bodyPr>
          <ns1:lstStyle>
            <ns1:lvl1pPr>
              <ns1:buNone/>
              <ns1:defRPr sz="12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</ns1:t>
            </ns1:r>
          </ns1:p>
        </ns0:txBody>
      </ns0:sp>
      <ns0:sp>
        <ns0:nvSpPr>
          <ns0:cNvPr id="121" name="Текст 39">
            <ns1:extLst>
              <ns1:ext uri="{FF2B5EF4-FFF2-40B4-BE49-F238E27FC236}">
                <ns2:creationId id="{D0B29F74-3208-4AF8-4A76-279FDBBB9DFE}"/>
              </ns1:ext>
            </ns1:extLst>
          </ns0:cNvPr>
          <ns0:cNvSpPr>
            <ns1:spLocks noGrp="1"/>
          </ns0:cNvSpPr>
          <ns0:nvPr>
            <ns0:ph type="body" idx="87" hasCustomPrompt="1"/>
          </ns0:nvPr>
        </ns0:nvSpPr>
        <ns0:spPr>
          <ns1:xfrm>
            <ns1:off x="12844456" y="7872239"/>
            <ns1:ext cx="1797055" cy="1338436"/>
          </ns1:xfrm>
        </ns0:spPr>
        <ns0:txBody>
          <ns1:bodyPr anchor="t">
            <ns1:noAutofit/>
          </ns1:bodyPr>
          <ns1:lstStyle>
            <ns1:lvl1pPr>
              <ns1:buNone/>
              <ns1:defRPr sz="12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</ns1:t>
            </ns1:r>
          </ns1:p>
        </ns0:txBody>
      </ns0:sp>
      <ns0:sp>
        <ns0:nvSpPr>
          <ns0:cNvPr id="124" name="Текст 39">
            <ns1:extLst>
              <ns1:ext uri="{FF2B5EF4-FFF2-40B4-BE49-F238E27FC236}">
                <ns2:creationId id="{4B728A35-E5EF-AFA9-131B-BBB8138C52BF}"/>
              </ns1:ext>
            </ns1:extLst>
          </ns0:cNvPr>
          <ns0:cNvSpPr>
            <ns1:spLocks noGrp="1"/>
          </ns0:cNvSpPr>
          <ns0:nvPr>
            <ns0:ph type="body" idx="88" hasCustomPrompt="1"/>
          </ns0:nvPr>
        </ns0:nvSpPr>
        <ns0:spPr>
          <ns1:xfrm>
            <ns1:off x="15316192" y="7872239"/>
            <ns1:ext cx="1797055" cy="1338436"/>
          </ns1:xfrm>
        </ns0:spPr>
        <ns0:txBody>
          <ns1:bodyPr anchor="t">
            <ns1:noAutofit/>
          </ns1:bodyPr>
          <ns1:lstStyle>
            <ns1:lvl1pPr>
              <ns1:buNone/>
              <ns1:defRPr sz="12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</ns1:t>
            </ns1:r>
          </ns1:p>
        </ns0:txBody>
      </ns0:sp>
      <ns0:sp>
        <ns0:nvSpPr>
          <ns0:cNvPr id="13" name="Текст 41">
            <ns1:extLst>
              <ns1:ext uri="{FF2B5EF4-FFF2-40B4-BE49-F238E27FC236}">
                <ns2:creationId id="{16482F5E-0AAA-67DB-47F6-C4F010923E89}"/>
              </ns1:ext>
            </ns1:extLst>
          </ns0:cNvPr>
          <ns0:cNvSpPr>
            <ns1:spLocks noGrp="1"/>
          </ns0:cNvSpPr>
          <ns0:nvPr>
            <ns0:ph type="body" idx="51" hasCustomPrompt="1"/>
          </ns0:nvPr>
        </ns0:nvSpPr>
        <ns0:spPr>
          <ns1:xfrm>
            <ns1:off x="5644878" y="3125514"/>
            <ns1:ext cx="503509" cy="503509"/>
          </ns1:xfrm>
          <ns1:prstGeom prst="roundRect">
            <ns1:avLst>
              <ns1:gd name="adj" fmla="val 16667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01</ns1:t>
            </ns1:r>
          </ns1:p>
        </ns0:txBody>
      </ns0:sp>
      <ns0:sp>
        <ns0:nvSpPr>
          <ns0:cNvPr id="14" name="Текст 41">
            <ns1:extLst>
              <ns1:ext uri="{FF2B5EF4-FFF2-40B4-BE49-F238E27FC236}">
                <ns2:creationId id="{BF039B1D-0DC3-0013-08A9-382950657D1C}"/>
              </ns1:ext>
            </ns1:extLst>
          </ns0:cNvPr>
          <ns0:cNvSpPr>
            <ns1:spLocks noGrp="1"/>
          </ns0:cNvSpPr>
          <ns0:nvPr>
            <ns0:ph type="body" idx="101" hasCustomPrompt="1"/>
          </ns0:nvPr>
        </ns0:nvSpPr>
        <ns0:spPr>
          <ns1:xfrm>
            <ns1:off x="5644878" y="4873034"/>
            <ns1:ext cx="503509" cy="503509"/>
          </ns1:xfrm>
          <ns1:prstGeom prst="roundRect">
            <ns1:avLst>
              <ns1:gd name="adj" fmla="val 16667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02</ns1:t>
            </ns1:r>
          </ns1:p>
        </ns0:txBody>
      </ns0:sp>
      <ns0:sp>
        <ns0:nvSpPr>
          <ns0:cNvPr id="17" name="Текст 41">
            <ns1:extLst>
              <ns1:ext uri="{FF2B5EF4-FFF2-40B4-BE49-F238E27FC236}">
                <ns2:creationId id="{B6421B6F-4C55-B3DC-2320-E62559614CC8}"/>
              </ns1:ext>
            </ns1:extLst>
          </ns0:cNvPr>
          <ns0:cNvSpPr>
            <ns1:spLocks noGrp="1"/>
          </ns0:cNvSpPr>
          <ns0:nvPr>
            <ns0:ph type="body" idx="102" hasCustomPrompt="1"/>
          </ns0:nvPr>
        </ns0:nvSpPr>
        <ns0:spPr>
          <ns1:xfrm>
            <ns1:off x="5644878" y="6671354"/>
            <ns1:ext cx="503509" cy="503509"/>
          </ns1:xfrm>
          <ns1:prstGeom prst="roundRect">
            <ns1:avLst>
              <ns1:gd name="adj" fmla="val 16667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03</ns1:t>
            </ns1:r>
          </ns1:p>
        </ns0:txBody>
      </ns0:sp>
      <ns0:sp>
        <ns0:nvSpPr>
          <ns0:cNvPr id="21" name="Рисунок 16">
            <ns1:extLst>
              <ns1:ext uri="{FF2B5EF4-FFF2-40B4-BE49-F238E27FC236}">
                <ns2:creationId id="{A6822047-4135-C52E-AF70-EEB8D20800B6}"/>
              </ns1:ext>
            </ns1:extLst>
          </ns0:cNvPr>
          <ns0:cNvSpPr>
            <ns1:spLocks noGrp="1"/>
          </ns0:cNvSpPr>
          <ns0:nvPr>
            <ns0:ph type="pic" idx="103" hasCustomPrompt="1"/>
          </ns0:nvPr>
        </ns0:nvSpPr>
        <ns0:spPr>
          <ns1:xfrm>
            <ns1:off x="5717782" y="8010523"/>
            <ns1:ext cx="276225" cy="276227"/>
          </ns1:xfrm>
          <ns1:prstGeom prst="rect">
            <ns1:avLst/>
          </ns1:prstGeom>
          <ns1:blipFill>
            <ns1:blip ns3:embed="Rfd25eddc24e748f6">
              <ns1:extLst>
                <ns1:ext uri="{96DAC541-7B7A-43D3-8B79-37D633B846F1}">
                  <ns4:svgBlip ns3:embed="R54231035e4294260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25" name="Рисунок 16">
            <ns1:extLst>
              <ns1:ext uri="{FF2B5EF4-FFF2-40B4-BE49-F238E27FC236}">
                <ns2:creationId id="{8A60B811-A8CC-624F-1C76-A6053A420CD8}"/>
              </ns1:ext>
            </ns1:extLst>
          </ns0:cNvPr>
          <ns0:cNvSpPr>
            <ns1:spLocks noGrp="1"/>
          </ns0:cNvSpPr>
          <ns0:nvPr>
            <ns0:ph type="pic" idx="104" hasCustomPrompt="1"/>
          </ns0:nvPr>
        </ns0:nvSpPr>
        <ns0:spPr>
          <ns1:xfrm>
            <ns1:off x="10150251" y="7911750"/>
            <ns1:ext cx="175054" cy="196910"/>
          </ns1:xfrm>
          <ns1:prstGeom prst="rect">
            <ns1:avLst/>
          </ns1:prstGeom>
          <ns1:blipFill>
            <ns1:blip ns3:embed="Rb0dcc6b078624fa3">
              <ns1:extLst>
                <ns1:ext uri="{96DAC541-7B7A-43D3-8B79-37D633B846F1}">
                  <ns4:svgBlip ns3:embed="R33762b6a265b4945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27" name="Рисунок 16">
            <ns1:extLst>
              <ns1:ext uri="{FF2B5EF4-FFF2-40B4-BE49-F238E27FC236}">
                <ns2:creationId id="{4EAC942A-0BDC-198B-A40F-DD28B3D80195}"/>
              </ns1:ext>
            </ns1:extLst>
          </ns0:cNvPr>
          <ns0:cNvSpPr>
            <ns1:spLocks noGrp="1"/>
          </ns0:cNvSpPr>
          <ns0:nvPr>
            <ns0:ph type="pic" idx="105" hasCustomPrompt="1"/>
          </ns0:nvPr>
        </ns0:nvSpPr>
        <ns0:spPr>
          <ns1:xfrm>
            <ns1:off x="12621902" y="7911750"/>
            <ns1:ext cx="175054" cy="196910"/>
          </ns1:xfrm>
          <ns1:prstGeom prst="rect">
            <ns1:avLst/>
          </ns1:prstGeom>
          <ns1:blipFill>
            <ns1:blip ns3:embed="Rf4acebead6c0499e">
              <ns1:extLst>
                <ns1:ext uri="{96DAC541-7B7A-43D3-8B79-37D633B846F1}">
                  <ns4:svgBlip ns3:embed="R54ccca8311024499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28" name="Рисунок 16">
            <ns1:extLst>
              <ns1:ext uri="{FF2B5EF4-FFF2-40B4-BE49-F238E27FC236}">
                <ns2:creationId id="{738E154E-564F-AFE1-7AF8-E75A27308317}"/>
              </ns1:ext>
            </ns1:extLst>
          </ns0:cNvPr>
          <ns0:cNvSpPr>
            <ns1:spLocks noGrp="1"/>
          </ns0:cNvSpPr>
          <ns0:nvPr>
            <ns0:ph type="pic" idx="106" hasCustomPrompt="1"/>
          </ns0:nvPr>
        </ns0:nvSpPr>
        <ns0:spPr>
          <ns1:xfrm>
            <ns1:off x="15088011" y="7911750"/>
            <ns1:ext cx="175054" cy="196910"/>
          </ns1:xfrm>
          <ns1:prstGeom prst="rect">
            <ns1:avLst/>
          </ns1:prstGeom>
          <ns1:blipFill>
            <ns1:blip ns3:embed="Rdb33ea27dcd3445c">
              <ns1:extLst>
                <ns1:ext uri="{96DAC541-7B7A-43D3-8B79-37D633B846F1}">
                  <ns4:svgBlip ns3:embed="R520fff68c5d44e9c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30" name="Рисунок 29">
            <ns1:extLst>
              <ns1:ext uri="{FF2B5EF4-FFF2-40B4-BE49-F238E27FC236}">
                <ns2:creationId id="{0D28D4B2-8EB7-E225-FBC1-DD30629C74BA}"/>
              </ns1:ext>
            </ns1:extLst>
          </ns0:cNvPr>
          <ns0:cNvSpPr>
            <ns1:spLocks noGrp="1"/>
          </ns0:cNvSpPr>
          <ns0:nvPr>
            <ns0:ph type="pic" idx="107" hasCustomPrompt="1"/>
          </ns0:nvPr>
        </ns0:nvSpPr>
        <ns0:spPr>
          <ns1:xfrm>
            <ns1:off x="7463983" y="5781675"/>
            <ns1:ext cx="64378" cy="495300"/>
          </ns1:xfrm>
          <ns1:prstGeom prst="downArrow">
            <ns1:avLst>
              <ns1:gd name="adj1" fmla="val 50000"/>
              <ns1:gd name="adj2" fmla="val 119283"/>
            </ns1:avLst>
          </ns1:prstGeom>
          <ns1:solidFill>
            <ns1:srgbClr val="EA0B4C"/>
          </ns1:solidFill>
        </ns0:spPr>
        <ns0:txBody>
          <ns1:bodyPr>
            <ns1:noAutofit/>
          </ns1:bodyPr>
          <ns1:lstStyle>
            <ns1:lvl1pPr>
              <ns1:buNone/>
              <ns1:defRPr sz="700"/>
            </ns1:lvl1pPr>
          </ns1:lstStyle>
          <ns1:p>
            <ns1:r>
              <ns1:t> </ns1:t>
            </ns1:r>
          </ns1:p>
        </ns0:txBody>
      </ns0:sp>
      <ns0:sp>
        <ns0:nvSpPr>
          <ns0:cNvPr id="31" name="Рисунок 29">
            <ns1:extLst>
              <ns1:ext uri="{FF2B5EF4-FFF2-40B4-BE49-F238E27FC236}">
                <ns2:creationId id="{B6E6AE1C-210B-376E-6997-EDE46753D3B0}"/>
              </ns1:ext>
            </ns1:extLst>
          </ns0:cNvPr>
          <ns0:cNvSpPr>
            <ns1:spLocks noGrp="1"/>
          </ns0:cNvSpPr>
          <ns0:nvPr>
            <ns0:ph type="pic" idx="108" hasCustomPrompt="1"/>
          </ns0:nvPr>
        </ns0:nvSpPr>
        <ns0:spPr>
          <ns1:xfrm>
            <ns1:off x="7463983" y="4016136"/>
            <ns1:ext cx="64378" cy="495300"/>
          </ns1:xfrm>
          <ns1:prstGeom prst="downArrow">
            <ns1:avLst>
              <ns1:gd name="adj1" fmla="val 50000"/>
              <ns1:gd name="adj2" fmla="val 119283"/>
            </ns1:avLst>
          </ns1:prstGeom>
          <ns1:solidFill>
            <ns1:srgbClr val="EA0B4C"/>
          </ns1:solidFill>
        </ns0:spPr>
        <ns0:txBody>
          <ns1:bodyPr>
            <ns1:noAutofit/>
          </ns1:bodyPr>
          <ns1:lstStyle>
            <ns1:lvl1pPr>
              <ns1:buNone/>
              <ns1:defRPr sz="700"/>
            </ns1:lvl1pPr>
          </ns1:lstStyle>
          <ns1:p>
            <ns1:r>
              <ns1:t> </ns1:t>
            </ns1:r>
          </ns1:p>
        </ns0:txBody>
      </ns0:sp>
      <ns0:sp>
        <ns0:nvSpPr>
          <ns0:cNvPr id="32" name="Рисунок 29">
            <ns1:extLst>
              <ns1:ext uri="{FF2B5EF4-FFF2-40B4-BE49-F238E27FC236}">
                <ns2:creationId id="{9B9BB750-AD21-43BC-D1E6-D4135E4AB9E3}"/>
              </ns1:ext>
            </ns1:extLst>
          </ns0:cNvPr>
          <ns0:cNvSpPr>
            <ns1:spLocks noGrp="1"/>
          </ns0:cNvSpPr>
          <ns0:nvPr>
            <ns0:ph type="pic" idx="109" hasCustomPrompt="1"/>
          </ns0:nvPr>
        </ns0:nvSpPr>
        <ns0:spPr>
          <ns1:xfrm>
            <ns1:off x="12202986" y="7992542"/>
            <ns1:ext cx="330444" cy="45719"/>
          </ns1:xfrm>
          <ns1:prstGeom prst="rightArrow">
            <ns1:avLst>
              <ns1:gd name="adj1" fmla="val 50000"/>
              <ns1:gd name="adj2" fmla="val 128696"/>
            </ns1:avLst>
          </ns1:prstGeom>
          <ns1:solidFill>
            <ns1:srgbClr val="EA0B4C"/>
          </ns1:solidFill>
        </ns0:spPr>
        <ns0:txBody>
          <ns1:bodyPr>
            <ns1:noAutofit/>
          </ns1:bodyPr>
          <ns1:lstStyle>
            <ns1:lvl1pPr>
              <ns1:buNone/>
              <ns1:defRPr sz="700"/>
            </ns1:lvl1pPr>
          </ns1:lstStyle>
          <ns1:p>
            <ns1:r>
              <ns1:t> </ns1:t>
            </ns1:r>
          </ns1:p>
        </ns0:txBody>
      </ns0:sp>
      <ns0:sp>
        <ns0:nvSpPr>
          <ns0:cNvPr id="36" name="Рисунок 29">
            <ns1:extLst>
              <ns1:ext uri="{FF2B5EF4-FFF2-40B4-BE49-F238E27FC236}">
                <ns2:creationId id="{28860193-68BC-13C3-8DF9-6E21B52A924F}"/>
              </ns1:ext>
            </ns1:extLst>
          </ns0:cNvPr>
          <ns0:cNvSpPr>
            <ns1:spLocks noGrp="1"/>
          </ns0:cNvSpPr>
          <ns0:nvPr>
            <ns0:ph type="pic" idx="110" hasCustomPrompt="1"/>
          </ns0:nvPr>
        </ns0:nvSpPr>
        <ns0:spPr>
          <ns1:xfrm>
            <ns1:off x="14700686" y="7992542"/>
            <ns1:ext cx="330444" cy="45719"/>
          </ns1:xfrm>
          <ns1:prstGeom prst="rightArrow">
            <ns1:avLst>
              <ns1:gd name="adj1" fmla="val 50000"/>
              <ns1:gd name="adj2" fmla="val 128696"/>
            </ns1:avLst>
          </ns1:prstGeom>
          <ns1:solidFill>
            <ns1:srgbClr val="EA0B4C"/>
          </ns1:solidFill>
        </ns0:spPr>
        <ns0:txBody>
          <ns1:bodyPr>
            <ns1:noAutofit/>
          </ns1:bodyPr>
          <ns1:lstStyle>
            <ns1:lvl1pPr>
              <ns1:buNone/>
              <ns1:defRPr sz="700"/>
            </ns1:lvl1pPr>
          </ns1:lstStyle>
          <ns1:p>
            <ns1:r>
              <ns1:t> </ns1:t>
            </ns1:r>
          </ns1:p>
        </ns0:txBody>
      </ns0:sp>
      <ns0:sp>
        <ns0:nvSpPr>
          <ns0:cNvPr id="12" name="Рисунок 3">
            <ns1:extLst>
              <ns1:ext uri="{FF2B5EF4-FFF2-40B4-BE49-F238E27FC236}">
                <ns2:creationId id="{40C7D1EC-5A36-0C2A-05F6-63DB67AFD6E2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5" name="Текст 16">
            <ns1:extLst>
              <ns1:ext uri="{FF2B5EF4-FFF2-40B4-BE49-F238E27FC236}">
                <ns2:creationId id="{39C85EC5-16E7-9854-FFC8-100BDD7A1D2A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353413f53d274c54">
              <ns1:extLst>
                <ns1:ext uri="{96DAC541-7B7A-43D3-8B79-37D633B846F1}">
                  <ns4:svgBlip ns3:embed="R2a28167669d94006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6" name="Текст 16">
            <ns1:extLst>
              <ns1:ext uri="{FF2B5EF4-FFF2-40B4-BE49-F238E27FC236}">
                <ns2:creationId id="{17B3FF55-FD7E-588B-08DB-C479761BB1DA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3d89d6ca45004446">
              <ns1:extLst>
                <ns1:ext uri="{96DAC541-7B7A-43D3-8B79-37D633B846F1}">
                  <ns4:svgBlip ns3:embed="R964495d0599749b9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70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Сложный 2">
    <ns0:bg>
      <ns0:bgPr>
        <ns1:solidFill>
          <ns1:schemeClr val="bg1">
            <ns1:lumMod val="95000"/>
          </ns1:schemeClr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43" name="Прямоугольник с двумя скругленными соседними углами 42">
            <ns1:extLst>
              <ns1:ext uri="{FF2B5EF4-FFF2-40B4-BE49-F238E27FC236}">
                <ns2:creationId id="{44DCE7D4-A071-E11A-54ED-18177A9FA12A}"/>
              </ns1:ext>
            </ns1:extLst>
          </ns0:cNvPr>
          <ns0:cNvSpPr>
            <ns1:spLocks noGrp="1"/>
          </ns0:cNvSpPr>
          <ns0:nvPr/>
        </ns0:nvSpPr>
        <ns0:spPr>
          <ns1:xfrm rot="5400000">
            <ns1:off x="9590665" y="1589665"/>
            <ns1:ext cx="10286998" cy="7107675"/>
          </ns1:xfrm>
          <ns1:prstGeom prst="round2SameRect">
            <ns1:avLst>
              <ns1:gd name="adj1" fmla="val 0"/>
              <ns1:gd name="adj2" fmla="val 0"/>
            </ns1:avLst>
          </ns1:prstGeom>
          <ns1:gradFill rotWithShape="1">
            <ns1:gsLst>
              <ns1:gs pos="0">
                <ns1:srgbClr val="F60428"/>
              </ns1:gs>
              <ns1:gs pos="50000">
                <ns1:srgbClr val="FF254A"/>
              </ns1:gs>
              <ns1:gs pos="100000">
                <ns1:srgbClr val="E41060"/>
              </ns1:gs>
            </ns1:gsLst>
            <ns1:lin ang="13500000" scaled="1"/>
            <ns1:tileRect/>
          </ns1:gradFill>
          <ns1:ln>
            <ns1:noFill/>
          </ns1:ln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/>
          <ns1:lstStyle/>
          <ns1:p>
            <ns1:pPr algn="ctr">
              <ns1:buNone/>
            </ns1:pPr>
            <ns1:endParaRPr/>
          </ns1:p>
        </ns0:txBody>
      </ns0:sp>
      <ns0:sp>
        <ns0:nvSpPr>
          <ns0:cNvPr id="2" name="Рисунок 11">
            <ns1:extLst>
              <ns1:ext uri="{FF2B5EF4-FFF2-40B4-BE49-F238E27FC236}">
                <ns2:creationId id="{FBAA7D17-DAF8-1243-13BB-B6E6B9C97F9F}"/>
              </ns1:ext>
            </ns1:extLst>
          </ns0:cNvPr>
          <ns0:cNvSpPr>
            <ns1:spLocks noGrp="1"/>
          </ns0:cNvSpPr>
          <ns0:nvPr>
            <ns0:ph type="pic" idx="97" hasCustomPrompt="1"/>
          </ns0:nvPr>
        </ns0:nvSpPr>
        <ns0:spPr>
          <ns1:xfrm>
            <ns1:off x="952499" y="2476500"/>
            <ns1:ext cx="6080294" cy="6591300"/>
          </ns1:xfrm>
          <ns1:prstGeom prst="roundRect">
            <ns1:avLst>
              <ns1:gd name="adj" fmla="val 6702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3" name="Рисунок 11">
            <ns1:extLst>
              <ns1:ext uri="{FF2B5EF4-FFF2-40B4-BE49-F238E27FC236}">
                <ns2:creationId id="{8964454E-56D4-CB56-7570-2A8CFA87F5E6}"/>
              </ns1:ext>
            </ns1:extLst>
          </ns0:cNvPr>
          <ns0:cNvSpPr>
            <ns1:spLocks noGrp="1"/>
          </ns0:cNvSpPr>
          <ns0:nvPr>
            <ns0:ph type="pic" idx="98" hasCustomPrompt="1"/>
          </ns0:nvPr>
        </ns0:nvSpPr>
        <ns0:spPr>
          <ns1:xfrm>
            <ns1:off x="7297029" y="2476500"/>
            <ns1:ext cx="6080294" cy="6591300"/>
          </ns1:xfrm>
          <ns1:prstGeom prst="roundRect">
            <ns1:avLst>
              <ns1:gd name="adj" fmla="val 6702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9" name="Текст 39">
            <ns1:extLst>
              <ns1:ext uri="{FF2B5EF4-FFF2-40B4-BE49-F238E27FC236}">
                <ns2:creationId id="{8DBA7568-3541-CCC0-525F-26256808359A}"/>
              </ns1:ext>
            </ns1:extLst>
          </ns0:cNvPr>
          <ns0:cNvSpPr>
            <ns1:spLocks noGrp="1"/>
          </ns0:cNvSpPr>
          <ns0:nvPr>
            <ns0:ph type="body" idx="24" hasCustomPrompt="1"/>
          </ns0:nvPr>
        </ns0:nvSpPr>
        <ns0:spPr>
          <ns1:xfrm>
            <ns1:off x="1386787" y="4666737"/>
            <ns1:ext cx="5137062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10" name="Текст 39">
            <ns1:extLst>
              <ns1:ext uri="{FF2B5EF4-FFF2-40B4-BE49-F238E27FC236}">
                <ns2:creationId id="{EB21AF9B-258E-9817-9856-C7D6002E870E}"/>
              </ns1:ext>
            </ns1:extLst>
          </ns0:cNvPr>
          <ns0:cNvSpPr>
            <ns1:spLocks noGrp="1"/>
          </ns0:cNvSpPr>
          <ns0:nvPr>
            <ns0:ph type="body" idx="26" hasCustomPrompt="1"/>
          </ns0:nvPr>
        </ns0:nvSpPr>
        <ns0:spPr>
          <ns1:xfrm>
            <ns1:off x="1386787" y="2871923"/>
            <ns1:ext cx="5137062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11" name="Текст 39">
            <ns1:extLst>
              <ns1:ext uri="{FF2B5EF4-FFF2-40B4-BE49-F238E27FC236}">
                <ns2:creationId id="{CBDF8391-86AB-98CC-C730-28F0952C0712}"/>
              </ns1:ext>
            </ns1:extLst>
          </ns0:cNvPr>
          <ns0:cNvSpPr>
            <ns1:spLocks noGrp="1"/>
          </ns0:cNvSpPr>
          <ns0:nvPr>
            <ns0:ph type="body" idx="27" hasCustomPrompt="1"/>
          </ns0:nvPr>
        </ns0:nvSpPr>
        <ns0:spPr>
          <ns1:xfrm>
            <ns1:off x="1696734" y="3368509"/>
            <ns1:ext cx="2019301" cy="986476"/>
          </ns1:xfrm>
        </ns0:spPr>
        <ns0:txBody>
          <ns1:bodyPr>
            <ns1:noAutofit/>
          </ns1:bodyPr>
          <ns1:lstStyle>
            <ns1:lvl1pPr>
              <ns1:buNone/>
              <ns1:defRPr sz="12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13" name="Текст 39">
            <ns1:extLst>
              <ns1:ext uri="{FF2B5EF4-FFF2-40B4-BE49-F238E27FC236}">
                <ns2:creationId id="{DB113720-47B9-D86F-33D2-AC71A43523C9}"/>
              </ns1:ext>
            </ns1:extLst>
          </ns0:cNvPr>
          <ns0:cNvSpPr>
            <ns1:spLocks noGrp="1"/>
          </ns0:cNvSpPr>
          <ns0:nvPr>
            <ns0:ph type="body" idx="28" hasCustomPrompt="1"/>
          </ns0:nvPr>
        </ns0:nvSpPr>
        <ns0:spPr>
          <ns1:xfrm>
            <ns1:off x="4131015" y="3368509"/>
            <ns1:ext cx="2019301" cy="986476"/>
          </ns1:xfrm>
        </ns0:spPr>
        <ns0:txBody>
          <ns1:bodyPr>
            <ns1:noAutofit/>
          </ns1:bodyPr>
          <ns1:lstStyle>
            <ns1:lvl1pPr>
              <ns1:buNone/>
              <ns1:defRPr sz="12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21" name="Текст 39">
            <ns1:extLst>
              <ns1:ext uri="{FF2B5EF4-FFF2-40B4-BE49-F238E27FC236}">
                <ns2:creationId id="{3B310630-6644-8DEB-8552-593EEC914ECB}"/>
              </ns1:ext>
            </ns1:extLst>
          </ns0:cNvPr>
          <ns0:cNvSpPr>
            <ns1:spLocks noGrp="1"/>
          </ns0:cNvSpPr>
          <ns0:nvPr>
            <ns0:ph type="body" idx="48" hasCustomPrompt="1"/>
          </ns0:nvPr>
        </ns0:nvSpPr>
        <ns0:spPr>
          <ns1:xfrm>
            <ns1:off x="1386787" y="5815146"/>
            <ns1:ext cx="2520778" cy="978145"/>
          </ns1:xfrm>
        </ns0:spPr>
        <ns0:txBody>
          <ns1:bodyPr>
            <ns1:noAutofit/>
          </ns1:bodyPr>
          <ns1:lstStyle>
            <ns1:lvl1pPr>
              <ns1:buNone/>
              <ns1:defRPr sz="12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25" name="Текст 39">
            <ns1:extLst>
              <ns1:ext uri="{FF2B5EF4-FFF2-40B4-BE49-F238E27FC236}">
                <ns2:creationId id="{8A64E0F3-D240-6267-7812-C9610205FCE0}"/>
              </ns1:ext>
            </ns1:extLst>
          </ns0:cNvPr>
          <ns0:cNvSpPr>
            <ns1:spLocks noGrp="1"/>
          </ns0:cNvSpPr>
          <ns0:nvPr>
            <ns0:ph type="body" idx="50" hasCustomPrompt="1"/>
          </ns0:nvPr>
        </ns0:nvSpPr>
        <ns0:spPr>
          <ns1:xfrm>
            <ns1:off x="4129987" y="5815146"/>
            <ns1:ext cx="2520778" cy="978145"/>
          </ns1:xfrm>
        </ns0:spPr>
        <ns0:txBody>
          <ns1:bodyPr>
            <ns1:noAutofit/>
          </ns1:bodyPr>
          <ns1:lstStyle>
            <ns1:lvl1pPr>
              <ns1:buNone/>
              <ns1:defRPr sz="12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28" name="Текст 39">
            <ns1:extLst>
              <ns1:ext uri="{FF2B5EF4-FFF2-40B4-BE49-F238E27FC236}">
                <ns2:creationId id="{D14B5405-B461-C063-B9A9-6F8578415DF9}"/>
              </ns1:ext>
            </ns1:extLst>
          </ns0:cNvPr>
          <ns0:cNvSpPr>
            <ns1:spLocks noGrp="1"/>
          </ns0:cNvSpPr>
          <ns0:nvPr>
            <ns0:ph type="body" idx="52" hasCustomPrompt="1"/>
          </ns0:nvPr>
        </ns0:nvSpPr>
        <ns0:spPr>
          <ns1:xfrm>
            <ns1:off x="1386787" y="7545092"/>
            <ns1:ext cx="2520778" cy="978145"/>
          </ns1:xfrm>
        </ns0:spPr>
        <ns0:txBody>
          <ns1:bodyPr>
            <ns1:noAutofit/>
          </ns1:bodyPr>
          <ns1:lstStyle>
            <ns1:lvl1pPr>
              <ns1:buNone/>
              <ns1:defRPr sz="12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31" name="Текст 39">
            <ns1:extLst>
              <ns1:ext uri="{FF2B5EF4-FFF2-40B4-BE49-F238E27FC236}">
                <ns2:creationId id="{5F1542CB-5DA9-4A76-F3E3-B5B6A314ED82}"/>
              </ns1:ext>
            </ns1:extLst>
          </ns0:cNvPr>
          <ns0:cNvSpPr>
            <ns1:spLocks noGrp="1"/>
          </ns0:cNvSpPr>
          <ns0:nvPr>
            <ns0:ph type="body" idx="54" hasCustomPrompt="1"/>
          </ns0:nvPr>
        </ns0:nvSpPr>
        <ns0:spPr>
          <ns1:xfrm>
            <ns1:off x="4129987" y="7545092"/>
            <ns1:ext cx="2520778" cy="978145"/>
          </ns1:xfrm>
        </ns0:spPr>
        <ns0:txBody>
          <ns1:bodyPr>
            <ns1:noAutofit/>
          </ns1:bodyPr>
          <ns1:lstStyle>
            <ns1:lvl1pPr>
              <ns1:buNone/>
              <ns1:defRPr sz="12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34" name="Текст 39">
            <ns1:extLst>
              <ns1:ext uri="{FF2B5EF4-FFF2-40B4-BE49-F238E27FC236}">
                <ns2:creationId id="{5E6C321C-EDD4-5EB0-D55B-0E877B572E74}"/>
              </ns1:ext>
            </ns1:extLst>
          </ns0:cNvPr>
          <ns0:cNvSpPr>
            <ns1:spLocks noGrp="1"/>
          </ns0:cNvSpPr>
          <ns0:nvPr>
            <ns0:ph type="body" idx="55" hasCustomPrompt="1"/>
          </ns0:nvPr>
        </ns0:nvSpPr>
        <ns0:spPr>
          <ns1:xfrm>
            <ns1:off x="7731317" y="2871923"/>
            <ns1:ext cx="5137062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35" name="Диаграмма 22">
            <ns1:extLst>
              <ns1:ext uri="{FF2B5EF4-FFF2-40B4-BE49-F238E27FC236}">
                <ns2:creationId id="{4D87C03D-C19A-512B-6B54-2AFC29C9CD50}"/>
              </ns1:ext>
            </ns1:extLst>
          </ns0:cNvPr>
          <ns0:cNvSpPr>
            <ns1:spLocks noGrp="1"/>
          </ns0:cNvSpPr>
          <ns0:nvPr>
            <ns0:ph type="chart" idx="76" hasCustomPrompt="1"/>
          </ns0:nvPr>
        </ns0:nvSpPr>
        <ns0:spPr>
          <ns1:xfrm>
            <ns1:off x="7731318" y="4354985"/>
            <ns1:ext cx="5137062" cy="4338849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36" name="Текст 39">
            <ns1:extLst>
              <ns1:ext uri="{FF2B5EF4-FFF2-40B4-BE49-F238E27FC236}">
                <ns2:creationId id="{4F4966F9-FA01-0AAC-8516-C7441C1CC301}"/>
              </ns1:ext>
            </ns1:extLst>
          </ns0:cNvPr>
          <ns0:cNvSpPr>
            <ns1:spLocks noGrp="1"/>
          </ns0:cNvSpPr>
          <ns0:nvPr>
            <ns0:ph type="body" idx="77" hasCustomPrompt="1"/>
          </ns0:nvPr>
        </ns0:nvSpPr>
        <ns0:spPr>
          <ns1:xfrm>
            <ns1:off x="7895493" y="4517371"/>
            <ns1:ext cx="2134182" cy="348827"/>
          </ns1:xfrm>
        </ns0:spPr>
        <ns0:txBody>
          <ns1:bodyPr anchor="ctr">
            <ns1:noAutofit/>
          </ns1:bodyPr>
          <ns1:lstStyle>
            <ns1:lvl1pPr algn="l">
              <ns1:buNone/>
              <ns1:defRPr sz="18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37" name="Текст 39">
            <ns1:extLst>
              <ns1:ext uri="{FF2B5EF4-FFF2-40B4-BE49-F238E27FC236}">
                <ns2:creationId id="{D4011C78-5849-CAE1-9677-F0297CE48A18}"/>
              </ns1:ext>
            </ns1:extLst>
          </ns0:cNvPr>
          <ns0:cNvSpPr>
            <ns1:spLocks noGrp="1"/>
          </ns0:cNvSpPr>
          <ns0:nvPr>
            <ns0:ph type="body" idx="83" hasCustomPrompt="1"/>
          </ns0:nvPr>
        </ns0:nvSpPr>
        <ns0:spPr>
          <ns1:xfrm>
            <ns1:off x="7731318" y="3833219"/>
            <ns1:ext cx="1679970" cy="350136"/>
          </ns1:xfrm>
        </ns0:spPr>
        <ns0:txBody>
          <ns1:bodyPr anchor="ctr">
            <ns1:noAutofit/>
          </ns1:bodyPr>
          <ns1:lstStyle>
            <ns1:lvl1pPr algn="l">
              <ns1:buNone/>
              <ns1:defRPr sz="16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</ns1:t>
            </ns1:r>
          </ns1:p>
        </ns0:txBody>
      </ns0:sp>
      <ns0:sp>
        <ns0:nvSpPr>
          <ns0:cNvPr id="38" name="Текст 39">
            <ns1:extLst>
              <ns1:ext uri="{FF2B5EF4-FFF2-40B4-BE49-F238E27FC236}">
                <ns2:creationId id="{DFE29E88-4D05-4483-D22D-58CEFEF94F12}"/>
              </ns1:ext>
            </ns1:extLst>
          </ns0:cNvPr>
          <ns0:cNvSpPr>
            <ns1:spLocks noGrp="1"/>
          </ns0:cNvSpPr>
          <ns0:nvPr>
            <ns0:ph type="body" idx="84" hasCustomPrompt="1"/>
          </ns0:nvPr>
        </ns0:nvSpPr>
        <ns0:spPr>
          <ns1:xfrm>
            <ns1:off x="7731318" y="3363870"/>
            <ns1:ext cx="1679970" cy="433417"/>
          </ns1:xfrm>
        </ns0:spPr>
        <ns0:txBody>
          <ns1:bodyPr anchor="ctr">
            <ns1:noAutofit/>
          </ns1:bodyPr>
          <ns1:lstStyle>
            <ns1:lvl1pPr algn="l">
              <ns1:buNone/>
              <ns1:defRPr sz="36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39" name="Текст 39">
            <ns1:extLst>
              <ns1:ext uri="{FF2B5EF4-FFF2-40B4-BE49-F238E27FC236}">
                <ns2:creationId id="{6163958E-06C5-FE86-D982-D082B1956778}"/>
              </ns1:ext>
            </ns1:extLst>
          </ns0:cNvPr>
          <ns0:cNvSpPr>
            <ns1:spLocks noGrp="1"/>
          </ns0:cNvSpPr>
          <ns0:nvPr>
            <ns0:ph type="body" idx="85" hasCustomPrompt="1"/>
          </ns0:nvPr>
        </ns0:nvSpPr>
        <ns0:spPr>
          <ns1:xfrm>
            <ns1:off x="9450004" y="3833219"/>
            <ns1:ext cx="1679970" cy="350136"/>
          </ns1:xfrm>
        </ns0:spPr>
        <ns0:txBody>
          <ns1:bodyPr anchor="ctr">
            <ns1:noAutofit/>
          </ns1:bodyPr>
          <ns1:lstStyle>
            <ns1:lvl1pPr algn="l">
              <ns1:buNone/>
              <ns1:defRPr sz="16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</ns1:t>
            </ns1:r>
          </ns1:p>
        </ns0:txBody>
      </ns0:sp>
      <ns0:sp>
        <ns0:nvSpPr>
          <ns0:cNvPr id="40" name="Текст 39">
            <ns1:extLst>
              <ns1:ext uri="{FF2B5EF4-FFF2-40B4-BE49-F238E27FC236}">
                <ns2:creationId id="{EAA47316-A92B-3825-B18D-1A513083FD0A}"/>
              </ns1:ext>
            </ns1:extLst>
          </ns0:cNvPr>
          <ns0:cNvSpPr>
            <ns1:spLocks noGrp="1"/>
          </ns0:cNvSpPr>
          <ns0:nvPr>
            <ns0:ph type="body" idx="86" hasCustomPrompt="1"/>
          </ns0:nvPr>
        </ns0:nvSpPr>
        <ns0:spPr>
          <ns1:xfrm>
            <ns1:off x="9450004" y="3363870"/>
            <ns1:ext cx="1679970" cy="433417"/>
          </ns1:xfrm>
        </ns0:spPr>
        <ns0:txBody>
          <ns1:bodyPr anchor="ctr">
            <ns1:noAutofit/>
          </ns1:bodyPr>
          <ns1:lstStyle>
            <ns1:lvl1pPr algn="l">
              <ns1:buNone/>
              <ns1:defRPr sz="36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41" name="Текст 39">
            <ns1:extLst>
              <ns1:ext uri="{FF2B5EF4-FFF2-40B4-BE49-F238E27FC236}">
                <ns2:creationId id="{A1B0FC93-8502-F8F4-DCCC-666A6531229F}"/>
              </ns1:ext>
            </ns1:extLst>
          </ns0:cNvPr>
          <ns0:cNvSpPr>
            <ns1:spLocks noGrp="1"/>
          </ns0:cNvSpPr>
          <ns0:nvPr>
            <ns0:ph type="body" idx="87" hasCustomPrompt="1"/>
          </ns0:nvPr>
        </ns0:nvSpPr>
        <ns0:spPr>
          <ns1:xfrm>
            <ns1:off x="11180327" y="3833219"/>
            <ns1:ext cx="1679970" cy="350136"/>
          </ns1:xfrm>
        </ns0:spPr>
        <ns0:txBody>
          <ns1:bodyPr anchor="ctr">
            <ns1:noAutofit/>
          </ns1:bodyPr>
          <ns1:lstStyle>
            <ns1:lvl1pPr algn="l">
              <ns1:buNone/>
              <ns1:defRPr sz="16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</ns1:t>
            </ns1:r>
          </ns1:p>
        </ns0:txBody>
      </ns0:sp>
      <ns0:sp>
        <ns0:nvSpPr>
          <ns0:cNvPr id="42" name="Текст 39">
            <ns1:extLst>
              <ns1:ext uri="{FF2B5EF4-FFF2-40B4-BE49-F238E27FC236}">
                <ns2:creationId id="{DE14B500-481C-A5B7-401F-D2B13C79F396}"/>
              </ns1:ext>
            </ns1:extLst>
          </ns0:cNvPr>
          <ns0:cNvSpPr>
            <ns1:spLocks noGrp="1"/>
          </ns0:cNvSpPr>
          <ns0:nvPr>
            <ns0:ph type="body" idx="88" hasCustomPrompt="1"/>
          </ns0:nvPr>
        </ns0:nvSpPr>
        <ns0:spPr>
          <ns1:xfrm>
            <ns1:off x="11180327" y="3363870"/>
            <ns1:ext cx="1679970" cy="433417"/>
          </ns1:xfrm>
        </ns0:spPr>
        <ns0:txBody>
          <ns1:bodyPr anchor="ctr">
            <ns1:noAutofit/>
          </ns1:bodyPr>
          <ns1:lstStyle>
            <ns1:lvl1pPr algn="l">
              <ns1:buNone/>
              <ns1:defRPr sz="36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44" name="Текст 39">
            <ns1:extLst>
              <ns1:ext uri="{FF2B5EF4-FFF2-40B4-BE49-F238E27FC236}">
                <ns2:creationId id="{DB46249B-4667-C1D2-7719-5AB3CAF262D2}"/>
              </ns1:ext>
            </ns1:extLst>
          </ns0:cNvPr>
          <ns0:cNvSpPr>
            <ns1:spLocks noGrp="1"/>
          </ns0:cNvSpPr>
          <ns0:nvPr>
            <ns0:ph type="body" idx="42" hasCustomPrompt="1"/>
          </ns0:nvPr>
        </ns0:nvSpPr>
        <ns0:spPr>
          <ns1:xfrm>
            <ns1:off x="13834311" y="5074694"/>
            <ns1:ext cx="3111090" cy="350136"/>
          </ns1:xfrm>
        </ns0:spPr>
        <ns0:txBody>
          <ns1:bodyPr anchor="ctr">
            <ns1:noAutofit/>
          </ns1:bodyPr>
          <ns1:lstStyle>
            <ns1:lvl1pPr algn="ctr">
              <ns1:buNone/>
              <ns1:defRPr sz="16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</ns1:t>
            </ns1:r>
          </ns1:p>
        </ns0:txBody>
      </ns0:sp>
      <ns0:sp>
        <ns0:nvSpPr>
          <ns0:cNvPr id="45" name="Текст 39">
            <ns1:extLst>
              <ns1:ext uri="{FF2B5EF4-FFF2-40B4-BE49-F238E27FC236}">
                <ns2:creationId id="{70AF9409-B324-C54D-6A93-A81CDC5EB02F}"/>
              </ns1:ext>
            </ns1:extLst>
          </ns0:cNvPr>
          <ns0:cNvSpPr>
            <ns1:spLocks noGrp="1"/>
          </ns0:cNvSpPr>
          <ns0:nvPr>
            <ns0:ph type="body" idx="43" hasCustomPrompt="1"/>
          </ns0:nvPr>
        </ns0:nvSpPr>
        <ns0:spPr>
          <ns1:xfrm>
            <ns1:off x="13834311" y="4412316"/>
            <ns1:ext cx="3111090" cy="643326"/>
          </ns1:xfrm>
        </ns0:spPr>
        <ns0:txBody>
          <ns1:bodyPr anchor="ctr">
            <ns1:noAutofit/>
          </ns1:bodyPr>
          <ns1:lstStyle>
            <ns1:lvl1pPr algn="ctr">
              <ns1:buNone/>
              <ns1:defRPr sz="48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46" name="Текст 39">
            <ns1:extLst>
              <ns1:ext uri="{FF2B5EF4-FFF2-40B4-BE49-F238E27FC236}">
                <ns2:creationId id="{810D08ED-02F5-72AE-6BDB-74358FD190A8}"/>
              </ns1:ext>
            </ns1:extLst>
          </ns0:cNvPr>
          <ns0:cNvSpPr>
            <ns1:spLocks noGrp="1"/>
          </ns0:cNvSpPr>
          <ns0:nvPr>
            <ns0:ph type="body" idx="89" hasCustomPrompt="1"/>
          </ns0:nvPr>
        </ns0:nvSpPr>
        <ns0:spPr>
          <ns1:xfrm>
            <ns1:off x="13834311" y="3534301"/>
            <ns1:ext cx="3111090" cy="350136"/>
          </ns1:xfrm>
        </ns0:spPr>
        <ns0:txBody>
          <ns1:bodyPr anchor="ctr">
            <ns1:noAutofit/>
          </ns1:bodyPr>
          <ns1:lstStyle>
            <ns1:lvl1pPr algn="ctr">
              <ns1:buNone/>
              <ns1:defRPr sz="16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</ns1:t>
            </ns1:r>
          </ns1:p>
        </ns0:txBody>
      </ns0:sp>
      <ns0:sp>
        <ns0:nvSpPr>
          <ns0:cNvPr id="47" name="Текст 39">
            <ns1:extLst>
              <ns1:ext uri="{FF2B5EF4-FFF2-40B4-BE49-F238E27FC236}">
                <ns2:creationId id="{9D57EEA4-14C7-7FA9-88ED-84F6AF63DCDA}"/>
              </ns1:ext>
            </ns1:extLst>
          </ns0:cNvPr>
          <ns0:cNvSpPr>
            <ns1:spLocks noGrp="1"/>
          </ns0:cNvSpPr>
          <ns0:nvPr>
            <ns0:ph type="body" idx="90" hasCustomPrompt="1"/>
          </ns0:nvPr>
        </ns0:nvSpPr>
        <ns0:spPr>
          <ns1:xfrm>
            <ns1:off x="13834311" y="2871923"/>
            <ns1:ext cx="3111090" cy="643326"/>
          </ns1:xfrm>
        </ns0:spPr>
        <ns0:txBody>
          <ns1:bodyPr anchor="ctr">
            <ns1:noAutofit/>
          </ns1:bodyPr>
          <ns1:lstStyle>
            <ns1:lvl1pPr algn="ctr">
              <ns1:buNone/>
              <ns1:defRPr sz="48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48" name="Текст 39">
            <ns1:extLst>
              <ns1:ext uri="{FF2B5EF4-FFF2-40B4-BE49-F238E27FC236}">
                <ns2:creationId id="{B96B2502-6C35-CF29-FE60-5A3C199E41A8}"/>
              </ns1:ext>
            </ns1:extLst>
          </ns0:cNvPr>
          <ns0:cNvSpPr>
            <ns1:spLocks noGrp="1"/>
          </ns0:cNvSpPr>
          <ns0:nvPr>
            <ns0:ph type="body" idx="91" hasCustomPrompt="1"/>
          </ns0:nvPr>
        </ns0:nvSpPr>
        <ns0:spPr>
          <ns1:xfrm>
            <ns1:off x="13834311" y="6604215"/>
            <ns1:ext cx="3111090" cy="350136"/>
          </ns1:xfrm>
        </ns0:spPr>
        <ns0:txBody>
          <ns1:bodyPr anchor="ctr">
            <ns1:noAutofit/>
          </ns1:bodyPr>
          <ns1:lstStyle>
            <ns1:lvl1pPr algn="ctr">
              <ns1:buNone/>
              <ns1:defRPr sz="16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</ns1:t>
            </ns1:r>
          </ns1:p>
        </ns0:txBody>
      </ns0:sp>
      <ns0:sp>
        <ns0:nvSpPr>
          <ns0:cNvPr id="49" name="Текст 39">
            <ns1:extLst>
              <ns1:ext uri="{FF2B5EF4-FFF2-40B4-BE49-F238E27FC236}">
                <ns2:creationId id="{59EC6150-2C8E-B663-6D3F-31990E087C28}"/>
              </ns1:ext>
            </ns1:extLst>
          </ns0:cNvPr>
          <ns0:cNvSpPr>
            <ns1:spLocks noGrp="1"/>
          </ns0:cNvSpPr>
          <ns0:nvPr>
            <ns0:ph type="body" idx="92" hasCustomPrompt="1"/>
          </ns0:nvPr>
        </ns0:nvSpPr>
        <ns0:spPr>
          <ns1:xfrm>
            <ns1:off x="13834311" y="5941837"/>
            <ns1:ext cx="3111090" cy="643326"/>
          </ns1:xfrm>
        </ns0:spPr>
        <ns0:txBody>
          <ns1:bodyPr anchor="ctr">
            <ns1:noAutofit/>
          </ns1:bodyPr>
          <ns1:lstStyle>
            <ns1:lvl1pPr algn="ctr">
              <ns1:buNone/>
              <ns1:defRPr sz="48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50" name="Текст 39">
            <ns1:extLst>
              <ns1:ext uri="{FF2B5EF4-FFF2-40B4-BE49-F238E27FC236}">
                <ns2:creationId id="{D92AAB84-FB8B-0CC5-8728-470B760BDF3C}"/>
              </ns1:ext>
            </ns1:extLst>
          </ns0:cNvPr>
          <ns0:cNvSpPr>
            <ns1:spLocks noGrp="1"/>
          </ns0:cNvSpPr>
          <ns0:nvPr>
            <ns0:ph type="body" idx="93" hasCustomPrompt="1"/>
          </ns0:nvPr>
        </ns0:nvSpPr>
        <ns0:spPr>
          <ns1:xfrm>
            <ns1:off x="13834311" y="8135886"/>
            <ns1:ext cx="3111090" cy="350136"/>
          </ns1:xfrm>
        </ns0:spPr>
        <ns0:txBody>
          <ns1:bodyPr anchor="ctr">
            <ns1:noAutofit/>
          </ns1:bodyPr>
          <ns1:lstStyle>
            <ns1:lvl1pPr algn="ctr">
              <ns1:buNone/>
              <ns1:defRPr sz="16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</ns1:t>
            </ns1:r>
          </ns1:p>
        </ns0:txBody>
      </ns0:sp>
      <ns0:sp>
        <ns0:nvSpPr>
          <ns0:cNvPr id="51" name="Текст 39">
            <ns1:extLst>
              <ns1:ext uri="{FF2B5EF4-FFF2-40B4-BE49-F238E27FC236}">
                <ns2:creationId id="{E975B24E-33E0-9B8D-4205-76A8059D1D28}"/>
              </ns1:ext>
            </ns1:extLst>
          </ns0:cNvPr>
          <ns0:cNvSpPr>
            <ns1:spLocks noGrp="1"/>
          </ns0:cNvSpPr>
          <ns0:nvPr>
            <ns0:ph type="body" idx="94" hasCustomPrompt="1"/>
          </ns0:nvPr>
        </ns0:nvSpPr>
        <ns0:spPr>
          <ns1:xfrm>
            <ns1:off x="13834311" y="7473508"/>
            <ns1:ext cx="3111090" cy="643326"/>
          </ns1:xfrm>
        </ns0:spPr>
        <ns0:txBody>
          <ns1:bodyPr anchor="ctr">
            <ns1:noAutofit/>
          </ns1:bodyPr>
          <ns1:lstStyle>
            <ns1:lvl1pPr algn="ctr">
              <ns1:buNone/>
              <ns1:defRPr sz="48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4" name="Текст 41">
            <ns1:extLst>
              <ns1:ext uri="{FF2B5EF4-FFF2-40B4-BE49-F238E27FC236}">
                <ns2:creationId id="{5404CB53-F43D-CECA-52D3-4B4D9D849461}"/>
              </ns1:ext>
            </ns1:extLst>
          </ns0:cNvPr>
          <ns0:cNvSpPr>
            <ns1:spLocks noGrp="1"/>
          </ns0:cNvSpPr>
          <ns0:nvPr>
            <ns0:ph type="body" idx="51" hasCustomPrompt="1"/>
          </ns0:nvPr>
        </ns0:nvSpPr>
        <ns0:spPr>
          <ns1:xfrm>
            <ns1:off x="1386787" y="5249762"/>
            <ns1:ext cx="503509" cy="503509"/>
          </ns1:xfrm>
          <ns1:prstGeom prst="roundRect">
            <ns1:avLst>
              <ns1:gd name="adj" fmla="val 16667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01</ns1:t>
            </ns1:r>
          </ns1:p>
        </ns0:txBody>
      </ns0:sp>
      <ns0:sp>
        <ns0:nvSpPr>
          <ns0:cNvPr id="6" name="Текст 41">
            <ns1:extLst>
              <ns1:ext uri="{FF2B5EF4-FFF2-40B4-BE49-F238E27FC236}">
                <ns2:creationId id="{45C96CCA-B5D8-8A43-10D6-49E23C56DC45}"/>
              </ns1:ext>
            </ns1:extLst>
          </ns0:cNvPr>
          <ns0:cNvSpPr>
            <ns1:spLocks noGrp="1"/>
          </ns0:cNvSpPr>
          <ns0:nvPr>
            <ns0:ph type="body" idx="99" hasCustomPrompt="1"/>
          </ns0:nvPr>
        </ns0:nvSpPr>
        <ns0:spPr>
          <ns1:xfrm>
            <ns1:off x="4129987" y="5249762"/>
            <ns1:ext cx="503509" cy="503509"/>
          </ns1:xfrm>
          <ns1:prstGeom prst="roundRect">
            <ns1:avLst>
              <ns1:gd name="adj" fmla="val 16667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02</ns1:t>
            </ns1:r>
          </ns1:p>
        </ns0:txBody>
      </ns0:sp>
      <ns0:sp>
        <ns0:nvSpPr>
          <ns0:cNvPr id="12" name="Текст 41">
            <ns1:extLst>
              <ns1:ext uri="{FF2B5EF4-FFF2-40B4-BE49-F238E27FC236}">
                <ns2:creationId id="{5ADBBE72-7CBE-CF3A-B6F3-3F740323B276}"/>
              </ns1:ext>
            </ns1:extLst>
          </ns0:cNvPr>
          <ns0:cNvSpPr>
            <ns1:spLocks noGrp="1"/>
          </ns0:cNvSpPr>
          <ns0:nvPr>
            <ns0:ph type="body" idx="100" hasCustomPrompt="1"/>
          </ns0:nvPr>
        </ns0:nvSpPr>
        <ns0:spPr>
          <ns1:xfrm>
            <ns1:off x="1386787" y="6981026"/>
            <ns1:ext cx="503509" cy="503509"/>
          </ns1:xfrm>
          <ns1:prstGeom prst="roundRect">
            <ns1:avLst>
              <ns1:gd name="adj" fmla="val 16667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03</ns1:t>
            </ns1:r>
          </ns1:p>
        </ns0:txBody>
      </ns0:sp>
      <ns0:sp>
        <ns0:nvSpPr>
          <ns0:cNvPr id="15" name="Текст 41">
            <ns1:extLst>
              <ns1:ext uri="{FF2B5EF4-FFF2-40B4-BE49-F238E27FC236}">
                <ns2:creationId id="{99F53B6A-AA9C-47EC-11EA-8E2BC10F44AD}"/>
              </ns1:ext>
            </ns1:extLst>
          </ns0:cNvPr>
          <ns0:cNvSpPr>
            <ns1:spLocks noGrp="1"/>
          </ns0:cNvSpPr>
          <ns0:nvPr>
            <ns0:ph type="body" idx="101" hasCustomPrompt="1"/>
          </ns0:nvPr>
        </ns0:nvSpPr>
        <ns0:spPr>
          <ns1:xfrm>
            <ns1:off x="4129987" y="6981026"/>
            <ns1:ext cx="503509" cy="503509"/>
          </ns1:xfrm>
          <ns1:prstGeom prst="roundRect">
            <ns1:avLst>
              <ns1:gd name="adj" fmla="val 16667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600" b="0" i="0" spc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2pPr>
            <ns1:lvl3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3pPr>
            <ns1:lvl4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4pPr>
            <ns1:lvl5pPr>
              <ns1:buNone/>
              <ns1:defRPr sz="2000" b="0" i="0">
                <ns1:latin typeface="Golos Text SemiBold"/>
                <ns1:ea typeface="Golos Text SemiBold"/>
                <ns1:cs typeface="Golos Text SemiBold"/>
              </ns1:defRPr>
            </ns1:lvl5pPr>
          </ns1:lstStyle>
          <ns1:p>
            <ns1:pPr lvl="0">
              <ns1:buNone/>
            </ns1:pPr>
            <ns1:r>
              <ns1:t>04</ns1:t>
            </ns1:r>
          </ns1:p>
        </ns0:txBody>
      </ns0:sp>
      <ns0:sp>
        <ns0:nvSpPr>
          <ns0:cNvPr id="5" name="Рисунок 16">
            <ns1:extLst>
              <ns1:ext uri="{FF2B5EF4-FFF2-40B4-BE49-F238E27FC236}">
                <ns2:creationId id="{154F903E-4CA3-2C95-E478-EB8DA45AC9E5}"/>
              </ns1:ext>
            </ns1:extLst>
          </ns0:cNvPr>
          <ns0:cNvSpPr>
            <ns1:spLocks noGrp="1"/>
          </ns0:cNvSpPr>
          <ns0:nvPr>
            <ns0:ph type="pic" idx="82" hasCustomPrompt="1"/>
          </ns0:nvPr>
        </ns0:nvSpPr>
        <ns0:spPr>
          <ns1:xfrm>
            <ns1:off x="3862765" y="3367617"/>
            <ns1:ext cx="217898" cy="212961"/>
          </ns1:xfrm>
          <ns1:prstGeom prst="rect">
            <ns1:avLst/>
          </ns1:prstGeom>
          <ns1:blipFill>
            <ns1:blip ns3:embed="Rfe2ca83102e74bb4">
              <ns1:extLst>
                <ns1:ext uri="{96DAC541-7B7A-43D3-8B79-37D633B846F1}">
                  <ns4:svgBlip ns3:embed="R04059021503b45c1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4" name="Рисунок 16">
            <ns1:extLst>
              <ns1:ext uri="{FF2B5EF4-FFF2-40B4-BE49-F238E27FC236}">
                <ns2:creationId id="{CA5730D2-D2F3-2516-61E1-43126411C057}"/>
              </ns1:ext>
            </ns1:extLst>
          </ns0:cNvPr>
          <ns0:cNvSpPr>
            <ns1:spLocks noGrp="1"/>
          </ns0:cNvSpPr>
          <ns0:nvPr>
            <ns0:ph type="pic" idx="102" hasCustomPrompt="1"/>
          </ns0:nvPr>
        </ns0:nvSpPr>
        <ns0:spPr>
          <ns1:xfrm>
            <ns1:off x="1440513" y="3367617"/>
            <ns1:ext cx="217898" cy="212961"/>
          </ns1:xfrm>
          <ns1:prstGeom prst="rect">
            <ns1:avLst/>
          </ns1:prstGeom>
          <ns1:blipFill>
            <ns1:blip ns3:embed="Rfe2ca83102e74bb4">
              <ns1:extLst>
                <ns1:ext uri="{96DAC541-7B7A-43D3-8B79-37D633B846F1}">
                  <ns4:svgBlip ns3:embed="R04059021503b45c1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9" name="Рисунок 3">
            <ns1:extLst>
              <ns1:ext uri="{FF2B5EF4-FFF2-40B4-BE49-F238E27FC236}">
                <ns2:creationId id="{E82B7561-37F1-F47D-456C-D5CB3AD81224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20" name="Текст 16">
            <ns1:extLst>
              <ns1:ext uri="{FF2B5EF4-FFF2-40B4-BE49-F238E27FC236}">
                <ns2:creationId id="{69DEB14B-B5AB-1E00-A2B8-7FE597056322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edf93ec51fd34529">
              <ns1:extLst>
                <ns1:ext uri="{96DAC541-7B7A-43D3-8B79-37D633B846F1}">
                  <ns4:svgBlip ns3:embed="R413b23f5450c42a2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22" name="Текст 16">
            <ns1:extLst>
              <ns1:ext uri="{FF2B5EF4-FFF2-40B4-BE49-F238E27FC236}">
                <ns2:creationId id="{9126BF7B-B876-A3BC-6F4B-E49DFB8C5B38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086a9d6fc1be4c20">
              <ns1:extLst>
                <ns1:ext uri="{96DAC541-7B7A-43D3-8B79-37D633B846F1}">
                  <ns4:svgBlip ns3:embed="Re949411c0d4f4440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71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Сложный 3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Рисунок 3">
            <ns1:extLst>
              <ns1:ext uri="{FF2B5EF4-FFF2-40B4-BE49-F238E27FC236}">
                <ns2:creationId id="{087BBE4D-287E-DEC6-2DB2-0F5C15A45D5E}"/>
              </ns1:ext>
            </ns1:extLst>
          </ns0:cNvPr>
          <ns0:cNvSpPr>
            <ns1:spLocks noGrp="1"/>
          </ns0:cNvSpPr>
          <ns0:nvPr>
            <ns0:ph type="pic" idx="117" hasCustomPrompt="1"/>
          </ns0:nvPr>
        </ns0:nvSpPr>
        <ns0:spPr>
          <ns1:xfrm>
            <ns1:off x="952500" y="2452688"/>
            <ns1:ext cx="7934325" cy="3086100"/>
          </ns1:xfrm>
          <ns1:prstGeom prst="roundRect">
            <ns1:avLst/>
          </ns1:prstGeom>
          <ns1:blipFill>
            <ns1:blip ns3:embed="R84ab2653385b4bf4"/>
            <ns1:srcRect l="0" t="0" r="0" b="0"/>
            <ns1:stretch>
              <ns1:fillRect l="0" t="-154" r="0" b="-154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600"/>
            </ns1:lvl1pPr>
          </ns1:lstStyle>
          <ns1:p>
            <ns1:r>
              <ns1:t> </ns1:t>
            </ns1:r>
          </ns1:p>
        </ns0:txBody>
      </ns0:sp>
      <ns0:sp>
        <ns0:nvSpPr>
          <ns0:cNvPr id="3" name="Рисунок 11">
            <ns1:extLst>
              <ns1:ext uri="{FF2B5EF4-FFF2-40B4-BE49-F238E27FC236}">
                <ns2:creationId id="{F5E39872-E762-4DBA-42A6-649EC5F6D874}"/>
              </ns1:ext>
            </ns1:extLst>
          </ns0:cNvPr>
          <ns0:cNvSpPr>
            <ns1:spLocks noGrp="1"/>
          </ns0:cNvSpPr>
          <ns0:nvPr>
            <ns0:ph type="pic" idx="107" hasCustomPrompt="1"/>
          </ns0:nvPr>
        </ns0:nvSpPr>
        <ns0:spPr>
          <ns1:xfrm>
            <ns1:off x="9430927" y="2452687"/>
            <ns1:ext cx="7934325" cy="6591300"/>
          </ns1:xfrm>
          <ns1:prstGeom prst="roundRect">
            <ns1:avLst>
              <ns1:gd name="adj" fmla="val 6702"/>
            </ns1:avLst>
          </ns1:prstGeom>
          <ns1:solidFill>
            <ns1:schemeClr val="bg1">
              <ns1:lumMod val="95000"/>
            </ns1:schemeClr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10" name="Текст 39">
            <ns1:extLst>
              <ns1:ext uri="{FF2B5EF4-FFF2-40B4-BE49-F238E27FC236}">
                <ns2:creationId id="{EB21AF9B-258E-9817-9856-C7D6002E870E}"/>
              </ns1:ext>
            </ns1:extLst>
          </ns0:cNvPr>
          <ns0:cNvSpPr>
            <ns1:spLocks noGrp="1"/>
          </ns0:cNvSpPr>
          <ns0:nvPr>
            <ns0:ph type="body" idx="26" hasCustomPrompt="1"/>
          </ns0:nvPr>
        </ns0:nvSpPr>
        <ns0:spPr>
          <ns1:xfrm>
            <ns1:off x="9740656" y="2800673"/>
            <ns1:ext cx="5137062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11" name="Текст 39">
            <ns1:extLst>
              <ns1:ext uri="{FF2B5EF4-FFF2-40B4-BE49-F238E27FC236}">
                <ns2:creationId id="{CBDF8391-86AB-98CC-C730-28F0952C0712}"/>
              </ns1:ext>
            </ns1:extLst>
          </ns0:cNvPr>
          <ns0:cNvSpPr>
            <ns1:spLocks noGrp="1"/>
          </ns0:cNvSpPr>
          <ns0:nvPr>
            <ns0:ph type="body" idx="27" hasCustomPrompt="1"/>
          </ns0:nvPr>
        </ns0:nvSpPr>
        <ns0:spPr>
          <ns1:xfrm>
            <ns1:off x="10050603" y="3380387"/>
            <ns1:ext cx="3226013" cy="986476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13" name="Текст 39">
            <ns1:extLst>
              <ns1:ext uri="{FF2B5EF4-FFF2-40B4-BE49-F238E27FC236}">
                <ns2:creationId id="{DB113720-47B9-D86F-33D2-AC71A43523C9}"/>
              </ns1:ext>
            </ns1:extLst>
          </ns0:cNvPr>
          <ns0:cNvSpPr>
            <ns1:spLocks noGrp="1"/>
          </ns0:cNvSpPr>
          <ns0:nvPr>
            <ns0:ph type="body" idx="28" hasCustomPrompt="1"/>
          </ns0:nvPr>
        </ns0:nvSpPr>
        <ns0:spPr>
          <ns1:xfrm>
            <ns1:off x="13775729" y="3380387"/>
            <ns1:ext cx="3226013" cy="986476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12" name="Текст 39">
            <ns1:extLst>
              <ns1:ext uri="{FF2B5EF4-FFF2-40B4-BE49-F238E27FC236}">
                <ns2:creationId id="{0B58727E-B6EE-DE3E-59B5-4F19B919FBEF}"/>
              </ns1:ext>
            </ns1:extLst>
          </ns0:cNvPr>
          <ns0:cNvSpPr>
            <ns1:spLocks noGrp="1"/>
          </ns0:cNvSpPr>
          <ns0:nvPr>
            <ns0:ph type="body" idx="89" hasCustomPrompt="1"/>
          </ns0:nvPr>
        </ns0:nvSpPr>
        <ns0:spPr>
          <ns1:xfrm>
            <ns1:off x="10050603" y="4627296"/>
            <ns1:ext cx="3226013" cy="986476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15" name="Текст 39">
            <ns1:extLst>
              <ns1:ext uri="{FF2B5EF4-FFF2-40B4-BE49-F238E27FC236}">
                <ns2:creationId id="{607A4159-CE20-C839-5F08-6AEBBEEDF0C5}"/>
              </ns1:ext>
            </ns1:extLst>
          </ns0:cNvPr>
          <ns0:cNvSpPr>
            <ns1:spLocks noGrp="1"/>
          </ns0:cNvSpPr>
          <ns0:nvPr>
            <ns0:ph type="body" idx="90" hasCustomPrompt="1"/>
          </ns0:nvPr>
        </ns0:nvSpPr>
        <ns0:spPr>
          <ns1:xfrm>
            <ns1:off x="13775729" y="4627296"/>
            <ns1:ext cx="3226013" cy="986476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19" name="Текст 39">
            <ns1:extLst>
              <ns1:ext uri="{FF2B5EF4-FFF2-40B4-BE49-F238E27FC236}">
                <ns2:creationId id="{D0341284-A83C-2219-62B9-036B7744F7AA}"/>
              </ns1:ext>
            </ns1:extLst>
          </ns0:cNvPr>
          <ns0:cNvSpPr>
            <ns1:spLocks noGrp="1"/>
          </ns0:cNvSpPr>
          <ns0:nvPr>
            <ns0:ph type="body" idx="91" hasCustomPrompt="1"/>
          </ns0:nvPr>
        </ns0:nvSpPr>
        <ns0:spPr>
          <ns1:xfrm>
            <ns1:off x="10050603" y="5850454"/>
            <ns1:ext cx="3226013" cy="986476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20" name="Текст 39">
            <ns1:extLst>
              <ns1:ext uri="{FF2B5EF4-FFF2-40B4-BE49-F238E27FC236}">
                <ns2:creationId id="{34CC1F3B-6628-337F-EF42-A3922C8BD226}"/>
              </ns1:ext>
            </ns1:extLst>
          </ns0:cNvPr>
          <ns0:cNvSpPr>
            <ns1:spLocks noGrp="1"/>
          </ns0:cNvSpPr>
          <ns0:nvPr>
            <ns0:ph type="body" idx="92" hasCustomPrompt="1"/>
          </ns0:nvPr>
        </ns0:nvSpPr>
        <ns0:spPr>
          <ns1:xfrm>
            <ns1:off x="13775729" y="5850454"/>
            <ns1:ext cx="3226013" cy="986476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24" name="Текст 39">
            <ns1:extLst>
              <ns1:ext uri="{FF2B5EF4-FFF2-40B4-BE49-F238E27FC236}">
                <ns2:creationId id="{7E019696-84D1-579A-1AF6-65AD57CEBCDC}"/>
              </ns1:ext>
            </ns1:extLst>
          </ns0:cNvPr>
          <ns0:cNvSpPr>
            <ns1:spLocks noGrp="1"/>
          </ns0:cNvSpPr>
          <ns0:nvPr>
            <ns0:ph type="body" idx="93" hasCustomPrompt="1"/>
          </ns0:nvPr>
        </ns0:nvSpPr>
        <ns0:spPr>
          <ns1:xfrm>
            <ns1:off x="9740656" y="7147042"/>
            <ns1:ext cx="5137062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58" name="Текст 39">
            <ns1:extLst>
              <ns1:ext uri="{FF2B5EF4-FFF2-40B4-BE49-F238E27FC236}">
                <ns2:creationId id="{13E9FD61-A900-6CFD-FBA5-B909C1E283DA}"/>
              </ns1:ext>
            </ns1:extLst>
          </ns0:cNvPr>
          <ns0:cNvSpPr>
            <ns1:spLocks noGrp="1"/>
          </ns0:cNvSpPr>
          <ns0:nvPr>
            <ns0:ph type="body" idx="94" hasCustomPrompt="1"/>
          </ns0:nvPr>
        </ns0:nvSpPr>
        <ns0:spPr>
          <ns1:xfrm>
            <ns1:off x="9740656" y="8505788"/>
            <ns1:ext cx="1386523" cy="256358"/>
          </ns1:xfrm>
        </ns0:spPr>
        <ns0:txBody>
          <ns1:bodyPr anchor="ctr">
            <ns1:noAutofit/>
          </ns1:bodyPr>
          <ns1:lstStyle>
            <ns1:lvl1pPr algn="l">
              <ns1:buNone/>
              <ns1:defRPr sz="12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</ns1:t>
            </ns1:r>
          </ns1:p>
        </ns0:txBody>
      </ns0:sp>
      <ns0:sp>
        <ns0:nvSpPr>
          <ns0:cNvPr id="59" name="Текст 39">
            <ns1:extLst>
              <ns1:ext uri="{FF2B5EF4-FFF2-40B4-BE49-F238E27FC236}">
                <ns2:creationId id="{2E4F89F2-0EAB-A409-E98A-51FC145AC24F}"/>
              </ns1:ext>
            </ns1:extLst>
          </ns0:cNvPr>
          <ns0:cNvSpPr>
            <ns1:spLocks noGrp="1"/>
          </ns0:cNvSpPr>
          <ns0:nvPr>
            <ns0:ph type="body" idx="95" hasCustomPrompt="1"/>
          </ns0:nvPr>
        </ns0:nvSpPr>
        <ns0:spPr>
          <ns1:xfrm>
            <ns1:off x="9740656" y="8127994"/>
            <ns1:ext cx="1386523" cy="343925"/>
          </ns1:xfrm>
        </ns0:spPr>
        <ns0:txBody>
          <ns1:bodyPr anchor="ctr">
            <ns1:noAutofit/>
          </ns1:bodyPr>
          <ns1:lstStyle>
            <ns1:lvl1pPr algn="l">
              <ns1:buNone/>
              <ns1:defRPr sz="28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60" name="Текст 39">
            <ns1:extLst>
              <ns1:ext uri="{FF2B5EF4-FFF2-40B4-BE49-F238E27FC236}">
                <ns2:creationId id="{07F16B85-A756-18A3-B030-C4D85F45B53B}"/>
              </ns1:ext>
            </ns1:extLst>
          </ns0:cNvPr>
          <ns0:cNvSpPr>
            <ns1:spLocks noGrp="1"/>
          </ns0:cNvSpPr>
          <ns0:nvPr>
            <ns0:ph type="body" idx="96" hasCustomPrompt="1"/>
          </ns0:nvPr>
        </ns0:nvSpPr>
        <ns0:spPr>
          <ns1:xfrm>
            <ns1:off x="11507153" y="8505788"/>
            <ns1:ext cx="1386523" cy="256358"/>
          </ns1:xfrm>
        </ns0:spPr>
        <ns0:txBody>
          <ns1:bodyPr anchor="ctr">
            <ns1:noAutofit/>
          </ns1:bodyPr>
          <ns1:lstStyle>
            <ns1:lvl1pPr algn="l">
              <ns1:buNone/>
              <ns1:defRPr sz="12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</ns1:t>
            </ns1:r>
          </ns1:p>
        </ns0:txBody>
      </ns0:sp>
      <ns0:sp>
        <ns0:nvSpPr>
          <ns0:cNvPr id="61" name="Текст 39">
            <ns1:extLst>
              <ns1:ext uri="{FF2B5EF4-FFF2-40B4-BE49-F238E27FC236}">
                <ns2:creationId id="{D29E608E-4B66-2365-7B89-3D0B20A68D5E}"/>
              </ns1:ext>
            </ns1:extLst>
          </ns0:cNvPr>
          <ns0:cNvSpPr>
            <ns1:spLocks noGrp="1"/>
          </ns0:cNvSpPr>
          <ns0:nvPr>
            <ns0:ph type="body" idx="97" hasCustomPrompt="1"/>
          </ns0:nvPr>
        </ns0:nvSpPr>
        <ns0:spPr>
          <ns1:xfrm>
            <ns1:off x="11507153" y="8127994"/>
            <ns1:ext cx="1386523" cy="343925"/>
          </ns1:xfrm>
        </ns0:spPr>
        <ns0:txBody>
          <ns1:bodyPr anchor="ctr">
            <ns1:noAutofit/>
          </ns1:bodyPr>
          <ns1:lstStyle>
            <ns1:lvl1pPr algn="l">
              <ns1:buNone/>
              <ns1:defRPr sz="28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62" name="Текст 39">
            <ns1:extLst>
              <ns1:ext uri="{FF2B5EF4-FFF2-40B4-BE49-F238E27FC236}">
                <ns2:creationId id="{7A690E6F-F5A0-4004-51D5-F9D6966EB8B7}"/>
              </ns1:ext>
            </ns1:extLst>
          </ns0:cNvPr>
          <ns0:cNvSpPr>
            <ns1:spLocks noGrp="1"/>
          </ns0:cNvSpPr>
          <ns0:nvPr>
            <ns0:ph type="body" idx="98" hasCustomPrompt="1"/>
          </ns0:nvPr>
        </ns0:nvSpPr>
        <ns0:spPr>
          <ns1:xfrm>
            <ns1:off x="13265788" y="8505788"/>
            <ns1:ext cx="1386523" cy="256358"/>
          </ns1:xfrm>
        </ns0:spPr>
        <ns0:txBody>
          <ns1:bodyPr anchor="ctr">
            <ns1:noAutofit/>
          </ns1:bodyPr>
          <ns1:lstStyle>
            <ns1:lvl1pPr algn="l">
              <ns1:buNone/>
              <ns1:defRPr sz="12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</ns1:t>
            </ns1:r>
          </ns1:p>
        </ns0:txBody>
      </ns0:sp>
      <ns0:sp>
        <ns0:nvSpPr>
          <ns0:cNvPr id="63" name="Текст 39">
            <ns1:extLst>
              <ns1:ext uri="{FF2B5EF4-FFF2-40B4-BE49-F238E27FC236}">
                <ns2:creationId id="{2044E7CF-A493-ABF9-B4C0-1F406665167B}"/>
              </ns1:ext>
            </ns1:extLst>
          </ns0:cNvPr>
          <ns0:cNvSpPr>
            <ns1:spLocks noGrp="1"/>
          </ns0:cNvSpPr>
          <ns0:nvPr>
            <ns0:ph type="body" idx="99" hasCustomPrompt="1"/>
          </ns0:nvPr>
        </ns0:nvSpPr>
        <ns0:spPr>
          <ns1:xfrm>
            <ns1:off x="13265788" y="8127994"/>
            <ns1:ext cx="1386523" cy="343925"/>
          </ns1:xfrm>
        </ns0:spPr>
        <ns0:txBody>
          <ns1:bodyPr anchor="ctr">
            <ns1:noAutofit/>
          </ns1:bodyPr>
          <ns1:lstStyle>
            <ns1:lvl1pPr algn="l">
              <ns1:buNone/>
              <ns1:defRPr sz="28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64" name="Текст 39">
            <ns1:extLst>
              <ns1:ext uri="{FF2B5EF4-FFF2-40B4-BE49-F238E27FC236}">
                <ns2:creationId id="{32247611-6F66-92B6-92E5-5DE09D281684}"/>
              </ns1:ext>
            </ns1:extLst>
          </ns0:cNvPr>
          <ns0:cNvSpPr>
            <ns1:spLocks noGrp="1"/>
          </ns0:cNvSpPr>
          <ns0:nvPr>
            <ns0:ph type="body" idx="100" hasCustomPrompt="1"/>
          </ns0:nvPr>
        </ns0:nvSpPr>
        <ns0:spPr>
          <ns1:xfrm>
            <ns1:off x="15075932" y="8505788"/>
            <ns1:ext cx="1386523" cy="256358"/>
          </ns1:xfrm>
        </ns0:spPr>
        <ns0:txBody>
          <ns1:bodyPr anchor="ctr">
            <ns1:noAutofit/>
          </ns1:bodyPr>
          <ns1:lstStyle>
            <ns1:lvl1pPr algn="l">
              <ns1:buNone/>
              <ns1:defRPr sz="12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</ns1:t>
            </ns1:r>
          </ns1:p>
        </ns0:txBody>
      </ns0:sp>
      <ns0:sp>
        <ns0:nvSpPr>
          <ns0:cNvPr id="65" name="Текст 39">
            <ns1:extLst>
              <ns1:ext uri="{FF2B5EF4-FFF2-40B4-BE49-F238E27FC236}">
                <ns2:creationId id="{721E401F-64BD-F2F6-AB45-53183A4C2846}"/>
              </ns1:ext>
            </ns1:extLst>
          </ns0:cNvPr>
          <ns0:cNvSpPr>
            <ns1:spLocks noGrp="1"/>
          </ns0:cNvSpPr>
          <ns0:nvPr>
            <ns0:ph type="body" idx="101" hasCustomPrompt="1"/>
          </ns0:nvPr>
        </ns0:nvSpPr>
        <ns0:spPr>
          <ns1:xfrm>
            <ns1:off x="15075932" y="8127994"/>
            <ns1:ext cx="1386523" cy="343925"/>
          </ns1:xfrm>
        </ns0:spPr>
        <ns0:txBody>
          <ns1:bodyPr anchor="ctr">
            <ns1:noAutofit/>
          </ns1:bodyPr>
          <ns1:lstStyle>
            <ns1:lvl1pPr algn="l">
              <ns1:buNone/>
              <ns1:defRPr sz="28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37" name="Текст 39">
            <ns1:extLst>
              <ns1:ext uri="{FF2B5EF4-FFF2-40B4-BE49-F238E27FC236}">
                <ns2:creationId id="{D4011C78-5849-CAE1-9677-F0297CE48A18}"/>
              </ns1:ext>
            </ns1:extLst>
          </ns0:cNvPr>
          <ns0:cNvSpPr>
            <ns1:spLocks noGrp="1"/>
          </ns0:cNvSpPr>
          <ns0:nvPr>
            <ns0:ph type="body" idx="83" hasCustomPrompt="1"/>
          </ns0:nvPr>
        </ns0:nvSpPr>
        <ns0:spPr>
          <ns1:xfrm>
            <ns1:off x="1360236" y="3380993"/>
            <ns1:ext cx="1679970" cy="350136"/>
          </ns1:xfrm>
        </ns0:spPr>
        <ns0:txBody>
          <ns1:bodyPr anchor="ctr">
            <ns1:noAutofit/>
          </ns1:bodyPr>
          <ns1:lstStyle>
            <ns1:lvl1pPr algn="ctr">
              <ns1:buNone/>
              <ns1:defRPr sz="16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</ns1:t>
            </ns1:r>
          </ns1:p>
        </ns0:txBody>
      </ns0:sp>
      <ns0:sp>
        <ns0:nvSpPr>
          <ns0:cNvPr id="38" name="Текст 39">
            <ns1:extLst>
              <ns1:ext uri="{FF2B5EF4-FFF2-40B4-BE49-F238E27FC236}">
                <ns2:creationId id="{DFE29E88-4D05-4483-D22D-58CEFEF94F12}"/>
              </ns1:ext>
            </ns1:extLst>
          </ns0:cNvPr>
          <ns0:cNvSpPr>
            <ns1:spLocks noGrp="1"/>
          </ns0:cNvSpPr>
          <ns0:nvPr>
            <ns0:ph type="body" idx="84" hasCustomPrompt="1"/>
          </ns0:nvPr>
        </ns0:nvSpPr>
        <ns0:spPr>
          <ns1:xfrm>
            <ns1:off x="1360236" y="2911644"/>
            <ns1:ext cx="1679970" cy="433417"/>
          </ns1:xfrm>
        </ns0:spPr>
        <ns0:txBody>
          <ns1:bodyPr anchor="ctr">
            <ns1:noAutofit/>
          </ns1:bodyPr>
          <ns1:lstStyle>
            <ns1:lvl1pPr algn="ctr">
              <ns1:buNone/>
              <ns1:defRPr sz="36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39" name="Текст 39">
            <ns1:extLst>
              <ns1:ext uri="{FF2B5EF4-FFF2-40B4-BE49-F238E27FC236}">
                <ns2:creationId id="{6163958E-06C5-FE86-D982-D082B1956778}"/>
              </ns1:ext>
            </ns1:extLst>
          </ns0:cNvPr>
          <ns0:cNvSpPr>
            <ns1:spLocks noGrp="1"/>
          </ns0:cNvSpPr>
          <ns0:nvPr>
            <ns0:ph type="body" idx="85" hasCustomPrompt="1"/>
          </ns0:nvPr>
        </ns0:nvSpPr>
        <ns0:spPr>
          <ns1:xfrm>
            <ns1:off x="4151490" y="3380993"/>
            <ns1:ext cx="1679970" cy="350136"/>
          </ns1:xfrm>
        </ns0:spPr>
        <ns0:txBody>
          <ns1:bodyPr anchor="ctr">
            <ns1:noAutofit/>
          </ns1:bodyPr>
          <ns1:lstStyle>
            <ns1:lvl1pPr algn="ctr">
              <ns1:buNone/>
              <ns1:defRPr sz="16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</ns1:t>
            </ns1:r>
          </ns1:p>
        </ns0:txBody>
      </ns0:sp>
      <ns0:sp>
        <ns0:nvSpPr>
          <ns0:cNvPr id="40" name="Текст 39">
            <ns1:extLst>
              <ns1:ext uri="{FF2B5EF4-FFF2-40B4-BE49-F238E27FC236}">
                <ns2:creationId id="{EAA47316-A92B-3825-B18D-1A513083FD0A}"/>
              </ns1:ext>
            </ns1:extLst>
          </ns0:cNvPr>
          <ns0:cNvSpPr>
            <ns1:spLocks noGrp="1"/>
          </ns0:cNvSpPr>
          <ns0:nvPr>
            <ns0:ph type="body" idx="86" hasCustomPrompt="1"/>
          </ns0:nvPr>
        </ns0:nvSpPr>
        <ns0:spPr>
          <ns1:xfrm>
            <ns1:off x="4151490" y="2911644"/>
            <ns1:ext cx="1679970" cy="433417"/>
          </ns1:xfrm>
        </ns0:spPr>
        <ns0:txBody>
          <ns1:bodyPr anchor="ctr">
            <ns1:noAutofit/>
          </ns1:bodyPr>
          <ns1:lstStyle>
            <ns1:lvl1pPr algn="ctr">
              <ns1:buNone/>
              <ns1:defRPr sz="36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41" name="Текст 39">
            <ns1:extLst>
              <ns1:ext uri="{FF2B5EF4-FFF2-40B4-BE49-F238E27FC236}">
                <ns2:creationId id="{A1B0FC93-8502-F8F4-DCCC-666A6531229F}"/>
              </ns1:ext>
            </ns1:extLst>
          </ns0:cNvPr>
          <ns0:cNvSpPr>
            <ns1:spLocks noGrp="1"/>
          </ns0:cNvSpPr>
          <ns0:nvPr>
            <ns0:ph type="body" idx="87" hasCustomPrompt="1"/>
          </ns0:nvPr>
        </ns0:nvSpPr>
        <ns0:spPr>
          <ns1:xfrm>
            <ns1:off x="6567315" y="3380993"/>
            <ns1:ext cx="1679970" cy="350136"/>
          </ns1:xfrm>
        </ns0:spPr>
        <ns0:txBody>
          <ns1:bodyPr anchor="ctr">
            <ns1:noAutofit/>
          </ns1:bodyPr>
          <ns1:lstStyle>
            <ns1:lvl1pPr algn="ctr">
              <ns1:buNone/>
              <ns1:defRPr sz="16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</ns1:t>
            </ns1:r>
          </ns1:p>
        </ns0:txBody>
      </ns0:sp>
      <ns0:sp>
        <ns0:nvSpPr>
          <ns0:cNvPr id="42" name="Текст 39">
            <ns1:extLst>
              <ns1:ext uri="{FF2B5EF4-FFF2-40B4-BE49-F238E27FC236}">
                <ns2:creationId id="{DE14B500-481C-A5B7-401F-D2B13C79F396}"/>
              </ns1:ext>
            </ns1:extLst>
          </ns0:cNvPr>
          <ns0:cNvSpPr>
            <ns1:spLocks noGrp="1"/>
          </ns0:cNvSpPr>
          <ns0:nvPr>
            <ns0:ph type="body" idx="88" hasCustomPrompt="1"/>
          </ns0:nvPr>
        </ns0:nvSpPr>
        <ns0:spPr>
          <ns1:xfrm>
            <ns1:off x="6567315" y="2911644"/>
            <ns1:ext cx="1679970" cy="433417"/>
          </ns1:xfrm>
        </ns0:spPr>
        <ns0:txBody>
          <ns1:bodyPr anchor="ctr">
            <ns1:noAutofit/>
          </ns1:bodyPr>
          <ns1:lstStyle>
            <ns1:lvl1pPr algn="ctr">
              <ns1:buNone/>
              <ns1:defRPr sz="36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66" name="Текст 39">
            <ns1:extLst>
              <ns1:ext uri="{FF2B5EF4-FFF2-40B4-BE49-F238E27FC236}">
                <ns2:creationId id="{AAF5F0E5-C364-C944-014F-6EEAA0F7C3F5}"/>
              </ns1:ext>
            </ns1:extLst>
          </ns0:cNvPr>
          <ns0:cNvSpPr>
            <ns1:spLocks noGrp="1"/>
          </ns0:cNvSpPr>
          <ns0:nvPr>
            <ns0:ph type="body" idx="102" hasCustomPrompt="1"/>
          </ns0:nvPr>
        </ns0:nvSpPr>
        <ns0:spPr>
          <ns1:xfrm>
            <ns1:off x="1360236" y="4659435"/>
            <ns1:ext cx="1679970" cy="350136"/>
          </ns1:xfrm>
        </ns0:spPr>
        <ns0:txBody>
          <ns1:bodyPr anchor="ctr">
            <ns1:noAutofit/>
          </ns1:bodyPr>
          <ns1:lstStyle>
            <ns1:lvl1pPr algn="ctr">
              <ns1:buNone/>
              <ns1:defRPr sz="16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</ns1:t>
            </ns1:r>
          </ns1:p>
        </ns0:txBody>
      </ns0:sp>
      <ns0:sp>
        <ns0:nvSpPr>
          <ns0:cNvPr id="67" name="Текст 39">
            <ns1:extLst>
              <ns1:ext uri="{FF2B5EF4-FFF2-40B4-BE49-F238E27FC236}">
                <ns2:creationId id="{785636ED-561E-F658-45FF-16ED5BB9F1C0}"/>
              </ns1:ext>
            </ns1:extLst>
          </ns0:cNvPr>
          <ns0:cNvSpPr>
            <ns1:spLocks noGrp="1"/>
          </ns0:cNvSpPr>
          <ns0:nvPr>
            <ns0:ph type="body" idx="103" hasCustomPrompt="1"/>
          </ns0:nvPr>
        </ns0:nvSpPr>
        <ns0:spPr>
          <ns1:xfrm>
            <ns1:off x="1360236" y="4190086"/>
            <ns1:ext cx="1679970" cy="433417"/>
          </ns1:xfrm>
        </ns0:spPr>
        <ns0:txBody>
          <ns1:bodyPr anchor="ctr">
            <ns1:noAutofit/>
          </ns1:bodyPr>
          <ns1:lstStyle>
            <ns1:lvl1pPr algn="ctr">
              <ns1:buNone/>
              <ns1:defRPr sz="36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68" name="Текст 39">
            <ns1:extLst>
              <ns1:ext uri="{FF2B5EF4-FFF2-40B4-BE49-F238E27FC236}">
                <ns2:creationId id="{C96215DC-A321-32B6-995B-11DEC139F744}"/>
              </ns1:ext>
            </ns1:extLst>
          </ns0:cNvPr>
          <ns0:cNvSpPr>
            <ns1:spLocks noGrp="1"/>
          </ns0:cNvSpPr>
          <ns0:nvPr>
            <ns0:ph type="body" idx="104" hasCustomPrompt="1"/>
          </ns0:nvPr>
        </ns0:nvSpPr>
        <ns0:spPr>
          <ns1:xfrm>
            <ns1:off x="4151490" y="4659435"/>
            <ns1:ext cx="1679970" cy="350136"/>
          </ns1:xfrm>
        </ns0:spPr>
        <ns0:txBody>
          <ns1:bodyPr anchor="ctr">
            <ns1:noAutofit/>
          </ns1:bodyPr>
          <ns1:lstStyle>
            <ns1:lvl1pPr algn="ctr">
              <ns1:buNone/>
              <ns1:defRPr sz="16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</ns1:t>
            </ns1:r>
          </ns1:p>
        </ns0:txBody>
      </ns0:sp>
      <ns0:sp>
        <ns0:nvSpPr>
          <ns0:cNvPr id="69" name="Текст 39">
            <ns1:extLst>
              <ns1:ext uri="{FF2B5EF4-FFF2-40B4-BE49-F238E27FC236}">
                <ns2:creationId id="{7843D008-A042-309C-4C30-6760C60BD4E4}"/>
              </ns1:ext>
            </ns1:extLst>
          </ns0:cNvPr>
          <ns0:cNvSpPr>
            <ns1:spLocks noGrp="1"/>
          </ns0:cNvSpPr>
          <ns0:nvPr>
            <ns0:ph type="body" idx="105" hasCustomPrompt="1"/>
          </ns0:nvPr>
        </ns0:nvSpPr>
        <ns0:spPr>
          <ns1:xfrm>
            <ns1:off x="4151490" y="4190086"/>
            <ns1:ext cx="1679970" cy="433417"/>
          </ns1:xfrm>
        </ns0:spPr>
        <ns0:txBody>
          <ns1:bodyPr anchor="ctr">
            <ns1:noAutofit/>
          </ns1:bodyPr>
          <ns1:lstStyle>
            <ns1:lvl1pPr algn="ctr">
              <ns1:buNone/>
              <ns1:defRPr sz="36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70" name="Текст 39">
            <ns1:extLst>
              <ns1:ext uri="{FF2B5EF4-FFF2-40B4-BE49-F238E27FC236}">
                <ns2:creationId id="{4B0AA96D-0788-CF1F-B600-BF4638ABE9CD}"/>
              </ns1:ext>
            </ns1:extLst>
          </ns0:cNvPr>
          <ns0:cNvSpPr>
            <ns1:spLocks noGrp="1"/>
          </ns0:cNvSpPr>
          <ns0:nvPr>
            <ns0:ph type="body" idx="106" hasCustomPrompt="1"/>
          </ns0:nvPr>
        </ns0:nvSpPr>
        <ns0:spPr>
          <ns1:xfrm>
            <ns1:off x="952500" y="5845815"/>
            <ns1:ext cx="5137062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71" name="Диаграмма 22">
            <ns1:extLst>
              <ns1:ext uri="{FF2B5EF4-FFF2-40B4-BE49-F238E27FC236}">
                <ns2:creationId id="{75B36201-B36F-BFC5-2BDA-1C8F81D66D81}"/>
              </ns1:ext>
            </ns1:extLst>
          </ns0:cNvPr>
          <ns0:cNvSpPr>
            <ns1:spLocks noGrp="1"/>
          </ns0:cNvSpPr>
          <ns0:nvPr>
            <ns0:ph type="chart" idx="81" hasCustomPrompt="1"/>
          </ns0:nvPr>
        </ns0:nvSpPr>
        <ns0:spPr>
          <ns1:xfrm>
            <ns1:off x="952499" y="6343692"/>
            <ns1:ext cx="7934325" cy="2724108"/>
          </ns1:xfrm>
        </ns0:spPr>
        <ns0:txBody>
          <ns1:bodyPr anchor="ctr">
            <ns1:normAutofit/>
          </ns1:bodyPr>
          <ns1:lstStyle>
            <ns1:lvl1pPr algn="ctr">
              <ns1:buNone/>
              <ns1:defRPr sz="1600"/>
            </ns1:lvl1pPr>
          </ns1:lstStyle>
          <ns1:p>
            <ns1:r>
              <ns1:t> </ns1:t>
            </ns1:r>
          </ns1:p>
        </ns0:txBody>
      </ns0:sp>
      <ns0:sp>
        <ns0:nvSpPr>
          <ns0:cNvPr id="5" name="Рисунок 16">
            <ns1:extLst>
              <ns1:ext uri="{FF2B5EF4-FFF2-40B4-BE49-F238E27FC236}">
                <ns2:creationId id="{820CB8A8-30E4-758F-57E5-0F487FDBFD2F}"/>
              </ns1:ext>
            </ns1:extLst>
          </ns0:cNvPr>
          <ns0:cNvSpPr>
            <ns1:spLocks noGrp="1"/>
          </ns0:cNvSpPr>
          <ns0:nvPr>
            <ns0:ph type="pic" idx="82" hasCustomPrompt="1"/>
          </ns0:nvPr>
        </ns0:nvSpPr>
        <ns0:spPr>
          <ns1:xfrm>
            <ns1:off x="9740656" y="3372808"/>
            <ns1:ext cx="245105" cy="239552"/>
          </ns1:xfrm>
          <ns1:prstGeom prst="rect">
            <ns1:avLst/>
          </ns1:prstGeom>
          <ns1:blipFill>
            <ns1:blip ns3:embed="Rbaf9605620354350">
              <ns1:extLst>
                <ns1:ext uri="{96DAC541-7B7A-43D3-8B79-37D633B846F1}">
                  <ns4:svgBlip ns3:embed="R6b2c897b7ab44f16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9" name="Рисунок 16">
            <ns1:extLst>
              <ns1:ext uri="{FF2B5EF4-FFF2-40B4-BE49-F238E27FC236}">
                <ns2:creationId id="{AC7C5177-0A21-3CF8-D10F-9D8D136F05B1}"/>
              </ns1:ext>
            </ns1:extLst>
          </ns0:cNvPr>
          <ns0:cNvSpPr>
            <ns1:spLocks noGrp="1"/>
          </ns0:cNvSpPr>
          <ns0:nvPr>
            <ns0:ph type="pic" idx="108" hasCustomPrompt="1"/>
          </ns0:nvPr>
        </ns0:nvSpPr>
        <ns0:spPr>
          <ns1:xfrm>
            <ns1:off x="13465712" y="3372808"/>
            <ns1:ext cx="245105" cy="239552"/>
          </ns1:xfrm>
          <ns1:prstGeom prst="rect">
            <ns1:avLst/>
          </ns1:prstGeom>
          <ns1:blipFill>
            <ns1:blip ns3:embed="Rbaf9605620354350">
              <ns1:extLst>
                <ns1:ext uri="{96DAC541-7B7A-43D3-8B79-37D633B846F1}">
                  <ns4:svgBlip ns3:embed="R6b2c897b7ab44f16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4" name="Рисунок 16">
            <ns1:extLst>
              <ns1:ext uri="{FF2B5EF4-FFF2-40B4-BE49-F238E27FC236}">
                <ns2:creationId id="{95BD1D74-DCFC-C0A0-DD7D-EA4081EC70FC}"/>
              </ns1:ext>
            </ns1:extLst>
          </ns0:cNvPr>
          <ns0:cNvSpPr>
            <ns1:spLocks noGrp="1"/>
          </ns0:cNvSpPr>
          <ns0:nvPr>
            <ns0:ph type="pic" idx="109" hasCustomPrompt="1"/>
          </ns0:nvPr>
        </ns0:nvSpPr>
        <ns0:spPr>
          <ns1:xfrm>
            <ns1:off x="9740656" y="4609497"/>
            <ns1:ext cx="245105" cy="239552"/>
          </ns1:xfrm>
          <ns1:prstGeom prst="rect">
            <ns1:avLst/>
          </ns1:prstGeom>
          <ns1:blipFill>
            <ns1:blip ns3:embed="Rbaf9605620354350">
              <ns1:extLst>
                <ns1:ext uri="{96DAC541-7B7A-43D3-8B79-37D633B846F1}">
                  <ns4:svgBlip ns3:embed="R6b2c897b7ab44f16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7" name="Рисунок 16">
            <ns1:extLst>
              <ns1:ext uri="{FF2B5EF4-FFF2-40B4-BE49-F238E27FC236}">
                <ns2:creationId id="{EDBBD37F-0DDF-46AC-3E25-4F8E32EEF656}"/>
              </ns1:ext>
            </ns1:extLst>
          </ns0:cNvPr>
          <ns0:cNvSpPr>
            <ns1:spLocks noGrp="1"/>
          </ns0:cNvSpPr>
          <ns0:nvPr>
            <ns0:ph type="pic" idx="110" hasCustomPrompt="1"/>
          </ns0:nvPr>
        </ns0:nvSpPr>
        <ns0:spPr>
          <ns1:xfrm>
            <ns1:off x="13465712" y="4609497"/>
            <ns1:ext cx="245105" cy="239552"/>
          </ns1:xfrm>
          <ns1:prstGeom prst="rect">
            <ns1:avLst/>
          </ns1:prstGeom>
          <ns1:blipFill>
            <ns1:blip ns3:embed="Rbaf9605620354350">
              <ns1:extLst>
                <ns1:ext uri="{96DAC541-7B7A-43D3-8B79-37D633B846F1}">
                  <ns4:svgBlip ns3:embed="R6b2c897b7ab44f16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28" name="Рисунок 16">
            <ns1:extLst>
              <ns1:ext uri="{FF2B5EF4-FFF2-40B4-BE49-F238E27FC236}">
                <ns2:creationId id="{796D1C93-C76D-C29A-FB81-2820F43D45B4}"/>
              </ns1:ext>
            </ns1:extLst>
          </ns0:cNvPr>
          <ns0:cNvSpPr>
            <ns1:spLocks noGrp="1"/>
          </ns0:cNvSpPr>
          <ns0:nvPr>
            <ns0:ph type="pic" idx="111" hasCustomPrompt="1"/>
          </ns0:nvPr>
        </ns0:nvSpPr>
        <ns0:spPr>
          <ns1:xfrm>
            <ns1:off x="9740656" y="5838690"/>
            <ns1:ext cx="245105" cy="239552"/>
          </ns1:xfrm>
          <ns1:prstGeom prst="rect">
            <ns1:avLst/>
          </ns1:prstGeom>
          <ns1:blipFill>
            <ns1:blip ns3:embed="Rbaf9605620354350">
              <ns1:extLst>
                <ns1:ext uri="{96DAC541-7B7A-43D3-8B79-37D633B846F1}">
                  <ns4:svgBlip ns3:embed="R6b2c897b7ab44f16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29" name="Рисунок 16">
            <ns1:extLst>
              <ns1:ext uri="{FF2B5EF4-FFF2-40B4-BE49-F238E27FC236}">
                <ns2:creationId id="{96AEA63D-8F75-7CE0-A490-12EAF935706C}"/>
              </ns1:ext>
            </ns1:extLst>
          </ns0:cNvPr>
          <ns0:cNvSpPr>
            <ns1:spLocks noGrp="1"/>
          </ns0:cNvSpPr>
          <ns0:nvPr>
            <ns0:ph type="pic" idx="112" hasCustomPrompt="1"/>
          </ns0:nvPr>
        </ns0:nvSpPr>
        <ns0:spPr>
          <ns1:xfrm>
            <ns1:off x="13465712" y="5838690"/>
            <ns1:ext cx="245105" cy="239552"/>
          </ns1:xfrm>
          <ns1:prstGeom prst="rect">
            <ns1:avLst/>
          </ns1:prstGeom>
          <ns1:blipFill>
            <ns1:blip ns3:embed="Rbaf9605620354350">
              <ns1:extLst>
                <ns1:ext uri="{96DAC541-7B7A-43D3-8B79-37D633B846F1}">
                  <ns4:svgBlip ns3:embed="R6b2c897b7ab44f16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30" name="Рисунок 16">
            <ns1:extLst>
              <ns1:ext uri="{FF2B5EF4-FFF2-40B4-BE49-F238E27FC236}">
                <ns2:creationId id="{47151385-4C59-518E-0821-67999BC6BE8E}"/>
              </ns1:ext>
            </ns1:extLst>
          </ns0:cNvPr>
          <ns0:cNvSpPr>
            <ns1:spLocks noGrp="1"/>
          </ns0:cNvSpPr>
          <ns0:nvPr>
            <ns0:ph type="pic" idx="113" hasCustomPrompt="1"/>
          </ns0:nvPr>
        </ns0:nvSpPr>
        <ns0:spPr>
          <ns1:xfrm>
            <ns1:off x="9740656" y="7629229"/>
            <ns1:ext cx="285751" cy="390446"/>
          </ns1:xfrm>
          <ns1:prstGeom prst="rect">
            <ns1:avLst/>
          </ns1:prstGeom>
          <ns1:blipFill>
            <ns1:blip ns3:embed="Rb7e686f5328c4095">
              <ns1:extLst>
                <ns1:ext uri="{96DAC541-7B7A-43D3-8B79-37D633B846F1}">
                  <ns4:svgBlip ns3:embed="R7a343c74138d4f09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31" name="Рисунок 16">
            <ns1:extLst>
              <ns1:ext uri="{FF2B5EF4-FFF2-40B4-BE49-F238E27FC236}">
                <ns2:creationId id="{D2E5C55A-DEEA-77E8-D2E2-F62526E3BA4C}"/>
              </ns1:ext>
            </ns1:extLst>
          </ns0:cNvPr>
          <ns0:cNvSpPr>
            <ns1:spLocks noGrp="1"/>
          </ns0:cNvSpPr>
          <ns0:nvPr>
            <ns0:ph type="pic" idx="114" hasCustomPrompt="1"/>
          </ns0:nvPr>
        </ns0:nvSpPr>
        <ns0:spPr>
          <ns1:xfrm>
            <ns1:off x="11507153" y="7629229"/>
            <ns1:ext cx="342900" cy="390446"/>
          </ns1:xfrm>
          <ns1:prstGeom prst="rect">
            <ns1:avLst/>
          </ns1:prstGeom>
          <ns1:blipFill>
            <ns1:blip ns3:embed="R77d9a660ec124d77">
              <ns1:extLst>
                <ns1:ext uri="{96DAC541-7B7A-43D3-8B79-37D633B846F1}">
                  <ns4:svgBlip ns3:embed="R039399e9b7414f87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32" name="Рисунок 16">
            <ns1:extLst>
              <ns1:ext uri="{FF2B5EF4-FFF2-40B4-BE49-F238E27FC236}">
                <ns2:creationId id="{CD9ECA6F-7B6A-E928-5649-FC0FE286586E}"/>
              </ns1:ext>
            </ns1:extLst>
          </ns0:cNvPr>
          <ns0:cNvSpPr>
            <ns1:spLocks noGrp="1"/>
          </ns0:cNvSpPr>
          <ns0:nvPr>
            <ns0:ph type="pic" idx="115" hasCustomPrompt="1"/>
          </ns0:nvPr>
        </ns0:nvSpPr>
        <ns0:spPr>
          <ns1:xfrm>
            <ns1:off x="13246940" y="7629229"/>
            <ns1:ext cx="342900" cy="390446"/>
          </ns1:xfrm>
          <ns1:prstGeom prst="rect">
            <ns1:avLst/>
          </ns1:prstGeom>
          <ns1:blipFill>
            <ns1:blip ns3:embed="R8666336fbffd4051">
              <ns1:extLst>
                <ns1:ext uri="{96DAC541-7B7A-43D3-8B79-37D633B846F1}">
                  <ns4:svgBlip ns3:embed="Ra93f5273c6ca4bfd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34" name="Рисунок 16">
            <ns1:extLst>
              <ns1:ext uri="{FF2B5EF4-FFF2-40B4-BE49-F238E27FC236}">
                <ns2:creationId id="{9E4C2CA1-F7AF-7A9D-F5C0-8AEB398C9B43}"/>
              </ns1:ext>
            </ns1:extLst>
          </ns0:cNvPr>
          <ns0:cNvSpPr>
            <ns1:spLocks noGrp="1"/>
          </ns0:cNvSpPr>
          <ns0:nvPr>
            <ns0:ph type="pic" idx="116" hasCustomPrompt="1"/>
          </ns0:nvPr>
        </ns0:nvSpPr>
        <ns0:spPr>
          <ns1:xfrm>
            <ns1:off x="15075740" y="7629229"/>
            <ns1:ext cx="342900" cy="390446"/>
          </ns1:xfrm>
          <ns1:prstGeom prst="rect">
            <ns1:avLst/>
          </ns1:prstGeom>
          <ns1:blipFill>
            <ns1:blip ns3:embed="Rc52d61853caf4e0a">
              <ns1:extLst>
                <ns1:ext uri="{96DAC541-7B7A-43D3-8B79-37D633B846F1}">
                  <ns4:svgBlip ns3:embed="R56e5de5bbd474c48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7" name="Рисунок 3">
            <ns1:extLst>
              <ns1:ext uri="{FF2B5EF4-FFF2-40B4-BE49-F238E27FC236}">
                <ns2:creationId id="{19962ACF-5B48-3F7E-B8CE-E9939EE550E8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8" name="Текст 16">
            <ns1:extLst>
              <ns1:ext uri="{FF2B5EF4-FFF2-40B4-BE49-F238E27FC236}">
                <ns2:creationId id="{CC1647E0-5A26-4B1B-8E2D-7EBBED65C165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629429428c87487f">
              <ns1:extLst>
                <ns1:ext uri="{96DAC541-7B7A-43D3-8B79-37D633B846F1}">
                  <ns4:svgBlip ns3:embed="Ra63261bb7f0241b3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6" name="Текст 16">
            <ns1:extLst>
              <ns1:ext uri="{FF2B5EF4-FFF2-40B4-BE49-F238E27FC236}">
                <ns2:creationId id="{D7EF0F9D-FE2A-75F7-0232-E123526C60D8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131f3f3eb3b146c2">
              <ns1:extLst>
                <ns1:ext uri="{96DAC541-7B7A-43D3-8B79-37D633B846F1}">
                  <ns4:svgBlip ns3:embed="R55fd7679ff764a1c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72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Сложный 4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4" name="Рисунок 11">
            <ns1:extLst>
              <ns1:ext uri="{FF2B5EF4-FFF2-40B4-BE49-F238E27FC236}">
                <ns2:creationId id="{D54CE453-3148-7BB6-D15B-2CAE339D42C7}"/>
              </ns1:ext>
            </ns1:extLst>
          </ns0:cNvPr>
          <ns0:cNvSpPr>
            <ns1:spLocks noGrp="1"/>
          </ns0:cNvSpPr>
          <ns0:nvPr>
            <ns0:ph type="pic" idx="107" hasCustomPrompt="1"/>
          </ns0:nvPr>
        </ns0:nvSpPr>
        <ns0:spPr>
          <ns1:xfrm>
            <ns1:off x="5061363" y="2452687"/>
            <ns1:ext cx="8155873" cy="6741782"/>
          </ns1:xfrm>
          <ns1:prstGeom prst="roundRect">
            <ns1:avLst>
              <ns1:gd name="adj" fmla="val 2904"/>
            </ns1:avLst>
          </ns1:prstGeom>
          <ns1:solidFill>
            <ns1:schemeClr val="bg1">
              <ns1:lumMod val="95000"/>
            </ns1:schemeClr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6" name="Рисунок 11">
            <ns1:extLst>
              <ns1:ext uri="{FF2B5EF4-FFF2-40B4-BE49-F238E27FC236}">
                <ns2:creationId id="{008292CA-46D7-EBEC-B128-701F131A296A}"/>
              </ns1:ext>
            </ns1:extLst>
          </ns0:cNvPr>
          <ns0:cNvSpPr>
            <ns1:spLocks noGrp="1"/>
          </ns0:cNvSpPr>
          <ns0:nvPr>
            <ns0:ph type="pic" idx="108" hasCustomPrompt="1"/>
          </ns0:nvPr>
        </ns0:nvSpPr>
        <ns0:spPr>
          <ns1:xfrm>
            <ns1:off x="949351" y="2452687"/>
            <ns1:ext cx="3927450" cy="3262311"/>
          </ns1:xfrm>
          <ns1:prstGeom prst="roundRect">
            <ns1:avLst>
              <ns1:gd name="adj" fmla="val 5436"/>
            </ns1:avLst>
          </ns1:prstGeom>
          <ns1:solidFill>
            <ns1:schemeClr val="bg1">
              <ns1:lumMod val="95000"/>
            </ns1:schemeClr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8" name="Рисунок 11">
            <ns1:extLst>
              <ns1:ext uri="{FF2B5EF4-FFF2-40B4-BE49-F238E27FC236}">
                <ns2:creationId id="{1340E3AD-11AE-C821-2F48-B5AA0EF784F3}"/>
              </ns1:ext>
            </ns1:extLst>
          </ns0:cNvPr>
          <ns0:cNvSpPr>
            <ns1:spLocks noGrp="1"/>
          </ns0:cNvSpPr>
          <ns0:nvPr>
            <ns0:ph type="pic" idx="109" hasCustomPrompt="1"/>
          </ns0:nvPr>
        </ns0:nvSpPr>
        <ns0:spPr>
          <ns1:xfrm>
            <ns1:off x="947057" y="5955970"/>
            <ns1:ext cx="3927450" cy="3238499"/>
          </ns1:xfrm>
          <ns1:prstGeom prst="roundRect">
            <ns1:avLst>
              <ns1:gd name="adj" fmla="val 5436"/>
            </ns1:avLst>
          </ns1:prstGeom>
          <ns1:solidFill>
            <ns1:schemeClr val="bg1">
              <ns1:lumMod val="95000"/>
            </ns1:schemeClr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9" name="Рисунок 11">
            <ns1:extLst>
              <ns1:ext uri="{FF2B5EF4-FFF2-40B4-BE49-F238E27FC236}">
                <ns2:creationId id="{8E8A419E-21ED-92D2-8962-D8618CF3287E}"/>
              </ns1:ext>
            </ns1:extLst>
          </ns0:cNvPr>
          <ns0:cNvSpPr>
            <ns1:spLocks noGrp="1"/>
          </ns0:cNvSpPr>
          <ns0:nvPr>
            <ns0:ph type="pic" idx="110" hasCustomPrompt="1"/>
          </ns0:nvPr>
        </ns0:nvSpPr>
        <ns0:spPr>
          <ns1:xfrm>
            <ns1:off x="13411200" y="2452687"/>
            <ns1:ext cx="3927450" cy="4093241"/>
          </ns1:xfrm>
          <ns1:prstGeom prst="roundRect">
            <ns1:avLst>
              <ns1:gd name="adj" fmla="val 5436"/>
            </ns1:avLst>
          </ns1:prstGeom>
          <ns1:solidFill>
            <ns1:schemeClr val="bg1">
              <ns1:lumMod val="95000"/>
            </ns1:schemeClr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5" name="Текст 39">
            <ns1:extLst>
              <ns1:ext uri="{FF2B5EF4-FFF2-40B4-BE49-F238E27FC236}">
                <ns2:creationId id="{E32BD016-B4FF-7228-8033-A8961950D771}"/>
              </ns1:ext>
            </ns1:extLst>
          </ns0:cNvPr>
          <ns0:cNvSpPr>
            <ns1:spLocks noGrp="1"/>
          </ns0:cNvSpPr>
          <ns0:nvPr>
            <ns0:ph type="body" idx="61" hasCustomPrompt="1"/>
          </ns0:nvPr>
        </ns0:nvSpPr>
        <ns0:spPr>
          <ns1:xfrm>
            <ns1:off x="1167064" y="2656447"/>
            <ns1:ext cx="3452437" cy="31429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7" name="Текст 39">
            <ns1:extLst>
              <ns1:ext uri="{FF2B5EF4-FFF2-40B4-BE49-F238E27FC236}">
                <ns2:creationId id="{0CE46687-3F4C-DF07-007C-0941EF1C5839}"/>
              </ns1:ext>
            </ns1:extLst>
          </ns0:cNvPr>
          <ns0:cNvSpPr>
            <ns1:spLocks noGrp="1"/>
          </ns0:cNvSpPr>
          <ns0:nvPr>
            <ns0:ph type="body" idx="82" hasCustomPrompt="1"/>
          </ns0:nvPr>
        </ns0:nvSpPr>
        <ns0:spPr>
          <ns1:xfrm>
            <ns1:off x="1167064" y="3066457"/>
            <ns1:ext cx="3452437" cy="2443694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</ns1:t>
            </ns1:r>
          </ns1:p>
        </ns0:txBody>
      </ns0:sp>
      <ns0:sp>
        <ns0:nvSpPr>
          <ns0:cNvPr id="23" name="Текст 39">
            <ns1:extLst>
              <ns1:ext uri="{FF2B5EF4-FFF2-40B4-BE49-F238E27FC236}">
                <ns2:creationId id="{57020EA1-46F0-64AB-66CA-8D3228C094BD}"/>
              </ns1:ext>
            </ns1:extLst>
          </ns0:cNvPr>
          <ns0:cNvSpPr>
            <ns1:spLocks noGrp="1"/>
          </ns0:cNvSpPr>
          <ns0:nvPr>
            <ns0:ph type="body" idx="83" hasCustomPrompt="1"/>
          </ns0:nvPr>
        </ns0:nvSpPr>
        <ns0:spPr>
          <ns1:xfrm>
            <ns1:off x="1167064" y="6135918"/>
            <ns1:ext cx="3452437" cy="31429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25" name="Текст 39">
            <ns1:extLst>
              <ns1:ext uri="{FF2B5EF4-FFF2-40B4-BE49-F238E27FC236}">
                <ns2:creationId id="{A6180E16-E3DC-3D3D-1F6E-1C5F3F91EE8D}"/>
              </ns1:ext>
            </ns1:extLst>
          </ns0:cNvPr>
          <ns0:cNvSpPr>
            <ns1:spLocks noGrp="1"/>
          </ns0:cNvSpPr>
          <ns0:nvPr>
            <ns0:ph type="body" idx="84" hasCustomPrompt="1"/>
          </ns0:nvPr>
        </ns0:nvSpPr>
        <ns0:spPr>
          <ns1:xfrm>
            <ns1:off x="1167064" y="6545928"/>
            <ns1:ext cx="3452437" cy="2443694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</ns1:t>
            </ns1:r>
          </ns1:p>
        </ns0:txBody>
      </ns0:sp>
      <ns0:sp>
        <ns0:nvSpPr>
          <ns0:cNvPr id="27" name="Текст 39">
            <ns1:extLst>
              <ns1:ext uri="{FF2B5EF4-FFF2-40B4-BE49-F238E27FC236}">
                <ns2:creationId id="{FED3C186-FDEA-9771-EA9D-CAFD6C58F70C}"/>
              </ns1:ext>
            </ns1:extLst>
          </ns0:cNvPr>
          <ns0:cNvSpPr>
            <ns1:spLocks noGrp="1"/>
          </ns0:cNvSpPr>
          <ns0:nvPr>
            <ns0:ph type="body" idx="85" hasCustomPrompt="1"/>
          </ns0:nvPr>
        </ns0:nvSpPr>
        <ns0:spPr>
          <ns1:xfrm>
            <ns1:off x="13625764" y="2656447"/>
            <ns1:ext cx="3452437" cy="31429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28" name="Текст 39">
            <ns1:extLst>
              <ns1:ext uri="{FF2B5EF4-FFF2-40B4-BE49-F238E27FC236}">
                <ns2:creationId id="{78D8F6FF-9A57-C947-9DCE-6B128C8A54AC}"/>
              </ns1:ext>
            </ns1:extLst>
          </ns0:cNvPr>
          <ns0:cNvSpPr>
            <ns1:spLocks noGrp="1"/>
          </ns0:cNvSpPr>
          <ns0:nvPr>
            <ns0:ph type="body" idx="86" hasCustomPrompt="1"/>
          </ns0:nvPr>
        </ns0:nvSpPr>
        <ns0:spPr>
          <ns1:xfrm>
            <ns1:off x="13625764" y="3066457"/>
            <ns1:ext cx="3452437" cy="3206010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</ns1:t>
            </ns1:r>
          </ns1:p>
        </ns0:txBody>
      </ns0:sp>
      <ns0:sp>
        <ns0:nvSpPr>
          <ns0:cNvPr id="30" name="Текст 39">
            <ns1:extLst>
              <ns1:ext uri="{FF2B5EF4-FFF2-40B4-BE49-F238E27FC236}">
                <ns2:creationId id="{9D7162A8-51C3-85BD-8635-DB0EB0C86DB8}"/>
              </ns1:ext>
            </ns1:extLst>
          </ns0:cNvPr>
          <ns0:cNvSpPr>
            <ns1:spLocks noGrp="1"/>
          </ns0:cNvSpPr>
          <ns0:nvPr>
            <ns0:ph type="body" idx="87" hasCustomPrompt="1"/>
          </ns0:nvPr>
        </ns0:nvSpPr>
        <ns0:spPr>
          <ns1:xfrm>
            <ns1:off x="5252176" y="2656447"/>
            <ns1:ext cx="7727554" cy="31429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31" name="Текст 39">
            <ns1:extLst>
              <ns1:ext uri="{FF2B5EF4-FFF2-40B4-BE49-F238E27FC236}">
                <ns2:creationId id="{2798AC21-6E7C-AA1F-1D0D-6266E29CE720}"/>
              </ns1:ext>
            </ns1:extLst>
          </ns0:cNvPr>
          <ns0:cNvSpPr>
            <ns1:spLocks noGrp="1"/>
          </ns0:cNvSpPr>
          <ns0:nvPr>
            <ns0:ph type="body" idx="88" hasCustomPrompt="1"/>
          </ns0:nvPr>
        </ns0:nvSpPr>
        <ns0:spPr>
          <ns1:xfrm>
            <ns1:off x="5252176" y="3066458"/>
            <ns1:ext cx="7727554" cy="1264412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</ns1:t>
            </ns1:r>
          </ns1:p>
        </ns0:txBody>
      </ns0:sp>
      <ns0:sp>
        <ns0:nvSpPr>
          <ns0:cNvPr id="36" name="Текст 39">
            <ns1:extLst>
              <ns1:ext uri="{FF2B5EF4-FFF2-40B4-BE49-F238E27FC236}">
                <ns2:creationId id="{FB245C78-C02E-E5EC-C738-E6294AC1FFCA}"/>
              </ns1:ext>
            </ns1:extLst>
          </ns0:cNvPr>
          <ns0:cNvSpPr>
            <ns1:spLocks noGrp="1"/>
          </ns0:cNvSpPr>
          <ns0:nvPr>
            <ns0:ph type="body" idx="89" hasCustomPrompt="1"/>
          </ns0:nvPr>
        </ns0:nvSpPr>
        <ns0:spPr>
          <ns1:xfrm>
            <ns1:off x="5252176" y="4598044"/>
            <ns1:ext cx="7727554" cy="31429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37" name="Текст 39">
            <ns1:extLst>
              <ns1:ext uri="{FF2B5EF4-FFF2-40B4-BE49-F238E27FC236}">
                <ns2:creationId id="{C7E8B388-3569-38A0-D6D6-278858A28320}"/>
              </ns1:ext>
            </ns1:extLst>
          </ns0:cNvPr>
          <ns0:cNvSpPr>
            <ns1:spLocks noGrp="1"/>
          </ns0:cNvSpPr>
          <ns0:nvPr>
            <ns0:ph type="body" idx="90" hasCustomPrompt="1"/>
          </ns0:nvPr>
        </ns0:nvSpPr>
        <ns0:spPr>
          <ns1:xfrm>
            <ns1:off x="5252176" y="5008055"/>
            <ns1:ext cx="7727554" cy="1264412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</ns1:t>
            </ns1:r>
          </ns1:p>
        </ns0:txBody>
      </ns0:sp>
      <ns0:sp>
        <ns0:nvSpPr>
          <ns0:cNvPr id="38" name="Текст 39">
            <ns1:extLst>
              <ns1:ext uri="{FF2B5EF4-FFF2-40B4-BE49-F238E27FC236}">
                <ns2:creationId id="{6086FFC7-5702-EBCE-C557-F63305303476}"/>
              </ns1:ext>
            </ns1:extLst>
          </ns0:cNvPr>
          <ns0:cNvSpPr>
            <ns1:spLocks noGrp="1"/>
          </ns0:cNvSpPr>
          <ns0:nvPr>
            <ns0:ph type="body" idx="91" hasCustomPrompt="1"/>
          </ns0:nvPr>
        </ns0:nvSpPr>
        <ns0:spPr>
          <ns1:xfrm>
            <ns1:off x="5542475" y="6382471"/>
            <ns1:ext cx="2133601" cy="932730"/>
          </ns1:xfrm>
        </ns0:spPr>
        <ns0:txBody>
          <ns1:bodyPr>
            <ns1:noAutofit/>
          </ns1:bodyPr>
          <ns1:lstStyle>
            <ns1:lvl1pPr>
              <ns1:buNone/>
              <ns1:defRPr sz="12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</ns1:t>
            </ns1:r>
          </ns1:p>
        </ns0:txBody>
      </ns0:sp>
      <ns0:sp>
        <ns0:nvSpPr>
          <ns0:cNvPr id="39" name="Текст 39">
            <ns1:extLst>
              <ns1:ext uri="{FF2B5EF4-FFF2-40B4-BE49-F238E27FC236}">
                <ns2:creationId id="{1BADD152-DF90-F8C8-DCA7-A8993DF49466}"/>
              </ns1:ext>
            </ns1:extLst>
          </ns0:cNvPr>
          <ns0:cNvSpPr>
            <ns1:spLocks noGrp="1"/>
          </ns0:cNvSpPr>
          <ns0:nvPr>
            <ns0:ph type="body" idx="92" hasCustomPrompt="1"/>
          </ns0:nvPr>
        </ns0:nvSpPr>
        <ns0:spPr>
          <ns1:xfrm>
            <ns1:off x="8214199" y="6382471"/>
            <ns1:ext cx="2133601" cy="932730"/>
          </ns1:xfrm>
        </ns0:spPr>
        <ns0:txBody>
          <ns1:bodyPr>
            <ns1:noAutofit/>
          </ns1:bodyPr>
          <ns1:lstStyle>
            <ns1:lvl1pPr>
              <ns1:buNone/>
              <ns1:defRPr sz="12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</ns1:t>
            </ns1:r>
          </ns1:p>
        </ns0:txBody>
      </ns0:sp>
      <ns0:sp>
        <ns0:nvSpPr>
          <ns0:cNvPr id="40" name="Текст 39">
            <ns1:extLst>
              <ns1:ext uri="{FF2B5EF4-FFF2-40B4-BE49-F238E27FC236}">
                <ns2:creationId id="{DA1E08B1-AA92-074D-8FE5-4896F2EDFC47}"/>
              </ns1:ext>
            </ns1:extLst>
          </ns0:cNvPr>
          <ns0:cNvSpPr>
            <ns1:spLocks noGrp="1"/>
          </ns0:cNvSpPr>
          <ns0:nvPr>
            <ns0:ph type="body" idx="93" hasCustomPrompt="1"/>
          </ns0:nvPr>
        </ns0:nvSpPr>
        <ns0:spPr>
          <ns1:xfrm>
            <ns1:off x="10854660" y="6382471"/>
            <ns1:ext cx="2133601" cy="932730"/>
          </ns1:xfrm>
        </ns0:spPr>
        <ns0:txBody>
          <ns1:bodyPr>
            <ns1:noAutofit/>
          </ns1:bodyPr>
          <ns1:lstStyle>
            <ns1:lvl1pPr>
              <ns1:buNone/>
              <ns1:defRPr sz="12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</ns1:t>
            </ns1:r>
          </ns1:p>
        </ns0:txBody>
      </ns0:sp>
      <ns0:sp>
        <ns0:nvSpPr>
          <ns0:cNvPr id="41" name="Текст 39">
            <ns1:extLst>
              <ns1:ext uri="{FF2B5EF4-FFF2-40B4-BE49-F238E27FC236}">
                <ns2:creationId id="{07496405-30A4-225A-120B-CDB6EB64CD94}"/>
              </ns1:ext>
            </ns1:extLst>
          </ns0:cNvPr>
          <ns0:cNvSpPr>
            <ns1:spLocks noGrp="1"/>
          </ns0:cNvSpPr>
          <ns0:nvPr>
            <ns0:ph type="body" idx="94" hasCustomPrompt="1"/>
          </ns0:nvPr>
        </ns0:nvSpPr>
        <ns0:spPr>
          <ns1:xfrm>
            <ns1:off x="5252176" y="7578751"/>
            <ns1:ext cx="7727554" cy="31429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42" name="Текст 39">
            <ns1:extLst>
              <ns1:ext uri="{FF2B5EF4-FFF2-40B4-BE49-F238E27FC236}">
                <ns2:creationId id="{2EB53B7E-1B45-EB94-BF29-828F73A3A0F9}"/>
              </ns1:ext>
            </ns1:extLst>
          </ns0:cNvPr>
          <ns0:cNvSpPr>
            <ns1:spLocks noGrp="1"/>
          </ns0:cNvSpPr>
          <ns0:nvPr>
            <ns0:ph type="body" idx="95" hasCustomPrompt="1"/>
          </ns0:nvPr>
        </ns0:nvSpPr>
        <ns0:spPr>
          <ns1:xfrm>
            <ns1:off x="5252176" y="8432512"/>
            <ns1:ext cx="1386523" cy="256358"/>
          </ns1:xfrm>
        </ns0:spPr>
        <ns0:txBody>
          <ns1:bodyPr anchor="ctr">
            <ns1:noAutofit/>
          </ns1:bodyPr>
          <ns1:lstStyle>
            <ns1:lvl1pPr algn="l">
              <ns1:buNone/>
              <ns1:defRPr sz="12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</ns1:t>
            </ns1:r>
          </ns1:p>
        </ns0:txBody>
      </ns0:sp>
      <ns0:sp>
        <ns0:nvSpPr>
          <ns0:cNvPr id="43" name="Текст 39">
            <ns1:extLst>
              <ns1:ext uri="{FF2B5EF4-FFF2-40B4-BE49-F238E27FC236}">
                <ns2:creationId id="{E823B4A9-6030-CE8F-BE41-65B43E0826C2}"/>
              </ns1:ext>
            </ns1:extLst>
          </ns0:cNvPr>
          <ns0:cNvSpPr>
            <ns1:spLocks noGrp="1"/>
          </ns0:cNvSpPr>
          <ns0:nvPr>
            <ns0:ph type="body" idx="96" hasCustomPrompt="1"/>
          </ns0:nvPr>
        </ns0:nvSpPr>
        <ns0:spPr>
          <ns1:xfrm>
            <ns1:off x="5252176" y="8054718"/>
            <ns1:ext cx="1386523" cy="343925"/>
          </ns1:xfrm>
        </ns0:spPr>
        <ns0:txBody>
          <ns1:bodyPr anchor="ctr">
            <ns1:noAutofit/>
          </ns1:bodyPr>
          <ns1:lstStyle>
            <ns1:lvl1pPr algn="l">
              <ns1:buNone/>
              <ns1:defRPr sz="28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44" name="Текст 39">
            <ns1:extLst>
              <ns1:ext uri="{FF2B5EF4-FFF2-40B4-BE49-F238E27FC236}">
                <ns2:creationId id="{0F4E039A-2EEB-6B09-E213-A3C40C9E31FC}"/>
              </ns1:ext>
            </ns1:extLst>
          </ns0:cNvPr>
          <ns0:cNvSpPr>
            <ns1:spLocks noGrp="1"/>
          </ns0:cNvSpPr>
          <ns0:nvPr>
            <ns0:ph type="body" idx="97" hasCustomPrompt="1"/>
          </ns0:nvPr>
        </ns0:nvSpPr>
        <ns0:spPr>
          <ns1:xfrm>
            <ns1:off x="6856413" y="8432512"/>
            <ns1:ext cx="1386523" cy="256358"/>
          </ns1:xfrm>
        </ns0:spPr>
        <ns0:txBody>
          <ns1:bodyPr anchor="ctr">
            <ns1:noAutofit/>
          </ns1:bodyPr>
          <ns1:lstStyle>
            <ns1:lvl1pPr algn="l">
              <ns1:buNone/>
              <ns1:defRPr sz="12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</ns1:t>
            </ns1:r>
          </ns1:p>
        </ns0:txBody>
      </ns0:sp>
      <ns0:sp>
        <ns0:nvSpPr>
          <ns0:cNvPr id="45" name="Текст 39">
            <ns1:extLst>
              <ns1:ext uri="{FF2B5EF4-FFF2-40B4-BE49-F238E27FC236}">
                <ns2:creationId id="{23FF72BA-6EBD-71F7-6661-78AC50059D12}"/>
              </ns1:ext>
            </ns1:extLst>
          </ns0:cNvPr>
          <ns0:cNvSpPr>
            <ns1:spLocks noGrp="1"/>
          </ns0:cNvSpPr>
          <ns0:nvPr>
            <ns0:ph type="body" idx="98" hasCustomPrompt="1"/>
          </ns0:nvPr>
        </ns0:nvSpPr>
        <ns0:spPr>
          <ns1:xfrm>
            <ns1:off x="6856413" y="8054718"/>
            <ns1:ext cx="1386523" cy="343925"/>
          </ns1:xfrm>
        </ns0:spPr>
        <ns0:txBody>
          <ns1:bodyPr anchor="ctr">
            <ns1:noAutofit/>
          </ns1:bodyPr>
          <ns1:lstStyle>
            <ns1:lvl1pPr algn="l">
              <ns1:buNone/>
              <ns1:defRPr sz="28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46" name="Текст 39">
            <ns1:extLst>
              <ns1:ext uri="{FF2B5EF4-FFF2-40B4-BE49-F238E27FC236}">
                <ns2:creationId id="{3BE736F3-66B9-6AFC-123A-CC27A2E94F27}"/>
              </ns1:ext>
            </ns1:extLst>
          </ns0:cNvPr>
          <ns0:cNvSpPr>
            <ns1:spLocks noGrp="1"/>
          </ns0:cNvSpPr>
          <ns0:nvPr>
            <ns0:ph type="body" idx="99" hasCustomPrompt="1"/>
          </ns0:nvPr>
        </ns0:nvSpPr>
        <ns0:spPr>
          <ns1:xfrm>
            <ns1:off x="8436900" y="8432512"/>
            <ns1:ext cx="1386523" cy="256358"/>
          </ns1:xfrm>
        </ns0:spPr>
        <ns0:txBody>
          <ns1:bodyPr anchor="ctr">
            <ns1:noAutofit/>
          </ns1:bodyPr>
          <ns1:lstStyle>
            <ns1:lvl1pPr algn="l">
              <ns1:buNone/>
              <ns1:defRPr sz="12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</ns1:t>
            </ns1:r>
          </ns1:p>
        </ns0:txBody>
      </ns0:sp>
      <ns0:sp>
        <ns0:nvSpPr>
          <ns0:cNvPr id="47" name="Текст 39">
            <ns1:extLst>
              <ns1:ext uri="{FF2B5EF4-FFF2-40B4-BE49-F238E27FC236}">
                <ns2:creationId id="{BE1B981E-5D64-BC88-BCF9-A1FE221FE26A}"/>
              </ns1:ext>
            </ns1:extLst>
          </ns0:cNvPr>
          <ns0:cNvSpPr>
            <ns1:spLocks noGrp="1"/>
          </ns0:cNvSpPr>
          <ns0:nvPr>
            <ns0:ph type="body" idx="100" hasCustomPrompt="1"/>
          </ns0:nvPr>
        </ns0:nvSpPr>
        <ns0:spPr>
          <ns1:xfrm>
            <ns1:off x="8436900" y="8054718"/>
            <ns1:ext cx="1386523" cy="343925"/>
          </ns1:xfrm>
        </ns0:spPr>
        <ns0:txBody>
          <ns1:bodyPr anchor="ctr">
            <ns1:noAutofit/>
          </ns1:bodyPr>
          <ns1:lstStyle>
            <ns1:lvl1pPr algn="l">
              <ns1:buNone/>
              <ns1:defRPr sz="28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48" name="Текст 39">
            <ns1:extLst>
              <ns1:ext uri="{FF2B5EF4-FFF2-40B4-BE49-F238E27FC236}">
                <ns2:creationId id="{30093CB6-7A88-E168-8D02-9FE4CF68A006}"/>
              </ns1:ext>
            </ns1:extLst>
          </ns0:cNvPr>
          <ns0:cNvSpPr>
            <ns1:spLocks noGrp="1"/>
          </ns0:cNvSpPr>
          <ns0:nvPr>
            <ns0:ph type="body" idx="101" hasCustomPrompt="1"/>
          </ns0:nvPr>
        </ns0:nvSpPr>
        <ns0:spPr>
          <ns1:xfrm>
            <ns1:off x="10005512" y="8432512"/>
            <ns1:ext cx="1386523" cy="256358"/>
          </ns1:xfrm>
        </ns0:spPr>
        <ns0:txBody>
          <ns1:bodyPr anchor="ctr">
            <ns1:noAutofit/>
          </ns1:bodyPr>
          <ns1:lstStyle>
            <ns1:lvl1pPr algn="l">
              <ns1:buNone/>
              <ns1:defRPr sz="12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</ns1:t>
            </ns1:r>
          </ns1:p>
        </ns0:txBody>
      </ns0:sp>
      <ns0:sp>
        <ns0:nvSpPr>
          <ns0:cNvPr id="49" name="Текст 39">
            <ns1:extLst>
              <ns1:ext uri="{FF2B5EF4-FFF2-40B4-BE49-F238E27FC236}">
                <ns2:creationId id="{9B2D868F-222B-0308-8A9A-7CE07D2CA3E2}"/>
              </ns1:ext>
            </ns1:extLst>
          </ns0:cNvPr>
          <ns0:cNvSpPr>
            <ns1:spLocks noGrp="1"/>
          </ns0:cNvSpPr>
          <ns0:nvPr>
            <ns0:ph type="body" idx="102" hasCustomPrompt="1"/>
          </ns0:nvPr>
        </ns0:nvSpPr>
        <ns0:spPr>
          <ns1:xfrm>
            <ns1:off x="10005512" y="8054718"/>
            <ns1:ext cx="1386523" cy="343925"/>
          </ns1:xfrm>
        </ns0:spPr>
        <ns0:txBody>
          <ns1:bodyPr anchor="ctr">
            <ns1:noAutofit/>
          </ns1:bodyPr>
          <ns1:lstStyle>
            <ns1:lvl1pPr algn="l">
              <ns1:buNone/>
              <ns1:defRPr sz="28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50" name="Текст 39">
            <ns1:extLst>
              <ns1:ext uri="{FF2B5EF4-FFF2-40B4-BE49-F238E27FC236}">
                <ns2:creationId id="{3E9B1A6B-E83F-8368-AE7F-42041C5AE1B5}"/>
              </ns1:ext>
            </ns1:extLst>
          </ns0:cNvPr>
          <ns0:cNvSpPr>
            <ns1:spLocks noGrp="1"/>
          </ns0:cNvSpPr>
          <ns0:nvPr>
            <ns0:ph type="body" idx="103" hasCustomPrompt="1"/>
          </ns0:nvPr>
        </ns0:nvSpPr>
        <ns0:spPr>
          <ns1:xfrm>
            <ns1:off x="11584931" y="8432512"/>
            <ns1:ext cx="1386523" cy="256358"/>
          </ns1:xfrm>
        </ns0:spPr>
        <ns0:txBody>
          <ns1:bodyPr anchor="ctr">
            <ns1:noAutofit/>
          </ns1:bodyPr>
          <ns1:lstStyle>
            <ns1:lvl1pPr algn="l">
              <ns1:buNone/>
              <ns1:defRPr sz="12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</ns1:t>
            </ns1:r>
          </ns1:p>
        </ns0:txBody>
      </ns0:sp>
      <ns0:sp>
        <ns0:nvSpPr>
          <ns0:cNvPr id="51" name="Текст 39">
            <ns1:extLst>
              <ns1:ext uri="{FF2B5EF4-FFF2-40B4-BE49-F238E27FC236}">
                <ns2:creationId id="{6B520CD4-FB83-2D41-E3F4-A558473848C1}"/>
              </ns1:ext>
            </ns1:extLst>
          </ns0:cNvPr>
          <ns0:cNvSpPr>
            <ns1:spLocks noGrp="1"/>
          </ns0:cNvSpPr>
          <ns0:nvPr>
            <ns0:ph type="body" idx="104" hasCustomPrompt="1"/>
          </ns0:nvPr>
        </ns0:nvSpPr>
        <ns0:spPr>
          <ns1:xfrm>
            <ns1:off x="11584931" y="8054718"/>
            <ns1:ext cx="1386523" cy="343925"/>
          </ns1:xfrm>
        </ns0:spPr>
        <ns0:txBody>
          <ns1:bodyPr anchor="ctr">
            <ns1:noAutofit/>
          </ns1:bodyPr>
          <ns1:lstStyle>
            <ns1:lvl1pPr algn="l">
              <ns1:buNone/>
              <ns1:defRPr sz="28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&gt;XX</ns1:t>
            </ns1:r>
            <ns1:endParaRPr/>
          </ns1:p>
        </ns0:txBody>
      </ns0:sp>
      <ns0:sp>
        <ns0:nvSpPr>
          <ns0:cNvPr id="52" name="Диаграмма 22">
            <ns1:extLst>
              <ns1:ext uri="{FF2B5EF4-FFF2-40B4-BE49-F238E27FC236}">
                <ns2:creationId id="{4C9AAAA1-598B-34F9-40E3-C595D0E48309}"/>
              </ns1:ext>
            </ns1:extLst>
          </ns0:cNvPr>
          <ns0:cNvSpPr>
            <ns1:spLocks noGrp="1"/>
          </ns0:cNvSpPr>
          <ns0:nvPr>
            <ns0:ph type="chart" idx="81" hasCustomPrompt="1"/>
          </ns0:nvPr>
        </ns0:nvSpPr>
        <ns0:spPr>
          <ns1:xfrm>
            <ns1:off x="13408050" y="6690934"/>
            <ns1:ext cx="3927450" cy="2503535"/>
          </ns1:xfrm>
        </ns0:spPr>
        <ns0:txBody>
          <ns1:bodyPr anchor="ctr">
            <ns1:normAutofit/>
          </ns1:bodyPr>
          <ns1:lstStyle>
            <ns1:lvl1pPr algn="ctr">
              <ns1:buNone/>
              <ns1:defRPr sz="1600"/>
            </ns1:lvl1pPr>
          </ns1:lstStyle>
          <ns1:p>
            <ns1:r>
              <ns1:t> </ns1:t>
            </ns1:r>
          </ns1:p>
        </ns0:txBody>
      </ns0:sp>
      <ns0:sp>
        <ns0:nvSpPr>
          <ns0:cNvPr id="3" name="Рисунок 16">
            <ns1:extLst>
              <ns1:ext uri="{FF2B5EF4-FFF2-40B4-BE49-F238E27FC236}">
                <ns2:creationId id="{E2A70BEE-4356-FC37-7232-059D5365F3EC}"/>
              </ns1:ext>
            </ns1:extLst>
          </ns0:cNvPr>
          <ns0:cNvSpPr>
            <ns1:spLocks noGrp="1"/>
          </ns0:cNvSpPr>
          <ns0:nvPr>
            <ns0:ph type="pic" idx="111" hasCustomPrompt="1"/>
          </ns0:nvPr>
        </ns0:nvSpPr>
        <ns0:spPr>
          <ns1:xfrm>
            <ns1:off x="5249955" y="6362873"/>
            <ns1:ext cx="245105" cy="239552"/>
          </ns1:xfrm>
          <ns1:prstGeom prst="rect">
            <ns1:avLst/>
          </ns1:prstGeom>
          <ns1:blipFill>
            <ns1:blip ns3:embed="R5df42bf231eb43ac">
              <ns1:extLst>
                <ns1:ext uri="{96DAC541-7B7A-43D3-8B79-37D633B846F1}">
                  <ns4:svgBlip ns3:embed="Red328ce4ad3f4414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0" name="Рисунок 16">
            <ns1:extLst>
              <ns1:ext uri="{FF2B5EF4-FFF2-40B4-BE49-F238E27FC236}">
                <ns2:creationId id="{8A8B8C1C-A5E5-184F-5399-B136CF66865D}"/>
              </ns1:ext>
            </ns1:extLst>
          </ns0:cNvPr>
          <ns0:cNvSpPr>
            <ns1:spLocks noGrp="1"/>
          </ns0:cNvSpPr>
          <ns0:nvPr>
            <ns0:ph type="pic" idx="112" hasCustomPrompt="1"/>
          </ns0:nvPr>
        </ns0:nvSpPr>
        <ns0:spPr>
          <ns1:xfrm>
            <ns1:off x="7915521" y="6362873"/>
            <ns1:ext cx="245105" cy="239552"/>
          </ns1:xfrm>
          <ns1:prstGeom prst="rect">
            <ns1:avLst/>
          </ns1:prstGeom>
          <ns1:blipFill>
            <ns1:blip ns3:embed="R5df42bf231eb43ac">
              <ns1:extLst>
                <ns1:ext uri="{96DAC541-7B7A-43D3-8B79-37D633B846F1}">
                  <ns4:svgBlip ns3:embed="Red328ce4ad3f4414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1" name="Рисунок 16">
            <ns1:extLst>
              <ns1:ext uri="{FF2B5EF4-FFF2-40B4-BE49-F238E27FC236}">
                <ns2:creationId id="{393D1965-2D0C-0A25-25BA-F9B9B978624B}"/>
              </ns1:ext>
            </ns1:extLst>
          </ns0:cNvPr>
          <ns0:cNvSpPr>
            <ns1:spLocks noGrp="1"/>
          </ns0:cNvSpPr>
          <ns0:nvPr>
            <ns0:ph type="pic" idx="113" hasCustomPrompt="1"/>
          </ns0:nvPr>
        </ns0:nvSpPr>
        <ns0:spPr>
          <ns1:xfrm>
            <ns1:off x="10563828" y="6362873"/>
            <ns1:ext cx="245105" cy="239552"/>
          </ns1:xfrm>
          <ns1:prstGeom prst="rect">
            <ns1:avLst/>
          </ns1:prstGeom>
          <ns1:blipFill>
            <ns1:blip ns3:embed="R5df42bf231eb43ac">
              <ns1:extLst>
                <ns1:ext uri="{96DAC541-7B7A-43D3-8B79-37D633B846F1}">
                  <ns4:svgBlip ns3:embed="Red328ce4ad3f4414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4" name="Рисунок 3">
            <ns1:extLst>
              <ns1:ext uri="{FF2B5EF4-FFF2-40B4-BE49-F238E27FC236}">
                <ns2:creationId id="{6C15C75F-A45E-2C82-B524-2E951EA2D06E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15" name="Текст 16">
            <ns1:extLst>
              <ns1:ext uri="{FF2B5EF4-FFF2-40B4-BE49-F238E27FC236}">
                <ns2:creationId id="{92D4B453-056D-4D9F-954A-E8B97EE47E14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a4ada96b1be84a00">
              <ns1:extLst>
                <ns1:ext uri="{96DAC541-7B7A-43D3-8B79-37D633B846F1}">
                  <ns4:svgBlip ns3:embed="R1eb9fa8fb6a34eb7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6" name="Текст 16">
            <ns1:extLst>
              <ns1:ext uri="{FF2B5EF4-FFF2-40B4-BE49-F238E27FC236}">
                <ns2:creationId id="{9E620F1F-17E3-56E5-E6E1-53A844CA217D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744b259b57ce4f17">
              <ns1:extLst>
                <ns1:ext uri="{96DAC541-7B7A-43D3-8B79-37D633B846F1}">
                  <ns4:svgBlip ns3:embed="R44c66bf5a9e74dff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73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Сложный 5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Рисунок 5">
            <ns1:extLst>
              <ns1:ext uri="{FF2B5EF4-FFF2-40B4-BE49-F238E27FC236}">
                <ns2:creationId id="{A2E4DE68-0E14-C158-11A5-F011D0698B9F}"/>
              </ns1:ext>
            </ns1:extLst>
          </ns0:cNvPr>
          <ns0:cNvSpPr>
            <ns1:spLocks noGrp="1"/>
          </ns0:cNvSpPr>
          <ns0:nvPr>
            <ns0:ph type="pic" idx="129" hasCustomPrompt="1"/>
          </ns0:nvPr>
        </ns0:nvSpPr>
        <ns0:spPr>
          <ns1:xfrm>
            <ns1:off x="952500" y="2476500"/>
            <ns1:ext cx="16383000" cy="6705600"/>
          </ns1:xfrm>
          <ns1:prstGeom prst="roundRect">
            <ns1:avLst>
              <ns1:gd name="adj" fmla="val 7273"/>
            </ns1:avLst>
          </ns1:prstGeom>
          <ns1:solidFill>
            <ns1:schemeClr val="accent3"/>
          </ns1:solidFill>
        </ns0:spPr>
        <ns0:txBody>
          <ns1:bodyPr>
            <ns1:normAutofit/>
          </ns1:bodyPr>
          <ns1:lstStyle>
            <ns1:lvl1pPr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82" name="Рисунок 11">
            <ns1:extLst>
              <ns1:ext uri="{FF2B5EF4-FFF2-40B4-BE49-F238E27FC236}">
                <ns2:creationId id="{CE052F22-A2FC-5A18-C123-AE38D9E28CA5}"/>
              </ns1:ext>
            </ns1:extLst>
          </ns0:cNvPr>
          <ns0:cNvSpPr>
            <ns1:spLocks noGrp="1"/>
          </ns0:cNvSpPr>
          <ns0:nvPr>
            <ns0:ph type="pic" idx="95" hasCustomPrompt="1"/>
          </ns0:nvPr>
        </ns0:nvSpPr>
        <ns0:spPr>
          <ns1:xfrm>
            <ns1:off x="5162550" y="2781300"/>
            <ns1:ext cx="3889375" cy="3009900"/>
          </ns1:xfrm>
          <ns1:prstGeom prst="roundRect">
            <ns1:avLst>
              <ns1:gd name="adj" fmla="val 11570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83" name="Текст 39">
            <ns1:extLst>
              <ns1:ext uri="{FF2B5EF4-FFF2-40B4-BE49-F238E27FC236}">
                <ns2:creationId id="{FFA7EAA8-66AD-DE4C-E5AA-D694A1B428EA}"/>
              </ns1:ext>
            </ns1:extLst>
          </ns0:cNvPr>
          <ns0:cNvSpPr>
            <ns1:spLocks noGrp="1"/>
          </ns0:cNvSpPr>
          <ns0:nvPr>
            <ns0:ph type="body" idx="73" hasCustomPrompt="1"/>
          </ns0:nvPr>
        </ns0:nvSpPr>
        <ns0:spPr>
          <ns1:xfrm>
            <ns1:off x="5385105" y="3456559"/>
            <ns1:ext cx="3377895" cy="1066221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84" name="Текст 39">
            <ns1:extLst>
              <ns1:ext uri="{FF2B5EF4-FFF2-40B4-BE49-F238E27FC236}">
                <ns2:creationId id="{C19AC39C-E0BC-CB27-8DE1-E3446779A9D8}"/>
              </ns1:ext>
            </ns1:extLst>
          </ns0:cNvPr>
          <ns0:cNvSpPr>
            <ns1:spLocks noGrp="1"/>
          </ns0:cNvSpPr>
          <ns0:nvPr>
            <ns0:ph type="body" idx="78" hasCustomPrompt="1"/>
          </ns0:nvPr>
        </ns0:nvSpPr>
        <ns0:spPr>
          <ns1:xfrm>
            <ns1:off x="5385105" y="3018186"/>
            <ns1:ext cx="2533345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85" name="Текст 39">
            <ns1:extLst>
              <ns1:ext uri="{FF2B5EF4-FFF2-40B4-BE49-F238E27FC236}">
                <ns2:creationId id="{59791189-2E1A-D13A-1F88-5401E352A0BE}"/>
              </ns1:ext>
            </ns1:extLst>
          </ns0:cNvPr>
          <ns0:cNvSpPr>
            <ns1:spLocks noGrp="1"/>
          </ns0:cNvSpPr>
          <ns0:nvPr>
            <ns0:ph type="body" idx="98" hasCustomPrompt="1"/>
          </ns0:nvPr>
        </ns0:nvSpPr>
        <ns0:spPr>
          <ns1:xfrm>
            <ns1:off x="8010525" y="2993120"/>
            <ns1:ext cx="865164" cy="370732"/>
          </ns1:xfrm>
          <ns1:prstGeom prst="roundRect">
            <ns1:avLst>
              <ns1:gd name="adj" fmla="val 50000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30%</ns1:t>
            </ns1:r>
          </ns1:p>
        </ns0:txBody>
      </ns0:sp>
      <ns0:sp>
        <ns0:nvSpPr>
          <ns0:cNvPr id="86" name="Рисунок 11">
            <ns1:extLst>
              <ns1:ext uri="{FF2B5EF4-FFF2-40B4-BE49-F238E27FC236}">
                <ns2:creationId id="{A98387EE-0C0D-0080-F4CA-76A8A1C7E5EB}"/>
              </ns1:ext>
            </ns1:extLst>
          </ns0:cNvPr>
          <ns0:cNvSpPr>
            <ns1:spLocks noGrp="1"/>
          </ns0:cNvSpPr>
          <ns0:nvPr>
            <ns0:ph type="pic" idx="99" hasCustomPrompt="1"/>
          </ns0:nvPr>
        </ns0:nvSpPr>
        <ns0:spPr>
          <ns1:xfrm>
            <ns1:off x="9164534" y="2781300"/>
            <ns1:ext cx="3889375" cy="3009900"/>
          </ns1:xfrm>
          <ns1:prstGeom prst="roundRect">
            <ns1:avLst>
              <ns1:gd name="adj" fmla="val 11570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87" name="Текст 39">
            <ns1:extLst>
              <ns1:ext uri="{FF2B5EF4-FFF2-40B4-BE49-F238E27FC236}">
                <ns2:creationId id="{6AD3A08F-32FD-83B1-1CF9-50D00E32BFDD}"/>
              </ns1:ext>
            </ns1:extLst>
          </ns0:cNvPr>
          <ns0:cNvSpPr>
            <ns1:spLocks noGrp="1"/>
          </ns0:cNvSpPr>
          <ns0:nvPr>
            <ns0:ph type="body" idx="100" hasCustomPrompt="1"/>
          </ns0:nvPr>
        </ns0:nvSpPr>
        <ns0:spPr>
          <ns1:xfrm>
            <ns1:off x="9387089" y="3456559"/>
            <ns1:ext cx="3377895" cy="1066221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88" name="Текст 39">
            <ns1:extLst>
              <ns1:ext uri="{FF2B5EF4-FFF2-40B4-BE49-F238E27FC236}">
                <ns2:creationId id="{23DE4E42-7428-FB21-6362-392D3E49C1CB}"/>
              </ns1:ext>
            </ns1:extLst>
          </ns0:cNvPr>
          <ns0:cNvSpPr>
            <ns1:spLocks noGrp="1"/>
          </ns0:cNvSpPr>
          <ns0:nvPr>
            <ns0:ph type="body" idx="101" hasCustomPrompt="1"/>
          </ns0:nvPr>
        </ns0:nvSpPr>
        <ns0:spPr>
          <ns1:xfrm>
            <ns1:off x="9387089" y="3018186"/>
            <ns1:ext cx="2533345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89" name="Текст 39">
            <ns1:extLst>
              <ns1:ext uri="{FF2B5EF4-FFF2-40B4-BE49-F238E27FC236}">
                <ns2:creationId id="{0A3DB117-D737-4389-0F6D-9DEAEBB18E28}"/>
              </ns1:ext>
            </ns1:extLst>
          </ns0:cNvPr>
          <ns0:cNvSpPr>
            <ns1:spLocks noGrp="1"/>
          </ns0:cNvSpPr>
          <ns0:nvPr>
            <ns0:ph type="body" idx="102" hasCustomPrompt="1"/>
          </ns0:nvPr>
        </ns0:nvSpPr>
        <ns0:spPr>
          <ns1:xfrm>
            <ns1:off x="12012509" y="2993120"/>
            <ns1:ext cx="865164" cy="370732"/>
          </ns1:xfrm>
          <ns1:prstGeom prst="roundRect">
            <ns1:avLst>
              <ns1:gd name="adj" fmla="val 50000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30%</ns1:t>
            </ns1:r>
          </ns1:p>
        </ns0:txBody>
      </ns0:sp>
      <ns0:sp>
        <ns0:nvSpPr>
          <ns0:cNvPr id="90" name="Рисунок 11">
            <ns1:extLst>
              <ns1:ext uri="{FF2B5EF4-FFF2-40B4-BE49-F238E27FC236}">
                <ns2:creationId id="{166C5CEF-3A17-A05A-8BE3-5F8131F612D2}"/>
              </ns1:ext>
            </ns1:extLst>
          </ns0:cNvPr>
          <ns0:cNvSpPr>
            <ns1:spLocks noGrp="1"/>
          </ns0:cNvSpPr>
          <ns0:nvPr>
            <ns0:ph type="pic" idx="103" hasCustomPrompt="1"/>
          </ns0:nvPr>
        </ns0:nvSpPr>
        <ns0:spPr>
          <ns1:xfrm>
            <ns1:off x="13142767" y="2781300"/>
            <ns1:ext cx="3889375" cy="3009900"/>
          </ns1:xfrm>
          <ns1:prstGeom prst="roundRect">
            <ns1:avLst>
              <ns1:gd name="adj" fmla="val 11570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91" name="Текст 39">
            <ns1:extLst>
              <ns1:ext uri="{FF2B5EF4-FFF2-40B4-BE49-F238E27FC236}">
                <ns2:creationId id="{C53FF5CE-4770-77F0-4C19-AC001B1E758A}"/>
              </ns1:ext>
            </ns1:extLst>
          </ns0:cNvPr>
          <ns0:cNvSpPr>
            <ns1:spLocks noGrp="1"/>
          </ns0:cNvSpPr>
          <ns0:nvPr>
            <ns0:ph type="body" idx="104" hasCustomPrompt="1"/>
          </ns0:nvPr>
        </ns0:nvSpPr>
        <ns0:spPr>
          <ns1:xfrm>
            <ns1:off x="13365322" y="3456559"/>
            <ns1:ext cx="3377895" cy="1066221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92" name="Текст 39">
            <ns1:extLst>
              <ns1:ext uri="{FF2B5EF4-FFF2-40B4-BE49-F238E27FC236}">
                <ns2:creationId id="{603C2A90-F89E-4F53-A973-81D2A77A1F65}"/>
              </ns1:ext>
            </ns1:extLst>
          </ns0:cNvPr>
          <ns0:cNvSpPr>
            <ns1:spLocks noGrp="1"/>
          </ns0:cNvSpPr>
          <ns0:nvPr>
            <ns0:ph type="body" idx="105" hasCustomPrompt="1"/>
          </ns0:nvPr>
        </ns0:nvSpPr>
        <ns0:spPr>
          <ns1:xfrm>
            <ns1:off x="13365322" y="3018186"/>
            <ns1:ext cx="2533345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93" name="Текст 39">
            <ns1:extLst>
              <ns1:ext uri="{FF2B5EF4-FFF2-40B4-BE49-F238E27FC236}">
                <ns2:creationId id="{78FE1E0F-A4A5-2AF7-2ADA-A9B97F4F618E}"/>
              </ns1:ext>
            </ns1:extLst>
          </ns0:cNvPr>
          <ns0:cNvSpPr>
            <ns1:spLocks noGrp="1"/>
          </ns0:cNvSpPr>
          <ns0:nvPr>
            <ns0:ph type="body" idx="106" hasCustomPrompt="1"/>
          </ns0:nvPr>
        </ns0:nvSpPr>
        <ns0:spPr>
          <ns1:xfrm>
            <ns1:off x="15990742" y="2993120"/>
            <ns1:ext cx="865164" cy="370732"/>
          </ns1:xfrm>
          <ns1:prstGeom prst="roundRect">
            <ns1:avLst>
              <ns1:gd name="adj" fmla="val 50000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30%</ns1:t>
            </ns1:r>
          </ns1:p>
        </ns0:txBody>
      </ns0:sp>
      <ns0:sp>
        <ns0:nvSpPr>
          <ns0:cNvPr id="94" name="Текст 39">
            <ns1:extLst>
              <ns1:ext uri="{FF2B5EF4-FFF2-40B4-BE49-F238E27FC236}">
                <ns2:creationId id="{FDE59901-7187-592A-D0DF-796DA9779992}"/>
              </ns1:ext>
            </ns1:extLst>
          </ns0:cNvPr>
          <ns0:cNvSpPr>
            <ns1:spLocks noGrp="1"/>
          </ns0:cNvSpPr>
          <ns0:nvPr>
            <ns0:ph type="body" idx="27" hasCustomPrompt="1"/>
          </ns0:nvPr>
        </ns0:nvSpPr>
        <ns0:spPr>
          <ns1:xfrm>
            <ns1:off x="13679212" y="4615957"/>
            <ns1:ext cx="2989538" cy="491918"/>
          </ns1:xfrm>
        </ns0:spPr>
        <ns0:txBody>
          <ns1:bodyPr>
            <ns1:noAutofit/>
          </ns1:bodyPr>
          <ns1:lstStyle>
            <ns1:lvl1pPr>
              <ns1:buNone/>
              <ns1:defRPr sz="12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</ns1:t>
            </ns1:r>
          </ns1:p>
        </ns0:txBody>
      </ns0:sp>
      <ns0:sp>
        <ns0:nvSpPr>
          <ns0:cNvPr id="95" name="Рисунок 16">
            <ns1:extLst>
              <ns1:ext uri="{FF2B5EF4-FFF2-40B4-BE49-F238E27FC236}">
                <ns2:creationId id="{C203C7C4-FE89-5347-1151-54282969304E}"/>
              </ns1:ext>
            </ns1:extLst>
          </ns0:cNvPr>
          <ns0:cNvSpPr>
            <ns1:spLocks noGrp="1"/>
          </ns0:cNvSpPr>
          <ns0:nvPr>
            <ns0:ph type="pic" idx="82" hasCustomPrompt="1"/>
          </ns0:nvPr>
        </ns0:nvSpPr>
        <ns0:spPr>
          <ns1:xfrm>
            <ns1:off x="13369265" y="4651582"/>
            <ns1:ext cx="245105" cy="239552"/>
          </ns1:xfrm>
          <ns1:prstGeom prst="rect">
            <ns1:avLst/>
          </ns1:prstGeom>
          <ns1:blipFill>
            <ns1:blip ns3:embed="Rb2e333a486e54fc7">
              <ns1:extLst>
                <ns1:ext uri="{96DAC541-7B7A-43D3-8B79-37D633B846F1}">
                  <ns4:svgBlip ns3:embed="R5b84cf025b4845d6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96" name="Текст 39">
            <ns1:extLst>
              <ns1:ext uri="{FF2B5EF4-FFF2-40B4-BE49-F238E27FC236}">
                <ns2:creationId id="{52DF3BB7-C13C-3505-853F-9D6E552666E0}"/>
              </ns1:ext>
            </ns1:extLst>
          </ns0:cNvPr>
          <ns0:cNvSpPr>
            <ns1:spLocks noGrp="1"/>
          </ns0:cNvSpPr>
          <ns0:nvPr>
            <ns0:ph type="body" idx="107" hasCustomPrompt="1"/>
          </ns0:nvPr>
        </ns0:nvSpPr>
        <ns0:spPr>
          <ns1:xfrm>
            <ns1:off x="13679212" y="5197848"/>
            <ns1:ext cx="2989538" cy="491918"/>
          </ns1:xfrm>
        </ns0:spPr>
        <ns0:txBody>
          <ns1:bodyPr>
            <ns1:noAutofit/>
          </ns1:bodyPr>
          <ns1:lstStyle>
            <ns1:lvl1pPr>
              <ns1:buNone/>
              <ns1:defRPr sz="12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</ns1:t>
            </ns1:r>
          </ns1:p>
        </ns0:txBody>
      </ns0:sp>
      <ns0:sp>
        <ns0:nvSpPr>
          <ns0:cNvPr id="97" name="Рисунок 16">
            <ns1:extLst>
              <ns1:ext uri="{FF2B5EF4-FFF2-40B4-BE49-F238E27FC236}">
                <ns2:creationId id="{DDEFE241-51FF-BA6C-C259-6DDE475C2A22}"/>
              </ns1:ext>
            </ns1:extLst>
          </ns0:cNvPr>
          <ns0:cNvSpPr>
            <ns1:spLocks noGrp="1"/>
          </ns0:cNvSpPr>
          <ns0:nvPr>
            <ns0:ph type="pic" idx="108" hasCustomPrompt="1"/>
          </ns0:nvPr>
        </ns0:nvSpPr>
        <ns0:spPr>
          <ns1:xfrm>
            <ns1:off x="13369265" y="5233473"/>
            <ns1:ext cx="245105" cy="239552"/>
          </ns1:xfrm>
          <ns1:prstGeom prst="rect">
            <ns1:avLst/>
          </ns1:prstGeom>
          <ns1:blipFill>
            <ns1:blip ns3:embed="Rb2e333a486e54fc7">
              <ns1:extLst>
                <ns1:ext uri="{96DAC541-7B7A-43D3-8B79-37D633B846F1}">
                  <ns4:svgBlip ns3:embed="R5b84cf025b4845d6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98" name="Рисунок 11">
            <ns1:extLst>
              <ns1:ext uri="{FF2B5EF4-FFF2-40B4-BE49-F238E27FC236}">
                <ns2:creationId id="{463EAFEF-9846-AB80-F270-1588F23D4824}"/>
              </ns1:ext>
            </ns1:extLst>
          </ns0:cNvPr>
          <ns0:cNvSpPr>
            <ns1:spLocks noGrp="1"/>
          </ns0:cNvSpPr>
          <ns0:nvPr>
            <ns0:ph type="pic" idx="109" hasCustomPrompt="1"/>
          </ns0:nvPr>
        </ns0:nvSpPr>
        <ns0:spPr>
          <ns1:xfrm>
            <ns1:off x="5162550" y="5880760"/>
            <ns1:ext cx="3889375" cy="3009900"/>
          </ns1:xfrm>
          <ns1:prstGeom prst="roundRect">
            <ns1:avLst>
              <ns1:gd name="adj" fmla="val 11570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99" name="Текст 39">
            <ns1:extLst>
              <ns1:ext uri="{FF2B5EF4-FFF2-40B4-BE49-F238E27FC236}">
                <ns2:creationId id="{B90F29FE-BB5E-3B82-69D5-A22F89D9C9E9}"/>
              </ns1:ext>
            </ns1:extLst>
          </ns0:cNvPr>
          <ns0:cNvSpPr>
            <ns1:spLocks noGrp="1"/>
          </ns0:cNvSpPr>
          <ns0:nvPr>
            <ns0:ph type="body" idx="110" hasCustomPrompt="1"/>
          </ns0:nvPr>
        </ns0:nvSpPr>
        <ns0:spPr>
          <ns1:xfrm>
            <ns1:off x="5385105" y="6556019"/>
            <ns1:ext cx="3377895" cy="1066221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100" name="Текст 39">
            <ns1:extLst>
              <ns1:ext uri="{FF2B5EF4-FFF2-40B4-BE49-F238E27FC236}">
                <ns2:creationId id="{A08A208F-B65E-4E88-7FC1-EF617BF1B1E2}"/>
              </ns1:ext>
            </ns1:extLst>
          </ns0:cNvPr>
          <ns0:cNvSpPr>
            <ns1:spLocks noGrp="1"/>
          </ns0:cNvSpPr>
          <ns0:nvPr>
            <ns0:ph type="body" idx="111" hasCustomPrompt="1"/>
          </ns0:nvPr>
        </ns0:nvSpPr>
        <ns0:spPr>
          <ns1:xfrm>
            <ns1:off x="5385105" y="6117646"/>
            <ns1:ext cx="2533345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101" name="Текст 39">
            <ns1:extLst>
              <ns1:ext uri="{FF2B5EF4-FFF2-40B4-BE49-F238E27FC236}">
                <ns2:creationId id="{DF85D43D-522D-9494-E3D3-BE635E4B1281}"/>
              </ns1:ext>
            </ns1:extLst>
          </ns0:cNvPr>
          <ns0:cNvSpPr>
            <ns1:spLocks noGrp="1"/>
          </ns0:cNvSpPr>
          <ns0:nvPr>
            <ns0:ph type="body" idx="112" hasCustomPrompt="1"/>
          </ns0:nvPr>
        </ns0:nvSpPr>
        <ns0:spPr>
          <ns1:xfrm>
            <ns1:off x="8010525" y="6092580"/>
            <ns1:ext cx="865164" cy="370732"/>
          </ns1:xfrm>
          <ns1:prstGeom prst="roundRect">
            <ns1:avLst>
              <ns1:gd name="adj" fmla="val 50000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30%</ns1:t>
            </ns1:r>
          </ns1:p>
        </ns0:txBody>
      </ns0:sp>
      <ns0:sp>
        <ns0:nvSpPr>
          <ns0:cNvPr id="102" name="Рисунок 11">
            <ns1:extLst>
              <ns1:ext uri="{FF2B5EF4-FFF2-40B4-BE49-F238E27FC236}">
                <ns2:creationId id="{6403819D-D3F9-633E-AD3F-42EE9760731F}"/>
              </ns1:ext>
            </ns1:extLst>
          </ns0:cNvPr>
          <ns0:cNvSpPr>
            <ns1:spLocks noGrp="1"/>
          </ns0:cNvSpPr>
          <ns0:nvPr>
            <ns0:ph type="pic" idx="113" hasCustomPrompt="1"/>
          </ns0:nvPr>
        </ns0:nvSpPr>
        <ns0:spPr>
          <ns1:xfrm>
            <ns1:off x="9164534" y="5880760"/>
            <ns1:ext cx="3889375" cy="3009900"/>
          </ns1:xfrm>
          <ns1:prstGeom prst="roundRect">
            <ns1:avLst>
              <ns1:gd name="adj" fmla="val 11570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03" name="Текст 39">
            <ns1:extLst>
              <ns1:ext uri="{FF2B5EF4-FFF2-40B4-BE49-F238E27FC236}">
                <ns2:creationId id="{BD064077-518E-52AC-2AD8-E748A0246E09}"/>
              </ns1:ext>
            </ns1:extLst>
          </ns0:cNvPr>
          <ns0:cNvSpPr>
            <ns1:spLocks noGrp="1"/>
          </ns0:cNvSpPr>
          <ns0:nvPr>
            <ns0:ph type="body" idx="114" hasCustomPrompt="1"/>
          </ns0:nvPr>
        </ns0:nvSpPr>
        <ns0:spPr>
          <ns1:xfrm>
            <ns1:off x="9387089" y="6556019"/>
            <ns1:ext cx="3377895" cy="1066221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104" name="Текст 39">
            <ns1:extLst>
              <ns1:ext uri="{FF2B5EF4-FFF2-40B4-BE49-F238E27FC236}">
                <ns2:creationId id="{93FEB7F1-77F0-AB8B-05CD-75458C110A98}"/>
              </ns1:ext>
            </ns1:extLst>
          </ns0:cNvPr>
          <ns0:cNvSpPr>
            <ns1:spLocks noGrp="1"/>
          </ns0:cNvSpPr>
          <ns0:nvPr>
            <ns0:ph type="body" idx="115" hasCustomPrompt="1"/>
          </ns0:nvPr>
        </ns0:nvSpPr>
        <ns0:spPr>
          <ns1:xfrm>
            <ns1:off x="9387089" y="6117646"/>
            <ns1:ext cx="2533345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105" name="Текст 39">
            <ns1:extLst>
              <ns1:ext uri="{FF2B5EF4-FFF2-40B4-BE49-F238E27FC236}">
                <ns2:creationId id="{6621BC00-1EC8-CF81-9AF0-14D78C1B721C}"/>
              </ns1:ext>
            </ns1:extLst>
          </ns0:cNvPr>
          <ns0:cNvSpPr>
            <ns1:spLocks noGrp="1"/>
          </ns0:cNvSpPr>
          <ns0:nvPr>
            <ns0:ph type="body" idx="116" hasCustomPrompt="1"/>
          </ns0:nvPr>
        </ns0:nvSpPr>
        <ns0:spPr>
          <ns1:xfrm>
            <ns1:off x="12012509" y="6092580"/>
            <ns1:ext cx="865164" cy="370732"/>
          </ns1:xfrm>
          <ns1:prstGeom prst="roundRect">
            <ns1:avLst>
              <ns1:gd name="adj" fmla="val 50000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30%</ns1:t>
            </ns1:r>
          </ns1:p>
        </ns0:txBody>
      </ns0:sp>
      <ns0:sp>
        <ns0:nvSpPr>
          <ns0:cNvPr id="106" name="Рисунок 11">
            <ns1:extLst>
              <ns1:ext uri="{FF2B5EF4-FFF2-40B4-BE49-F238E27FC236}">
                <ns2:creationId id="{1898586A-4753-0ADE-7E38-DBB36B844585}"/>
              </ns1:ext>
            </ns1:extLst>
          </ns0:cNvPr>
          <ns0:cNvSpPr>
            <ns1:spLocks noGrp="1"/>
          </ns0:cNvSpPr>
          <ns0:nvPr>
            <ns0:ph type="pic" idx="117" hasCustomPrompt="1"/>
          </ns0:nvPr>
        </ns0:nvSpPr>
        <ns0:spPr>
          <ns1:xfrm>
            <ns1:off x="13142767" y="5880760"/>
            <ns1:ext cx="3889375" cy="3009900"/>
          </ns1:xfrm>
          <ns1:prstGeom prst="roundRect">
            <ns1:avLst>
              <ns1:gd name="adj" fmla="val 11570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07" name="Текст 39">
            <ns1:extLst>
              <ns1:ext uri="{FF2B5EF4-FFF2-40B4-BE49-F238E27FC236}">
                <ns2:creationId id="{1D0F67EC-BFAB-61EE-55CB-961A31CC0345}"/>
              </ns1:ext>
            </ns1:extLst>
          </ns0:cNvPr>
          <ns0:cNvSpPr>
            <ns1:spLocks noGrp="1"/>
          </ns0:cNvSpPr>
          <ns0:nvPr>
            <ns0:ph type="body" idx="118" hasCustomPrompt="1"/>
          </ns0:nvPr>
        </ns0:nvSpPr>
        <ns0:spPr>
          <ns1:xfrm>
            <ns1:off x="13365322" y="6556019"/>
            <ns1:ext cx="3377895" cy="1066221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108" name="Текст 39">
            <ns1:extLst>
              <ns1:ext uri="{FF2B5EF4-FFF2-40B4-BE49-F238E27FC236}">
                <ns2:creationId id="{E9E970FE-C016-3B9E-6356-D2442EE84299}"/>
              </ns1:ext>
            </ns1:extLst>
          </ns0:cNvPr>
          <ns0:cNvSpPr>
            <ns1:spLocks noGrp="1"/>
          </ns0:cNvSpPr>
          <ns0:nvPr>
            <ns0:ph type="body" idx="119" hasCustomPrompt="1"/>
          </ns0:nvPr>
        </ns0:nvSpPr>
        <ns0:spPr>
          <ns1:xfrm>
            <ns1:off x="13365322" y="6117646"/>
            <ns1:ext cx="2533345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109" name="Текст 39">
            <ns1:extLst>
              <ns1:ext uri="{FF2B5EF4-FFF2-40B4-BE49-F238E27FC236}">
                <ns2:creationId id="{D9C12674-A9A7-099C-CA30-5A429B27195A}"/>
              </ns1:ext>
            </ns1:extLst>
          </ns0:cNvPr>
          <ns0:cNvSpPr>
            <ns1:spLocks noGrp="1"/>
          </ns0:cNvSpPr>
          <ns0:nvPr>
            <ns0:ph type="body" idx="120" hasCustomPrompt="1"/>
          </ns0:nvPr>
        </ns0:nvSpPr>
        <ns0:spPr>
          <ns1:xfrm>
            <ns1:off x="15990742" y="6092580"/>
            <ns1:ext cx="865164" cy="370732"/>
          </ns1:xfrm>
          <ns1:prstGeom prst="roundRect">
            <ns1:avLst>
              <ns1:gd name="adj" fmla="val 50000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30%</ns1:t>
            </ns1:r>
          </ns1:p>
        </ns0:txBody>
      </ns0:sp>
      <ns0:sp>
        <ns0:nvSpPr>
          <ns0:cNvPr id="110" name="Текст 39">
            <ns1:extLst>
              <ns1:ext uri="{FF2B5EF4-FFF2-40B4-BE49-F238E27FC236}">
                <ns2:creationId id="{D3BCF36D-C90C-EFAF-A2DE-167EEE13A2E5}"/>
              </ns1:ext>
            </ns1:extLst>
          </ns0:cNvPr>
          <ns0:cNvSpPr>
            <ns1:spLocks noGrp="1"/>
          </ns0:cNvSpPr>
          <ns0:nvPr>
            <ns0:ph type="body" idx="121" hasCustomPrompt="1"/>
          </ns0:nvPr>
        </ns0:nvSpPr>
        <ns0:spPr>
          <ns1:xfrm>
            <ns1:off x="13679212" y="7715417"/>
            <ns1:ext cx="2989538" cy="491918"/>
          </ns1:xfrm>
        </ns0:spPr>
        <ns0:txBody>
          <ns1:bodyPr>
            <ns1:noAutofit/>
          </ns1:bodyPr>
          <ns1:lstStyle>
            <ns1:lvl1pPr>
              <ns1:buNone/>
              <ns1:defRPr sz="12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</ns1:t>
            </ns1:r>
          </ns1:p>
        </ns0:txBody>
      </ns0:sp>
      <ns0:sp>
        <ns0:nvSpPr>
          <ns0:cNvPr id="111" name="Рисунок 16">
            <ns1:extLst>
              <ns1:ext uri="{FF2B5EF4-FFF2-40B4-BE49-F238E27FC236}">
                <ns2:creationId id="{AF9C2782-E13B-72DD-E73B-2314A09E03CE}"/>
              </ns1:ext>
            </ns1:extLst>
          </ns0:cNvPr>
          <ns0:cNvSpPr>
            <ns1:spLocks noGrp="1"/>
          </ns0:cNvSpPr>
          <ns0:nvPr>
            <ns0:ph type="pic" idx="122" hasCustomPrompt="1"/>
          </ns0:nvPr>
        </ns0:nvSpPr>
        <ns0:spPr>
          <ns1:xfrm>
            <ns1:off x="13369265" y="7751042"/>
            <ns1:ext cx="245105" cy="239552"/>
          </ns1:xfrm>
          <ns1:prstGeom prst="rect">
            <ns1:avLst/>
          </ns1:prstGeom>
          <ns1:blipFill>
            <ns1:blip ns3:embed="Rb2e333a486e54fc7">
              <ns1:extLst>
                <ns1:ext uri="{96DAC541-7B7A-43D3-8B79-37D633B846F1}">
                  <ns4:svgBlip ns3:embed="R5b84cf025b4845d6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12" name="Текст 39">
            <ns1:extLst>
              <ns1:ext uri="{FF2B5EF4-FFF2-40B4-BE49-F238E27FC236}">
                <ns2:creationId id="{A489990D-87A1-92C8-3E16-9CA855831261}"/>
              </ns1:ext>
            </ns1:extLst>
          </ns0:cNvPr>
          <ns0:cNvSpPr>
            <ns1:spLocks noGrp="1"/>
          </ns0:cNvSpPr>
          <ns0:nvPr>
            <ns0:ph type="body" idx="123" hasCustomPrompt="1"/>
          </ns0:nvPr>
        </ns0:nvSpPr>
        <ns0:spPr>
          <ns1:xfrm>
            <ns1:off x="13679212" y="8297308"/>
            <ns1:ext cx="2989538" cy="491918"/>
          </ns1:xfrm>
        </ns0:spPr>
        <ns0:txBody>
          <ns1:bodyPr>
            <ns1:noAutofit/>
          </ns1:bodyPr>
          <ns1:lstStyle>
            <ns1:lvl1pPr>
              <ns1:buNone/>
              <ns1:defRPr sz="12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</ns1:t>
            </ns1:r>
          </ns1:p>
        </ns0:txBody>
      </ns0:sp>
      <ns0:sp>
        <ns0:nvSpPr>
          <ns0:cNvPr id="113" name="Рисунок 16">
            <ns1:extLst>
              <ns1:ext uri="{FF2B5EF4-FFF2-40B4-BE49-F238E27FC236}">
                <ns2:creationId id="{8E582B28-4F96-9C35-0321-3142FF35E88E}"/>
              </ns1:ext>
            </ns1:extLst>
          </ns0:cNvPr>
          <ns0:cNvSpPr>
            <ns1:spLocks noGrp="1"/>
          </ns0:cNvSpPr>
          <ns0:nvPr>
            <ns0:ph type="pic" idx="124" hasCustomPrompt="1"/>
          </ns0:nvPr>
        </ns0:nvSpPr>
        <ns0:spPr>
          <ns1:xfrm>
            <ns1:off x="13369265" y="8332933"/>
            <ns1:ext cx="245105" cy="239552"/>
          </ns1:xfrm>
          <ns1:prstGeom prst="rect">
            <ns1:avLst/>
          </ns1:prstGeom>
          <ns1:blipFill>
            <ns1:blip ns3:embed="Rb2e333a486e54fc7">
              <ns1:extLst>
                <ns1:ext uri="{96DAC541-7B7A-43D3-8B79-37D633B846F1}">
                  <ns4:svgBlip ns3:embed="R5b84cf025b4845d6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14" name="Рисунок 11">
            <ns1:extLst>
              <ns1:ext uri="{FF2B5EF4-FFF2-40B4-BE49-F238E27FC236}">
                <ns2:creationId id="{FC885DD5-AE9B-D03F-88C6-BDFDC9A3BD69}"/>
              </ns1:ext>
            </ns1:extLst>
          </ns0:cNvPr>
          <ns0:cNvSpPr>
            <ns1:spLocks noGrp="1"/>
          </ns0:cNvSpPr>
          <ns0:nvPr>
            <ns0:ph type="pic" idx="125" hasCustomPrompt="1"/>
          </ns0:nvPr>
        </ns0:nvSpPr>
        <ns0:spPr>
          <ns1:xfrm>
            <ns1:off x="1160565" y="2781300"/>
            <ns1:ext cx="3889375" cy="6109360"/>
          </ns1:xfrm>
          <ns1:prstGeom prst="roundRect">
            <ns1:avLst>
              <ns1:gd name="adj" fmla="val 9433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15" name="Текст 39">
            <ns1:extLst>
              <ns1:ext uri="{FF2B5EF4-FFF2-40B4-BE49-F238E27FC236}">
                <ns2:creationId id="{EA8A3784-D9D3-171C-23A8-0739B9218A77}"/>
              </ns1:ext>
            </ns1:extLst>
          </ns0:cNvPr>
          <ns0:cNvSpPr>
            <ns1:spLocks noGrp="1"/>
          </ns0:cNvSpPr>
          <ns0:nvPr>
            <ns0:ph type="body" idx="126" hasCustomPrompt="1"/>
          </ns0:nvPr>
        </ns0:nvSpPr>
        <ns0:spPr>
          <ns1:xfrm>
            <ns1:off x="1383120" y="3456558"/>
            <ns1:ext cx="3377895" cy="5236179"/>
          </ns1:xfrm>
        </ns0:spPr>
        <ns0:txBody>
          <ns1:bodyPr>
            <ns1:noAutofit/>
          </ns1:bodyPr>
          <ns1:lstStyle>
            <ns1:lvl1pPr>
              <ns1:buNone/>
              <ns1:defRPr sz="15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Разместите свой текст здесь. Текст может быть в несколько строк. Разместите свой текст в несколько строк здесь. </ns1:t>
            </ns1:r>
          </ns1:p>
        </ns0:txBody>
      </ns0:sp>
      <ns0:sp>
        <ns0:nvSpPr>
          <ns0:cNvPr id="116" name="Текст 39">
            <ns1:extLst>
              <ns1:ext uri="{FF2B5EF4-FFF2-40B4-BE49-F238E27FC236}">
                <ns2:creationId id="{0BC30510-DC6F-2059-B750-E72FC9680741}"/>
              </ns1:ext>
            </ns1:extLst>
          </ns0:cNvPr>
          <ns0:cNvSpPr>
            <ns1:spLocks noGrp="1"/>
          </ns0:cNvSpPr>
          <ns0:nvPr>
            <ns0:ph type="body" idx="127" hasCustomPrompt="1"/>
          </ns0:nvPr>
        </ns0:nvSpPr>
        <ns0:spPr>
          <ns1:xfrm>
            <ns1:off x="1383120" y="3018186"/>
            <ns1:ext cx="2533345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</ns1:p>
        </ns0:txBody>
      </ns0:sp>
      <ns0:sp>
        <ns0:nvSpPr>
          <ns0:cNvPr id="117" name="Текст 39">
            <ns1:extLst>
              <ns1:ext uri="{FF2B5EF4-FFF2-40B4-BE49-F238E27FC236}">
                <ns2:creationId id="{DA8014DC-46AC-CE50-44C6-2AE7D5D652F6}"/>
              </ns1:ext>
            </ns1:extLst>
          </ns0:cNvPr>
          <ns0:cNvSpPr>
            <ns1:spLocks noGrp="1"/>
          </ns0:cNvSpPr>
          <ns0:nvPr>
            <ns0:ph type="body" idx="128" hasCustomPrompt="1"/>
          </ns0:nvPr>
        </ns0:nvSpPr>
        <ns0:spPr>
          <ns1:xfrm>
            <ns1:off x="4008540" y="2993120"/>
            <ns1:ext cx="865164" cy="370732"/>
          </ns1:xfrm>
          <ns1:prstGeom prst="roundRect">
            <ns1:avLst>
              <ns1:gd name="adj" fmla="val 50000"/>
            </ns1:avLst>
          </ns1:prstGeom>
          <ns1:solidFill>
            <ns1:srgbClr val="EA0B4C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4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30%</ns1:t>
            </ns1:r>
          </ns1:p>
        </ns0:txBody>
      </ns0:sp>
      <ns0:sp>
        <ns0:nvSpPr>
          <ns0:cNvPr id="3" name="Рисунок 3">
            <ns1:extLst>
              <ns1:ext uri="{FF2B5EF4-FFF2-40B4-BE49-F238E27FC236}">
                <ns2:creationId id="{DCC49C81-57D5-93F7-EB7E-4EF33F9E43E0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4" name="Текст 16">
            <ns1:extLst>
              <ns1:ext uri="{FF2B5EF4-FFF2-40B4-BE49-F238E27FC236}">
                <ns2:creationId id="{36960722-A6E0-93BD-A08C-25F32015EB57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3a265e87be7f4d99">
              <ns1:extLst>
                <ns1:ext uri="{96DAC541-7B7A-43D3-8B79-37D633B846F1}">
                  <ns4:svgBlip ns3:embed="Reea8d2bb58da47d0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5" name="Текст 16">
            <ns1:extLst>
              <ns1:ext uri="{FF2B5EF4-FFF2-40B4-BE49-F238E27FC236}">
                <ns2:creationId id="{55641435-FCD6-3BCB-41C0-170F9738C5F1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3100d1c1c2dc4e91">
              <ns1:extLst>
                <ns1:ext uri="{96DAC541-7B7A-43D3-8B79-37D633B846F1}">
                  <ns4:svgBlip ns3:embed="R0d1725c75b7f4647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Layouts/slideLayout74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xmlns:ns4="http://schemas.microsoft.com/office/drawing/2014/main" preserve="1" userDrawn="1">
  <ns0:cSld name="Сложный 6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pic>
        <ns0:nvPicPr>
          <ns0:cNvPr id="35" name="Group 2087327115"/>
          <ns0:cNvPicPr>
            <ns1:picLocks noChangeAspect="1"/>
          </ns0:cNvPicPr>
          <ns0:nvPr/>
        </ns0:nvPicPr>
        <ns0:blipFill>
          <ns1:blip ns2:embed="R13645bb3359e44ed">
            <ns1:extLst>
              <ns1:ext uri="{96DAC541-7B7A-43D3-8B79-37D633B846F1}">
                <ns3:svgBlip ns2:embed="R27f4a35357844c03"/>
              </ns1:ext>
            </ns1:extLst>
          </ns1:blip>
          <ns1:srcRect l="0" t="0" r="0" b="0"/>
          <ns1:stretch/>
        </ns0:blipFill>
        <ns0:spPr>
          <ns1:xfrm>
            <ns1:off x="9144000" y="0"/>
            <ns1:ext cx="9144000" cy="10287000"/>
          </ns1:xfrm>
          <ns1:prstGeom prst="rect">
            <ns1:avLst/>
          </ns1:prstGeom>
        </ns0:spPr>
      </ns0:pic>
      <ns0:sp>
        <ns0:nvSpPr>
          <ns0:cNvPr id="19" name="Овал 18">
            <ns1:extLst>
              <ns1:ext uri="{FF2B5EF4-FFF2-40B4-BE49-F238E27FC236}">
                <ns4:creationId id="{E31A16D5-5811-1E47-7443-A2023B393DA0}"/>
              </ns1:ext>
            </ns1:extLst>
          </ns0:cNvPr>
          <ns0:cNvSpPr>
            <ns1:spLocks noGrp="1"/>
          </ns0:cNvSpPr>
          <ns0:nvPr/>
        </ns0:nvSpPr>
        <ns0:spPr>
          <ns1:xfrm>
            <ns1:off x="5545976" y="2283663"/>
            <ns1:ext cx="7253198" cy="7253198"/>
          </ns1:xfrm>
          <ns1:prstGeom prst="ellipse">
            <ns1:avLst/>
          </ns1:prstGeom>
          <ns1:solidFill>
            <ns1:schemeClr val="bg1"/>
          </ns1:solidFill>
          <ns1:ln>
            <ns1:noFill/>
          </ns1:ln>
        </ns0:spPr>
        <ns0:style>
          <ns1:lnRef idx="2">
            <ns1:schemeClr val="accent1">
              <ns1:shade val="15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/>
          <ns1:lstStyle/>
          <ns1:p>
            <ns1:pPr algn="ctr">
              <ns1:buNone/>
            </ns1:pPr>
            <ns1:endParaRPr/>
          </ns1:p>
        </ns0:txBody>
      </ns0:sp>
      <ns0:sp>
        <ns0:nvSpPr>
          <ns0:cNvPr id="21" name="Диаграмма 20">
            <ns1:extLst>
              <ns1:ext uri="{FF2B5EF4-FFF2-40B4-BE49-F238E27FC236}">
                <ns4:creationId id="{EEDB77E7-9ECB-1A25-7607-D71E747449C3}"/>
              </ns1:ext>
            </ns1:extLst>
          </ns0:cNvPr>
          <ns0:cNvSpPr>
            <ns1:spLocks noGrp="1"/>
          </ns0:cNvSpPr>
          <ns0:nvPr>
            <ns0:ph type="chart" idx="10" hasCustomPrompt="1"/>
          </ns0:nvPr>
        </ns0:nvSpPr>
        <ns0:spPr>
          <ns1:xfrm>
            <ns1:off x="5657850" y="2285251"/>
            <ns1:ext cx="7124327" cy="7126150"/>
          </ns1:xfrm>
        </ns0:spPr>
        <ns0:txBody>
          <ns1:bodyPr anchor="ctr"/>
          <ns1:lstStyle>
            <ns1:lvl1pPr algn="ctr">
              <ns1:buNone/>
              <ns1:defRPr b="0" i="0">
                <ns1:latin typeface="Golos Text SemiBold"/>
                <ns1:ea typeface="Golos Text SemiBold"/>
                <ns1:cs typeface="Golos Text SemiBold"/>
              </ns1:defRPr>
            </ns1:lvl1pPr>
          </ns1:lstStyle>
          <ns1:p>
            <ns1:r>
              <ns1:t>Название</ns1:t>
            </ns1:r>
            <ns1:br/>
            <ns1:r>
              <ns1:t>диаграммы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4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7794685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22" name="Текст 39">
            <ns1:extLst>
              <ns1:ext uri="{FF2B5EF4-FFF2-40B4-BE49-F238E27FC236}">
                <ns4:creationId id="{EF54CD28-DDE7-49F9-57CF-95244FC7A18C}"/>
              </ns1:ext>
            </ns1:extLst>
          </ns0:cNvPr>
          <ns0:cNvSpPr>
            <ns1:spLocks noGrp="1"/>
          </ns0:cNvSpPr>
          <ns0:nvPr>
            <ns0:ph type="body" idx="73" hasCustomPrompt="1"/>
          </ns0:nvPr>
        </ns0:nvSpPr>
        <ns0:spPr>
          <ns1:xfrm>
            <ns1:off x="4781550" y="2695799"/>
            <ns1:ext cx="3377895" cy="390302"/>
          </ns1:xfrm>
        </ns0:spPr>
        <ns0:txBody>
          <ns1:bodyPr>
            <ns1:noAutofit/>
          </ns1:bodyPr>
          <ns1:lstStyle>
            <ns1:lvl1pPr>
              <ns1:buNone/>
              <ns1:defRPr sz="18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 части</ns1:t>
            </ns1:r>
          </ns1:p>
        </ns0:txBody>
      </ns0:sp>
      <ns0:sp>
        <ns0:nvSpPr>
          <ns0:cNvPr id="23" name="Текст 39">
            <ns1:extLst>
              <ns1:ext uri="{FF2B5EF4-FFF2-40B4-BE49-F238E27FC236}">
                <ns4:creationId id="{BDCF5509-4690-205A-57F4-E4186BFA541B}"/>
              </ns1:ext>
            </ns1:extLst>
          </ns0:cNvPr>
          <ns0:cNvSpPr>
            <ns1:spLocks noGrp="1"/>
          </ns0:cNvSpPr>
          <ns0:nvPr>
            <ns0:ph type="body" idx="78" hasCustomPrompt="1"/>
          </ns0:nvPr>
        </ns0:nvSpPr>
        <ns0:spPr>
          <ns1:xfrm>
            <ns1:off x="4781550" y="2257425"/>
            <ns1:ext cx="3377895" cy="343925"/>
          </ns1:xfrm>
        </ns0:spPr>
        <ns0:txBody>
          <ns1:bodyPr anchor="ctr">
            <ns1:noAutofit/>
          </ns1:bodyPr>
          <ns1:lstStyle>
            <ns1:lvl1pPr>
              <ns1:buNone/>
              <ns1:defRPr sz="28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20%</ns1:t>
            </ns1:r>
          </ns1:p>
        </ns0:txBody>
      </ns0:sp>
      <ns0:sp>
        <ns0:nvSpPr>
          <ns0:cNvPr id="24" name="Текст 39">
            <ns1:extLst>
              <ns1:ext uri="{FF2B5EF4-FFF2-40B4-BE49-F238E27FC236}">
                <ns4:creationId id="{3245DF56-2FF2-C8CF-5DEA-2264F19D1274}"/>
              </ns1:ext>
            </ns1:extLst>
          </ns0:cNvPr>
          <ns0:cNvSpPr>
            <ns1:spLocks noGrp="1"/>
          </ns0:cNvSpPr>
          <ns0:nvPr>
            <ns0:ph type="body" idx="79" hasCustomPrompt="1"/>
          </ns0:nvPr>
        </ns0:nvSpPr>
        <ns0:spPr>
          <ns1:xfrm>
            <ns1:off x="3146180" y="4851986"/>
            <ns1:ext cx="3377895" cy="390302"/>
          </ns1:xfrm>
        </ns0:spPr>
        <ns0:txBody>
          <ns1:bodyPr>
            <ns1:noAutofit/>
          </ns1:bodyPr>
          <ns1:lstStyle>
            <ns1:lvl1pPr>
              <ns1:buNone/>
              <ns1:defRPr sz="18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 части</ns1:t>
            </ns1:r>
          </ns1:p>
        </ns0:txBody>
      </ns0:sp>
      <ns0:sp>
        <ns0:nvSpPr>
          <ns0:cNvPr id="25" name="Текст 39">
            <ns1:extLst>
              <ns1:ext uri="{FF2B5EF4-FFF2-40B4-BE49-F238E27FC236}">
                <ns4:creationId id="{B11673BB-9905-840E-8BC0-D4A6F449698E}"/>
              </ns1:ext>
            </ns1:extLst>
          </ns0:cNvPr>
          <ns0:cNvSpPr>
            <ns1:spLocks noGrp="1"/>
          </ns0:cNvSpPr>
          <ns0:nvPr>
            <ns0:ph type="body" idx="80" hasCustomPrompt="1"/>
          </ns0:nvPr>
        </ns0:nvSpPr>
        <ns0:spPr>
          <ns1:xfrm>
            <ns1:off x="3146180" y="4413612"/>
            <ns1:ext cx="3377895" cy="343925"/>
          </ns1:xfrm>
        </ns0:spPr>
        <ns0:txBody>
          <ns1:bodyPr anchor="ctr">
            <ns1:noAutofit/>
          </ns1:bodyPr>
          <ns1:lstStyle>
            <ns1:lvl1pPr>
              <ns1:buNone/>
              <ns1:defRPr sz="28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20%</ns1:t>
            </ns1:r>
          </ns1:p>
        </ns0:txBody>
      </ns0:sp>
      <ns0:sp>
        <ns0:nvSpPr>
          <ns0:cNvPr id="26" name="Текст 39">
            <ns1:extLst>
              <ns1:ext uri="{FF2B5EF4-FFF2-40B4-BE49-F238E27FC236}">
                <ns4:creationId id="{4D7472DC-0F40-46C2-8E09-2B8A7D5F0955}"/>
              </ns1:ext>
            </ns1:extLst>
          </ns0:cNvPr>
          <ns0:cNvSpPr>
            <ns1:spLocks noGrp="1"/>
          </ns0:cNvSpPr>
          <ns0:nvPr>
            <ns0:ph type="body" idx="81" hasCustomPrompt="1"/>
          </ns0:nvPr>
        </ns0:nvSpPr>
        <ns0:spPr>
          <ns1:xfrm>
            <ns1:off x="3146180" y="6628032"/>
            <ns1:ext cx="3377895" cy="390302"/>
          </ns1:xfrm>
        </ns0:spPr>
        <ns0:txBody>
          <ns1:bodyPr>
            <ns1:noAutofit/>
          </ns1:bodyPr>
          <ns1:lstStyle>
            <ns1:lvl1pPr>
              <ns1:buNone/>
              <ns1:defRPr sz="18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 части</ns1:t>
            </ns1:r>
          </ns1:p>
        </ns0:txBody>
      </ns0:sp>
      <ns0:sp>
        <ns0:nvSpPr>
          <ns0:cNvPr id="27" name="Текст 39">
            <ns1:extLst>
              <ns1:ext uri="{FF2B5EF4-FFF2-40B4-BE49-F238E27FC236}">
                <ns4:creationId id="{1444F786-783E-CE8A-D512-4FF165B14364}"/>
              </ns1:ext>
            </ns1:extLst>
          </ns0:cNvPr>
          <ns0:cNvSpPr>
            <ns1:spLocks noGrp="1"/>
          </ns0:cNvSpPr>
          <ns0:nvPr>
            <ns0:ph type="body" idx="82" hasCustomPrompt="1"/>
          </ns0:nvPr>
        </ns0:nvSpPr>
        <ns0:spPr>
          <ns1:xfrm>
            <ns1:off x="3146180" y="6189658"/>
            <ns1:ext cx="3377895" cy="343925"/>
          </ns1:xfrm>
        </ns0:spPr>
        <ns0:txBody>
          <ns1:bodyPr anchor="ctr">
            <ns1:noAutofit/>
          </ns1:bodyPr>
          <ns1:lstStyle>
            <ns1:lvl1pPr>
              <ns1:buNone/>
              <ns1:defRPr sz="28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20%</ns1:t>
            </ns1:r>
          </ns1:p>
        </ns0:txBody>
      </ns0:sp>
      <ns0:sp>
        <ns0:nvSpPr>
          <ns0:cNvPr id="28" name="Текст 39">
            <ns1:extLst>
              <ns1:ext uri="{FF2B5EF4-FFF2-40B4-BE49-F238E27FC236}">
                <ns4:creationId id="{8B1DC3EE-621E-D2FE-AADF-3C64A0CA0CBA}"/>
              </ns1:ext>
            </ns1:extLst>
          </ns0:cNvPr>
          <ns0:cNvSpPr>
            <ns1:spLocks noGrp="1"/>
          </ns0:cNvSpPr>
          <ns0:nvPr>
            <ns0:ph type="body" idx="83" hasCustomPrompt="1"/>
          </ns0:nvPr>
        </ns0:nvSpPr>
        <ns0:spPr>
          <ns1:xfrm>
            <ns1:off x="4781550" y="8973507"/>
            <ns1:ext cx="3377895" cy="390302"/>
          </ns1:xfrm>
        </ns0:spPr>
        <ns0:txBody>
          <ns1:bodyPr>
            <ns1:noAutofit/>
          </ns1:bodyPr>
          <ns1:lstStyle>
            <ns1:lvl1pPr>
              <ns1:buNone/>
              <ns1:defRPr sz="18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 части</ns1:t>
            </ns1:r>
          </ns1:p>
        </ns0:txBody>
      </ns0:sp>
      <ns0:sp>
        <ns0:nvSpPr>
          <ns0:cNvPr id="29" name="Текст 39">
            <ns1:extLst>
              <ns1:ext uri="{FF2B5EF4-FFF2-40B4-BE49-F238E27FC236}">
                <ns4:creationId id="{CCB1AC5C-0594-53DE-24B0-F0C48B1D0D2F}"/>
              </ns1:ext>
            </ns1:extLst>
          </ns0:cNvPr>
          <ns0:cNvSpPr>
            <ns1:spLocks noGrp="1"/>
          </ns0:cNvSpPr>
          <ns0:nvPr>
            <ns0:ph type="body" idx="84" hasCustomPrompt="1"/>
          </ns0:nvPr>
        </ns0:nvSpPr>
        <ns0:spPr>
          <ns1:xfrm>
            <ns1:off x="4781550" y="8535133"/>
            <ns1:ext cx="3377895" cy="343925"/>
          </ns1:xfrm>
        </ns0:spPr>
        <ns0:txBody>
          <ns1:bodyPr anchor="ctr">
            <ns1:noAutofit/>
          </ns1:bodyPr>
          <ns1:lstStyle>
            <ns1:lvl1pPr>
              <ns1:buNone/>
              <ns1:defRPr sz="28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20%</ns1:t>
            </ns1:r>
          </ns1:p>
        </ns0:txBody>
      </ns0:sp>
      <ns0:sp>
        <ns0:nvSpPr>
          <ns0:cNvPr id="30" name="Текст 39">
            <ns1:extLst>
              <ns1:ext uri="{FF2B5EF4-FFF2-40B4-BE49-F238E27FC236}">
                <ns4:creationId id="{D7C8CE0D-0859-ABA1-D32B-98611955C080}"/>
              </ns1:ext>
            </ns1:extLst>
          </ns0:cNvPr>
          <ns0:cNvSpPr>
            <ns1:spLocks noGrp="1"/>
          </ns0:cNvSpPr>
          <ns0:nvPr>
            <ns0:ph type="body" idx="85" hasCustomPrompt="1"/>
          </ns0:nvPr>
        </ns0:nvSpPr>
        <ns0:spPr>
          <ns1:xfrm>
            <ns1:off x="13274919" y="3825318"/>
            <ns1:ext cx="4060582" cy="571500"/>
          </ns1:xfrm>
        </ns0:spPr>
        <ns0:txBody>
          <ns1:bodyPr>
            <ns1:noAutofit/>
          </ns1:bodyPr>
          <ns1:lstStyle>
            <ns1:lvl1pPr>
              <ns1:buNone/>
              <ns1:defRPr sz="28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 части</ns1:t>
            </ns1:r>
          </ns1:p>
        </ns0:txBody>
      </ns0:sp>
      <ns0:sp>
        <ns0:nvSpPr>
          <ns0:cNvPr id="31" name="Текст 39">
            <ns1:extLst>
              <ns1:ext uri="{FF2B5EF4-FFF2-40B4-BE49-F238E27FC236}">
                <ns4:creationId id="{7CA26C5F-0F44-7311-9F3F-18EBAFE52859}"/>
              </ns1:ext>
            </ns1:extLst>
          </ns0:cNvPr>
          <ns0:cNvSpPr>
            <ns1:spLocks noGrp="1"/>
          </ns0:cNvSpPr>
          <ns0:nvPr>
            <ns0:ph type="body" idx="86" hasCustomPrompt="1"/>
          </ns0:nvPr>
        </ns0:nvSpPr>
        <ns0:spPr>
          <ns1:xfrm>
            <ns1:off x="13274919" y="3159370"/>
            <ns1:ext cx="4060582" cy="571500"/>
          </ns1:xfrm>
        </ns0:spPr>
        <ns0:txBody>
          <ns1:bodyPr anchor="ctr">
            <ns1:noAutofit/>
          </ns1:bodyPr>
          <ns1:lstStyle>
            <ns1:lvl1pPr>
              <ns1:buNone/>
              <ns1:defRPr sz="48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20%</ns1:t>
            </ns1:r>
          </ns1:p>
        </ns0:txBody>
      </ns0:sp>
      <ns0:sp>
        <ns0:nvSpPr>
          <ns0:cNvPr id="2" name="Рисунок 3">
            <ns1:extLst>
              <ns1:ext uri="{FF2B5EF4-FFF2-40B4-BE49-F238E27FC236}">
                <ns4:creationId id="{62BA18B2-F5F9-3EF6-E6E9-C66404A60BED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5" name="Текст 16">
            <ns1:extLst>
              <ns1:ext uri="{FF2B5EF4-FFF2-40B4-BE49-F238E27FC236}">
                <ns4:creationId id="{4FED7CEF-85B4-66E0-B857-9F067F60753A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2:embed="R81d7d8ba698742ce">
              <ns1:extLst>
                <ns1:ext uri="{96DAC541-7B7A-43D3-8B79-37D633B846F1}">
                  <ns3:svgBlip ns2:embed="R0be41464f8ec4a89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6" name="Текст 16">
            <ns1:extLst>
              <ns1:ext uri="{FF2B5EF4-FFF2-40B4-BE49-F238E27FC236}">
                <ns4:creationId id="{1428D74B-B979-0B1F-0067-823573BF3119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2:embed="R0e4f6f80b1b24159">
              <ns1:extLst>
                <ns1:ext uri="{96DAC541-7B7A-43D3-8B79-37D633B846F1}">
                  <ns3:svgBlip ns2:embed="Rcb92ea42f4884685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7" name="Рисунок 7">
            <ns1:extLst>
              <ns1:ext uri="{FF2B5EF4-FFF2-40B4-BE49-F238E27FC236}">
                <ns4:creationId id="{1979EB66-1DA6-EBED-5BD3-35DC24906308}"/>
              </ns1:ext>
            </ns1:extLst>
          </ns0:cNvPr>
          <ns0:cNvSpPr>
            <ns1:spLocks noGrp="1"/>
          </ns0:cNvSpPr>
          <ns0:nvPr>
            <ns0:ph type="pic" idx="87" hasCustomPrompt="1"/>
          </ns0:nvPr>
        </ns0:nvSpPr>
        <ns0:spPr>
          <ns1:xfrm rot="21056313">
            <ns1:off x="13418320" y="5163339"/>
            <ns1:ext cx="2922498" cy="2052638"/>
          </ns1:xfrm>
          <ns1:prstGeom prst="rect">
            <ns1:avLst/>
          </ns1:prstGeom>
          <ns1:blipFill>
            <ns1:blip ns2:embed="Rbe336953d27e4e22"/>
            <ns1:srcRect l="0" t="0" r="0" b="0"/>
            <ns1:stretch>
              <ns1:fillRect l="2027" t="0" r="2027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600"/>
            </ns1:lvl1pPr>
          </ns1:lstStyle>
          <ns1:p>
            <ns1:r>
              <ns1:t> </ns1:t>
            </ns1:r>
          </ns1:p>
        </ns0:txBody>
      </ns0:sp>
    </ns0:spTree>
  </ns0:cSld>
</ns0:sldLayout>
</file>

<file path=ppt/slideLayouts/slideLayout75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Сложный 7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Текст 10">
            <ns1:extLst>
              <ns1:ext uri="{FF2B5EF4-FFF2-40B4-BE49-F238E27FC236}">
                <ns2:creationId id="{9A904570-1175-4265-D0DC-3E8C5CB93976}"/>
              </ns1:ext>
            </ns1:extLst>
          </ns0:cNvPr>
          <ns0:cNvSpPr>
            <ns1:spLocks noGrp="1"/>
          </ns0:cNvSpPr>
          <ns0:nvPr>
            <ns0:ph type="body" idx="129" hasCustomPrompt="1"/>
          </ns0:nvPr>
        </ns0:nvSpPr>
        <ns0:spPr>
          <ns1:xfrm>
            <ns1:off x="-2403964" y="2466975"/>
            <ns1:ext cx="7143750" cy="7143750"/>
          </ns1:xfrm>
          <ns1:prstGeom prst="rect">
            <ns1:avLst/>
          </ns1:prstGeom>
          <ns1:blipFill>
            <ns1:blip ns3:embed="R6ad2dd2358e545e8">
              <ns1:extLst>
                <ns1:ext uri="{96DAC541-7B7A-43D3-8B79-37D633B846F1}">
                  <ns4:svgBlip ns3:embed="R7d6e54ed802a4bdc"/>
                </ns1:ext>
              </ns1:extLst>
            </ns1:blip>
            <ns1:srcRect l="0" t="0" r="0" b="0"/>
            <ns1:stretch>
              <ns1:fillRect l="0" t="0" r="0" b="0"/>
            </ns1:stretch>
          </ns1:blipFill>
        </ns0:spPr>
        <ns0:txBody>
          <ns1:bodyPr anchor="ctr"/>
          <ns1:lstStyle>
            <ns1:lvl1pPr algn="ctr">
              <ns1:buNone/>
              <ns1:defRPr b="0" i="0">
                <ns1:solidFill>
                  <ns1:schemeClr val="accent1"/>
                </ns1:solidFill>
                <ns1:latin typeface="Golos Text SemiBold"/>
                <ns1:ea typeface="Golos Text SemiBold"/>
                <ns1:cs typeface="Golos Text SemiBold"/>
              </ns1:defRPr>
            </ns1:lvl1pPr>
          </ns1:lstStyle>
          <ns1:p>
            <ns1:pPr lvl="0">
              <ns1:buNone/>
            </ns1:pPr>
            <ns1:r>
              <ns1:t>Сущность</ns1:t>
            </ns1:r>
          </ns1:p>
        </ns0:txBody>
      </ns0:sp>
      <ns0:sp>
        <ns0:nvSpPr>
          <ns0:cNvPr id="11" name="Рисунок 14">
            <ns1:extLst>
              <ns1:ext uri="{FF2B5EF4-FFF2-40B4-BE49-F238E27FC236}">
                <ns2:creationId id="{A268DA6B-6C01-9C97-BEBA-9D0D7FC49ECC}"/>
              </ns1:ext>
            </ns1:extLst>
          </ns0:cNvPr>
          <ns0:cNvSpPr>
            <ns1:spLocks noGrp="1"/>
          </ns0:cNvSpPr>
          <ns0:nvPr>
            <ns0:ph type="pic" idx="130" hasCustomPrompt="1"/>
          </ns0:nvPr>
        </ns0:nvSpPr>
        <ns0:spPr>
          <ns1:xfrm>
            <ns1:off x="2285288" y="2543344"/>
            <ns1:ext cx="12169258" cy="6953250"/>
          </ns1:xfrm>
          <ns1:prstGeom prst="rect">
            <ns1:avLst/>
          </ns1:prstGeom>
          <ns1:blipFill>
            <ns1:blip ns3:embed="R7761236b9d4943ea">
              <ns1:extLst>
                <ns1:ext uri="{96DAC541-7B7A-43D3-8B79-37D633B846F1}">
                  <ns4:svgBlip ns3:embed="R68c5dc5d57504702"/>
                </ns1:ext>
              </ns1:extLst>
            </ns1:blip>
            <ns1:srcRect l="0" t="0" r="0" b="0"/>
            <ns1:stretch>
              <ns1:fillRect l="-6764" t="0" r="422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200"/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42" name="Рисунок 11">
            <ns1:extLst>
              <ns1:ext uri="{FF2B5EF4-FFF2-40B4-BE49-F238E27FC236}">
                <ns2:creationId id="{F5B33E39-6887-98D5-DD18-205EE3F272F4}"/>
              </ns1:ext>
            </ns1:extLst>
          </ns0:cNvPr>
          <ns0:cNvSpPr>
            <ns1:spLocks noGrp="1"/>
          </ns0:cNvSpPr>
          <ns0:nvPr>
            <ns0:ph type="pic" idx="95" hasCustomPrompt="1"/>
          </ns0:nvPr>
        </ns0:nvSpPr>
        <ns0:spPr>
          <ns1:xfrm>
            <ns1:off x="6950526" y="2657475"/>
            <ns1:ext cx="3133726" cy="2055019"/>
          </ns1:xfrm>
          <ns1:prstGeom prst="roundRect">
            <ns1:avLst>
              <ns1:gd name="adj" fmla="val 11570"/>
            </ns1:avLst>
          </ns1:prstGeom>
          <ns1:solidFill>
            <ns1:srgbClr val="F60428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44" name="Текст 39">
            <ns1:extLst>
              <ns1:ext uri="{FF2B5EF4-FFF2-40B4-BE49-F238E27FC236}">
                <ns2:creationId id="{DE88FDBA-0A22-18B8-2A02-C23116417025}"/>
              </ns1:ext>
            </ns1:extLst>
          </ns0:cNvPr>
          <ns0:cNvSpPr>
            <ns1:spLocks noGrp="1"/>
          </ns0:cNvSpPr>
          <ns0:nvPr>
            <ns0:ph type="body" idx="96" hasCustomPrompt="1"/>
          </ns0:nvPr>
        </ns0:nvSpPr>
        <ns0:spPr>
          <ns1:xfrm>
            <ns1:off x="7173080" y="2894361"/>
            <ns1:ext cx="2533345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01</ns1:t>
            </ns1:r>
          </ns1:p>
        </ns0:txBody>
      </ns0:sp>
      <ns0:sp>
        <ns0:nvSpPr>
          <ns0:cNvPr id="45" name="Текст 39">
            <ns1:extLst>
              <ns1:ext uri="{FF2B5EF4-FFF2-40B4-BE49-F238E27FC236}">
                <ns2:creationId id="{8FB5ED7B-9AF9-85AF-1ABC-93DCC69E9241}"/>
              </ns1:ext>
            </ns1:extLst>
          </ns0:cNvPr>
          <ns0:cNvSpPr>
            <ns1:spLocks noGrp="1"/>
          </ns0:cNvSpPr>
          <ns0:nvPr>
            <ns0:ph type="body" idx="97" hasCustomPrompt="1"/>
          </ns0:nvPr>
        </ns0:nvSpPr>
        <ns0:spPr>
          <ns1:xfrm>
            <ns1:off x="7173080" y="3351561"/>
            <ns1:ext cx="2533345" cy="579883"/>
          </ns1:xfrm>
        </ns0:spPr>
        <ns0:txBody>
          <ns1:bodyPr anchor="ctr">
            <ns1:noAutofit/>
          </ns1:bodyPr>
          <ns1:lstStyle>
            <ns1:lvl1pPr>
              <ns1:buNone/>
              <ns1:defRPr sz="18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 составляющей</ns1:t>
            </ns1:r>
          </ns1:p>
        </ns0:txBody>
      </ns0:sp>
      <ns0:sp>
        <ns0:nvSpPr>
          <ns0:cNvPr id="46" name="Текст 39">
            <ns1:extLst>
              <ns1:ext uri="{FF2B5EF4-FFF2-40B4-BE49-F238E27FC236}">
                <ns2:creationId id="{CED3E98D-5B98-FA65-2A4E-EAC96BB45409}"/>
              </ns1:ext>
            </ns1:extLst>
          </ns0:cNvPr>
          <ns0:cNvSpPr>
            <ns1:spLocks noGrp="1"/>
          </ns0:cNvSpPr>
          <ns0:nvPr>
            <ns0:ph type="body" idx="98" hasCustomPrompt="1"/>
          </ns0:nvPr>
        </ns0:nvSpPr>
        <ns0:spPr>
          <ns1:xfrm>
            <ns1:off x="7191831" y="4139356"/>
            <ns1:ext cx="865164" cy="370732"/>
          </ns1:xfrm>
          <ns1:prstGeom prst="roundRect">
            <ns1:avLst>
              <ns1:gd name="adj" fmla="val 50000"/>
            </ns1:avLst>
          </ns1:prstGeom>
          <ns1:solidFill>
            <ns1:schemeClr val="bg1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4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30%</ns1:t>
            </ns1:r>
          </ns1:p>
        </ns0:txBody>
      </ns0:sp>
      <ns0:sp>
        <ns0:nvSpPr>
          <ns0:cNvPr id="47" name="Рисунок 11">
            <ns1:extLst>
              <ns1:ext uri="{FF2B5EF4-FFF2-40B4-BE49-F238E27FC236}">
                <ns2:creationId id="{7D9EDFFA-5101-D9A2-5DD3-6D20C65523F2}"/>
              </ns1:ext>
            </ns1:extLst>
          </ns0:cNvPr>
          <ns0:cNvSpPr>
            <ns1:spLocks noGrp="1"/>
          </ns0:cNvSpPr>
          <ns0:nvPr>
            <ns0:ph type="pic" idx="99" hasCustomPrompt="1"/>
          </ns0:nvPr>
        </ns0:nvSpPr>
        <ns0:spPr>
          <ns1:xfrm>
            <ns1:off x="6950526" y="5008790"/>
            <ns1:ext cx="3133726" cy="2055019"/>
          </ns1:xfrm>
          <ns1:prstGeom prst="roundRect">
            <ns1:avLst>
              <ns1:gd name="adj" fmla="val 11570"/>
            </ns1:avLst>
          </ns1:prstGeom>
          <ns1:solidFill>
            <ns1:srgbClr val="F60428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48" name="Текст 39">
            <ns1:extLst>
              <ns1:ext uri="{FF2B5EF4-FFF2-40B4-BE49-F238E27FC236}">
                <ns2:creationId id="{53B38073-3430-C5ED-6CD5-DBFFB853D9EE}"/>
              </ns1:ext>
            </ns1:extLst>
          </ns0:cNvPr>
          <ns0:cNvSpPr>
            <ns1:spLocks noGrp="1"/>
          </ns0:cNvSpPr>
          <ns0:nvPr>
            <ns0:ph type="body" idx="100" hasCustomPrompt="1"/>
          </ns0:nvPr>
        </ns0:nvSpPr>
        <ns0:spPr>
          <ns1:xfrm>
            <ns1:off x="7173080" y="5245676"/>
            <ns1:ext cx="2533345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02</ns1:t>
            </ns1:r>
          </ns1:p>
        </ns0:txBody>
      </ns0:sp>
      <ns0:sp>
        <ns0:nvSpPr>
          <ns0:cNvPr id="49" name="Текст 39">
            <ns1:extLst>
              <ns1:ext uri="{FF2B5EF4-FFF2-40B4-BE49-F238E27FC236}">
                <ns2:creationId id="{32CEA257-06DC-407F-07D6-912463038C1C}"/>
              </ns1:ext>
            </ns1:extLst>
          </ns0:cNvPr>
          <ns0:cNvSpPr>
            <ns1:spLocks noGrp="1"/>
          </ns0:cNvSpPr>
          <ns0:nvPr>
            <ns0:ph type="body" idx="101" hasCustomPrompt="1"/>
          </ns0:nvPr>
        </ns0:nvSpPr>
        <ns0:spPr>
          <ns1:xfrm>
            <ns1:off x="7173080" y="5702876"/>
            <ns1:ext cx="2533345" cy="579883"/>
          </ns1:xfrm>
        </ns0:spPr>
        <ns0:txBody>
          <ns1:bodyPr anchor="ctr">
            <ns1:noAutofit/>
          </ns1:bodyPr>
          <ns1:lstStyle>
            <ns1:lvl1pPr>
              <ns1:buNone/>
              <ns1:defRPr sz="18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 составляющей</ns1:t>
            </ns1:r>
          </ns1:p>
        </ns0:txBody>
      </ns0:sp>
      <ns0:sp>
        <ns0:nvSpPr>
          <ns0:cNvPr id="50" name="Текст 39">
            <ns1:extLst>
              <ns1:ext uri="{FF2B5EF4-FFF2-40B4-BE49-F238E27FC236}">
                <ns2:creationId id="{4CF599C3-3131-215E-41E7-C74862320340}"/>
              </ns1:ext>
            </ns1:extLst>
          </ns0:cNvPr>
          <ns0:cNvSpPr>
            <ns1:spLocks noGrp="1"/>
          </ns0:cNvSpPr>
          <ns0:nvPr>
            <ns0:ph type="body" idx="102" hasCustomPrompt="1"/>
          </ns0:nvPr>
        </ns0:nvSpPr>
        <ns0:spPr>
          <ns1:xfrm>
            <ns1:off x="7191831" y="6490671"/>
            <ns1:ext cx="865164" cy="370732"/>
          </ns1:xfrm>
          <ns1:prstGeom prst="roundRect">
            <ns1:avLst>
              <ns1:gd name="adj" fmla="val 50000"/>
            </ns1:avLst>
          </ns1:prstGeom>
          <ns1:solidFill>
            <ns1:schemeClr val="bg1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4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30%</ns1:t>
            </ns1:r>
          </ns1:p>
        </ns0:txBody>
      </ns0:sp>
      <ns0:sp>
        <ns0:nvSpPr>
          <ns0:cNvPr id="51" name="Рисунок 11">
            <ns1:extLst>
              <ns1:ext uri="{FF2B5EF4-FFF2-40B4-BE49-F238E27FC236}">
                <ns2:creationId id="{5C0A4EF7-F81B-CF68-0987-56610D3DFD8F}"/>
              </ns1:ext>
            </ns1:extLst>
          </ns0:cNvPr>
          <ns0:cNvSpPr>
            <ns1:spLocks noGrp="1"/>
          </ns0:cNvSpPr>
          <ns0:nvPr>
            <ns0:ph type="pic" idx="103" hasCustomPrompt="1"/>
          </ns0:nvPr>
        </ns0:nvSpPr>
        <ns0:spPr>
          <ns1:xfrm>
            <ns1:off x="6950526" y="7360105"/>
            <ns1:ext cx="3133726" cy="2055019"/>
          </ns1:xfrm>
          <ns1:prstGeom prst="roundRect">
            <ns1:avLst>
              <ns1:gd name="adj" fmla="val 11570"/>
            </ns1:avLst>
          </ns1:prstGeom>
          <ns1:solidFill>
            <ns1:srgbClr val="F60428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52" name="Текст 39">
            <ns1:extLst>
              <ns1:ext uri="{FF2B5EF4-FFF2-40B4-BE49-F238E27FC236}">
                <ns2:creationId id="{B0AE15EB-8614-861B-E6D5-FD5C2CE7DE2C}"/>
              </ns1:ext>
            </ns1:extLst>
          </ns0:cNvPr>
          <ns0:cNvSpPr>
            <ns1:spLocks noGrp="1"/>
          </ns0:cNvSpPr>
          <ns0:nvPr>
            <ns0:ph type="body" idx="104" hasCustomPrompt="1"/>
          </ns0:nvPr>
        </ns0:nvSpPr>
        <ns0:spPr>
          <ns1:xfrm>
            <ns1:off x="7173080" y="7596991"/>
            <ns1:ext cx="2533345" cy="343925"/>
          </ns1:xfrm>
        </ns0:spPr>
        <ns0:txBody>
          <ns1:bodyPr anchor="ctr">
            <ns1:noAutofit/>
          </ns1:bodyPr>
          <ns1:lstStyle>
            <ns1:lvl1pPr>
              <ns1:buNone/>
              <ns1:defRPr sz="20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03</ns1:t>
            </ns1:r>
          </ns1:p>
        </ns0:txBody>
      </ns0:sp>
      <ns0:sp>
        <ns0:nvSpPr>
          <ns0:cNvPr id="53" name="Текст 39">
            <ns1:extLst>
              <ns1:ext uri="{FF2B5EF4-FFF2-40B4-BE49-F238E27FC236}">
                <ns2:creationId id="{FED85A6B-7076-4575-0B76-53F09EDA7E4A}"/>
              </ns1:ext>
            </ns1:extLst>
          </ns0:cNvPr>
          <ns0:cNvSpPr>
            <ns1:spLocks noGrp="1"/>
          </ns0:cNvSpPr>
          <ns0:nvPr>
            <ns0:ph type="body" idx="105" hasCustomPrompt="1"/>
          </ns0:nvPr>
        </ns0:nvSpPr>
        <ns0:spPr>
          <ns1:xfrm>
            <ns1:off x="7173080" y="8054191"/>
            <ns1:ext cx="2533345" cy="579883"/>
          </ns1:xfrm>
        </ns0:spPr>
        <ns0:txBody>
          <ns1:bodyPr anchor="ctr">
            <ns1:noAutofit/>
          </ns1:bodyPr>
          <ns1:lstStyle>
            <ns1:lvl1pPr>
              <ns1:buNone/>
              <ns1:defRPr sz="18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 составляющей</ns1:t>
            </ns1:r>
          </ns1:p>
        </ns0:txBody>
      </ns0:sp>
      <ns0:sp>
        <ns0:nvSpPr>
          <ns0:cNvPr id="54" name="Текст 39">
            <ns1:extLst>
              <ns1:ext uri="{FF2B5EF4-FFF2-40B4-BE49-F238E27FC236}">
                <ns2:creationId id="{ADBED530-7666-7440-CEFA-B2E9E9A20357}"/>
              </ns1:ext>
            </ns1:extLst>
          </ns0:cNvPr>
          <ns0:cNvSpPr>
            <ns1:spLocks noGrp="1"/>
          </ns0:cNvSpPr>
          <ns0:nvPr>
            <ns0:ph type="body" idx="106" hasCustomPrompt="1"/>
          </ns0:nvPr>
        </ns0:nvSpPr>
        <ns0:spPr>
          <ns1:xfrm>
            <ns1:off x="7191831" y="8841986"/>
            <ns1:ext cx="865164" cy="370732"/>
          </ns1:xfrm>
          <ns1:prstGeom prst="roundRect">
            <ns1:avLst>
              <ns1:gd name="adj" fmla="val 50000"/>
            </ns1:avLst>
          </ns1:prstGeom>
          <ns1:solidFill>
            <ns1:schemeClr val="bg1"/>
          </ns1:solidFill>
        </ns0:spPr>
        <ns0:txBody>
          <ns1:bodyPr anchor="ctr">
            <ns1:noAutofit/>
          </ns1:bodyPr>
          <ns1:lstStyle>
            <ns1:lvl1pPr algn="ctr">
              <ns1:buNone/>
              <ns1:defRPr sz="1400" b="0" i="0">
                <ns1:solidFill>
                  <ns1:srgbClr val="F60428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30%</ns1:t>
            </ns1:r>
          </ns1:p>
        </ns0:txBody>
      </ns0:sp>
      <ns0:sp>
        <ns0:nvSpPr>
          <ns0:cNvPr id="59" name="Рисунок 11">
            <ns1:extLst>
              <ns1:ext uri="{FF2B5EF4-FFF2-40B4-BE49-F238E27FC236}">
                <ns2:creationId id="{955ED1B2-ADE7-0B05-2661-483154AD1157}"/>
              </ns1:ext>
            </ns1:extLst>
          </ns0:cNvPr>
          <ns0:cNvSpPr>
            <ns1:spLocks noGrp="1"/>
          </ns0:cNvSpPr>
          <ns0:nvPr>
            <ns0:ph type="pic" idx="117" hasCustomPrompt="1"/>
          </ns0:nvPr>
        </ns0:nvSpPr>
        <ns0:spPr>
          <ns1:xfrm>
            <ns1:off x="10575469" y="2657475"/>
            <ns1:ext cx="3133726" cy="2055019"/>
          </ns1:xfrm>
          <ns1:prstGeom prst="roundRect">
            <ns1:avLst>
              <ns1:gd name="adj" fmla="val 11570"/>
            </ns1:avLst>
          </ns1:prstGeom>
          <ns1:solidFill>
            <ns1:schemeClr val="bg1">
              <ns1:lumMod val="95000"/>
            </ns1:schemeClr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60" name="Текст 39">
            <ns1:extLst>
              <ns1:ext uri="{FF2B5EF4-FFF2-40B4-BE49-F238E27FC236}">
                <ns2:creationId id="{B243B7FE-D3FB-28DB-FDA8-903ADDAD13FC}"/>
              </ns1:ext>
            </ns1:extLst>
          </ns0:cNvPr>
          <ns0:cNvSpPr>
            <ns1:spLocks noGrp="1"/>
          </ns0:cNvSpPr>
          <ns0:nvPr>
            <ns0:ph type="body" idx="118" hasCustomPrompt="1"/>
          </ns0:nvPr>
        </ns0:nvSpPr>
        <ns0:spPr>
          <ns1:xfrm>
            <ns1:off x="10798023" y="3351561"/>
            <ns1:ext cx="2533345" cy="579883"/>
          </ns1:xfrm>
        </ns0:spPr>
        <ns0:txBody>
          <ns1:bodyPr anchor="ctr">
            <ns1:noAutofit/>
          </ns1:bodyPr>
          <ns1:lstStyle>
            <ns1:lvl1pPr>
              <ns1:buNone/>
              <ns1:defRPr sz="18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 составляющей</ns1:t>
            </ns1:r>
          </ns1:p>
        </ns0:txBody>
      </ns0:sp>
      <ns0:sp>
        <ns0:nvSpPr>
          <ns0:cNvPr id="57" name="Рисунок 16">
            <ns1:extLst>
              <ns1:ext uri="{FF2B5EF4-FFF2-40B4-BE49-F238E27FC236}">
                <ns2:creationId id="{6E5E99B2-C25F-D401-1BBA-9F3A104D110F}"/>
              </ns1:ext>
            </ns1:extLst>
          </ns0:cNvPr>
          <ns0:cNvSpPr>
            <ns1:spLocks noGrp="1"/>
          </ns0:cNvSpPr>
          <ns0:nvPr>
            <ns0:ph type="pic" idx="115" hasCustomPrompt="1"/>
          </ns0:nvPr>
        </ns0:nvSpPr>
        <ns0:spPr>
          <ns1:xfrm>
            <ns1:off x="13228282" y="2902124"/>
            <ns1:ext cx="254047" cy="289273"/>
          </ns1:xfrm>
          <ns1:prstGeom prst="rect">
            <ns1:avLst/>
          </ns1:prstGeom>
          <ns1:blipFill>
            <ns1:blip ns3:embed="Ra65482784178498c">
              <ns1:extLst>
                <ns1:ext uri="{96DAC541-7B7A-43D3-8B79-37D633B846F1}">
                  <ns4:svgBlip ns3:embed="Rd90c2f7456024902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61" name="Рисунок 11">
            <ns1:extLst>
              <ns1:ext uri="{FF2B5EF4-FFF2-40B4-BE49-F238E27FC236}">
                <ns2:creationId id="{EFF1726C-AC29-0942-9AEC-FFA33973AC46}"/>
              </ns1:ext>
            </ns1:extLst>
          </ns0:cNvPr>
          <ns0:cNvSpPr>
            <ns1:spLocks noGrp="1"/>
          </ns0:cNvSpPr>
          <ns0:nvPr>
            <ns0:ph type="pic" idx="119" hasCustomPrompt="1"/>
          </ns0:nvPr>
        </ns0:nvSpPr>
        <ns0:spPr>
          <ns1:xfrm>
            <ns1:off x="14200412" y="2657475"/>
            <ns1:ext cx="3133726" cy="2055019"/>
          </ns1:xfrm>
          <ns1:prstGeom prst="roundRect">
            <ns1:avLst>
              <ns1:gd name="adj" fmla="val 11570"/>
            </ns1:avLst>
          </ns1:prstGeom>
          <ns1:solidFill>
            <ns1:schemeClr val="bg1">
              <ns1:lumMod val="95000"/>
            </ns1:schemeClr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62" name="Текст 39">
            <ns1:extLst>
              <ns1:ext uri="{FF2B5EF4-FFF2-40B4-BE49-F238E27FC236}">
                <ns2:creationId id="{F0AFCA83-792E-B6B2-8355-1BAAC2366DC2}"/>
              </ns1:ext>
            </ns1:extLst>
          </ns0:cNvPr>
          <ns0:cNvSpPr>
            <ns1:spLocks noGrp="1"/>
          </ns0:cNvSpPr>
          <ns0:nvPr>
            <ns0:ph type="body" idx="120" hasCustomPrompt="1"/>
          </ns0:nvPr>
        </ns0:nvSpPr>
        <ns0:spPr>
          <ns1:xfrm>
            <ns1:off x="14422966" y="3351561"/>
            <ns1:ext cx="2533345" cy="579883"/>
          </ns1:xfrm>
        </ns0:spPr>
        <ns0:txBody>
          <ns1:bodyPr anchor="ctr">
            <ns1:noAutofit/>
          </ns1:bodyPr>
          <ns1:lstStyle>
            <ns1:lvl1pPr>
              <ns1:buNone/>
              <ns1:defRPr sz="18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 составляющей</ns1:t>
            </ns1:r>
          </ns1:p>
        </ns0:txBody>
      </ns0:sp>
      <ns0:sp>
        <ns0:nvSpPr>
          <ns0:cNvPr id="56" name="Рисунок 16">
            <ns1:extLst>
              <ns1:ext uri="{FF2B5EF4-FFF2-40B4-BE49-F238E27FC236}">
                <ns2:creationId id="{39648203-50CC-7F91-FDB1-0134D4FB650E}"/>
              </ns1:ext>
            </ns1:extLst>
          </ns0:cNvPr>
          <ns0:cNvSpPr>
            <ns1:spLocks noGrp="1"/>
          </ns0:cNvSpPr>
          <ns0:nvPr>
            <ns0:ph type="pic" idx="114" hasCustomPrompt="1"/>
          </ns0:nvPr>
        </ns0:nvSpPr>
        <ns0:spPr>
          <ns1:xfrm>
            <ns1:off x="16887517" y="2894361"/>
            <ns1:ext cx="254047" cy="289273"/>
          </ns1:xfrm>
          <ns1:prstGeom prst="rect">
            <ns1:avLst/>
          </ns1:prstGeom>
          <ns1:blipFill>
            <ns1:blip ns3:embed="R3bf8daa63f9e4a0f">
              <ns1:extLst>
                <ns1:ext uri="{96DAC541-7B7A-43D3-8B79-37D633B846F1}">
                  <ns4:svgBlip ns3:embed="Rb6e1e10f89c04697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64" name="Рисунок 11">
            <ns1:extLst>
              <ns1:ext uri="{FF2B5EF4-FFF2-40B4-BE49-F238E27FC236}">
                <ns2:creationId id="{1CABA859-A618-DED9-669F-DE8A6A3E3DE2}"/>
              </ns1:ext>
            </ns1:extLst>
          </ns0:cNvPr>
          <ns0:cNvSpPr>
            <ns1:spLocks noGrp="1"/>
          </ns0:cNvSpPr>
          <ns0:nvPr>
            <ns0:ph type="pic" idx="121" hasCustomPrompt="1"/>
          </ns0:nvPr>
        </ns0:nvSpPr>
        <ns0:spPr>
          <ns1:xfrm>
            <ns1:off x="10575469" y="7360103"/>
            <ns1:ext cx="3133726" cy="2055019"/>
          </ns1:xfrm>
          <ns1:prstGeom prst="roundRect">
            <ns1:avLst>
              <ns1:gd name="adj" fmla="val 11570"/>
            </ns1:avLst>
          </ns1:prstGeom>
          <ns1:solidFill>
            <ns1:schemeClr val="bg1">
              <ns1:lumMod val="95000"/>
            </ns1:schemeClr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65" name="Текст 39">
            <ns1:extLst>
              <ns1:ext uri="{FF2B5EF4-FFF2-40B4-BE49-F238E27FC236}">
                <ns2:creationId id="{1005858D-FF0A-8FFF-2ACF-415C65B9B8CB}"/>
              </ns1:ext>
            </ns1:extLst>
          </ns0:cNvPr>
          <ns0:cNvSpPr>
            <ns1:spLocks noGrp="1"/>
          </ns0:cNvSpPr>
          <ns0:nvPr>
            <ns0:ph type="body" idx="122" hasCustomPrompt="1"/>
          </ns0:nvPr>
        </ns0:nvSpPr>
        <ns0:spPr>
          <ns1:xfrm>
            <ns1:off x="10798023" y="8054189"/>
            <ns1:ext cx="2533345" cy="579883"/>
          </ns1:xfrm>
        </ns0:spPr>
        <ns0:txBody>
          <ns1:bodyPr anchor="ctr">
            <ns1:noAutofit/>
          </ns1:bodyPr>
          <ns1:lstStyle>
            <ns1:lvl1pPr>
              <ns1:buNone/>
              <ns1:defRPr sz="18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 составляющей</ns1:t>
            </ns1:r>
          </ns1:p>
        </ns0:txBody>
      </ns0:sp>
      <ns0:sp>
        <ns0:nvSpPr>
          <ns0:cNvPr id="66" name="Рисунок 16">
            <ns1:extLst>
              <ns1:ext uri="{FF2B5EF4-FFF2-40B4-BE49-F238E27FC236}">
                <ns2:creationId id="{F47BE2E6-13D5-3404-75C1-A638FD180DC6}"/>
              </ns1:ext>
            </ns1:extLst>
          </ns0:cNvPr>
          <ns0:cNvSpPr>
            <ns1:spLocks noGrp="1"/>
          </ns0:cNvSpPr>
          <ns0:nvPr>
            <ns0:ph type="pic" idx="123" hasCustomPrompt="1"/>
          </ns0:nvPr>
        </ns0:nvSpPr>
        <ns0:spPr>
          <ns1:xfrm>
            <ns1:off x="13228282" y="7604752"/>
            <ns1:ext cx="254047" cy="289273"/>
          </ns1:xfrm>
          <ns1:prstGeom prst="rect">
            <ns1:avLst/>
          </ns1:prstGeom>
          <ns1:blipFill>
            <ns1:blip ns3:embed="Ra65482784178498c">
              <ns1:extLst>
                <ns1:ext uri="{96DAC541-7B7A-43D3-8B79-37D633B846F1}">
                  <ns4:svgBlip ns3:embed="Rd90c2f7456024902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67" name="Рисунок 11">
            <ns1:extLst>
              <ns1:ext uri="{FF2B5EF4-FFF2-40B4-BE49-F238E27FC236}">
                <ns2:creationId id="{921EEAA9-4582-C7A1-4B62-0568F631822D}"/>
              </ns1:ext>
            </ns1:extLst>
          </ns0:cNvPr>
          <ns0:cNvSpPr>
            <ns1:spLocks noGrp="1"/>
          </ns0:cNvSpPr>
          <ns0:nvPr>
            <ns0:ph type="pic" idx="124" hasCustomPrompt="1"/>
          </ns0:nvPr>
        </ns0:nvSpPr>
        <ns0:spPr>
          <ns1:xfrm>
            <ns1:off x="14200412" y="7360103"/>
            <ns1:ext cx="3133726" cy="2055019"/>
          </ns1:xfrm>
          <ns1:prstGeom prst="roundRect">
            <ns1:avLst>
              <ns1:gd name="adj" fmla="val 11570"/>
            </ns1:avLst>
          </ns1:prstGeom>
          <ns1:solidFill>
            <ns1:schemeClr val="bg1">
              <ns1:lumMod val="95000"/>
            </ns1:schemeClr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68" name="Текст 39">
            <ns1:extLst>
              <ns1:ext uri="{FF2B5EF4-FFF2-40B4-BE49-F238E27FC236}">
                <ns2:creationId id="{AE2BE941-4641-10C6-B33A-5E3A00B1A396}"/>
              </ns1:ext>
            </ns1:extLst>
          </ns0:cNvPr>
          <ns0:cNvSpPr>
            <ns1:spLocks noGrp="1"/>
          </ns0:cNvSpPr>
          <ns0:nvPr>
            <ns0:ph type="body" idx="125" hasCustomPrompt="1"/>
          </ns0:nvPr>
        </ns0:nvSpPr>
        <ns0:spPr>
          <ns1:xfrm>
            <ns1:off x="14422966" y="8054189"/>
            <ns1:ext cx="2533345" cy="579883"/>
          </ns1:xfrm>
        </ns0:spPr>
        <ns0:txBody>
          <ns1:bodyPr anchor="ctr">
            <ns1:noAutofit/>
          </ns1:bodyPr>
          <ns1:lstStyle>
            <ns1:lvl1pPr>
              <ns1:buNone/>
              <ns1:defRPr sz="18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 составляющей</ns1:t>
            </ns1:r>
          </ns1:p>
        </ns0:txBody>
      </ns0:sp>
      <ns0:sp>
        <ns0:nvSpPr>
          <ns0:cNvPr id="70" name="Рисунок 11">
            <ns1:extLst>
              <ns1:ext uri="{FF2B5EF4-FFF2-40B4-BE49-F238E27FC236}">
                <ns2:creationId id="{C569070B-A4A3-EA18-9557-3374CA9D2E81}"/>
              </ns1:ext>
            </ns1:extLst>
          </ns0:cNvPr>
          <ns0:cNvSpPr>
            <ns1:spLocks noGrp="1"/>
          </ns0:cNvSpPr>
          <ns0:nvPr>
            <ns0:ph type="pic" idx="127" hasCustomPrompt="1"/>
          </ns0:nvPr>
        </ns0:nvSpPr>
        <ns0:spPr>
          <ns1:xfrm>
            <ns1:off x="10575469" y="4992460"/>
            <ns1:ext cx="3133726" cy="2055019"/>
          </ns1:xfrm>
          <ns1:prstGeom prst="roundRect">
            <ns1:avLst>
              <ns1:gd name="adj" fmla="val 11570"/>
            </ns1:avLst>
          </ns1:prstGeom>
          <ns1:solidFill>
            <ns1:schemeClr val="bg1">
              <ns1:lumMod val="95000"/>
            </ns1:schemeClr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71" name="Текст 39">
            <ns1:extLst>
              <ns1:ext uri="{FF2B5EF4-FFF2-40B4-BE49-F238E27FC236}">
                <ns2:creationId id="{A974BA0C-1D14-4885-54B9-CFAFD7963E00}"/>
              </ns1:ext>
            </ns1:extLst>
          </ns0:cNvPr>
          <ns0:cNvSpPr>
            <ns1:spLocks noGrp="1"/>
          </ns0:cNvSpPr>
          <ns0:nvPr>
            <ns0:ph type="body" idx="128" hasCustomPrompt="1"/>
          </ns0:nvPr>
        </ns0:nvSpPr>
        <ns0:spPr>
          <ns1:xfrm>
            <ns1:off x="10798023" y="5686546"/>
            <ns1:ext cx="2533345" cy="579883"/>
          </ns1:xfrm>
        </ns0:spPr>
        <ns0:txBody>
          <ns1:bodyPr anchor="ctr">
            <ns1:noAutofit/>
          </ns1:bodyPr>
          <ns1:lstStyle>
            <ns1:lvl1pPr>
              <ns1:buNone/>
              <ns1:defRPr sz="18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 составляющей</ns1:t>
            </ns1:r>
          </ns1:p>
        </ns0:txBody>
      </ns0:sp>
      <ns0:sp>
        <ns0:nvSpPr>
          <ns0:cNvPr id="58" name="Рисунок 16">
            <ns1:extLst>
              <ns1:ext uri="{FF2B5EF4-FFF2-40B4-BE49-F238E27FC236}">
                <ns2:creationId id="{12F248BE-24A8-FF6E-133C-01EB1E26C09D}"/>
              </ns1:ext>
            </ns1:extLst>
          </ns0:cNvPr>
          <ns0:cNvSpPr>
            <ns1:spLocks noGrp="1"/>
          </ns0:cNvSpPr>
          <ns0:nvPr>
            <ns0:ph type="pic" idx="116" hasCustomPrompt="1"/>
          </ns0:nvPr>
        </ns0:nvSpPr>
        <ns0:spPr>
          <ns1:xfrm>
            <ns1:off x="16824322" y="7562510"/>
            <ns1:ext cx="254047" cy="289273"/>
          </ns1:xfrm>
          <ns1:prstGeom prst="rect">
            <ns1:avLst/>
          </ns1:prstGeom>
          <ns1:blipFill>
            <ns1:blip ns3:embed="R38c5ff5057284a9c">
              <ns1:extLst>
                <ns1:ext uri="{96DAC541-7B7A-43D3-8B79-37D633B846F1}">
                  <ns4:svgBlip ns3:embed="R88adbe7330014cfe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8" name="Рисунок 3">
            <ns1:extLst>
              <ns1:ext uri="{FF2B5EF4-FFF2-40B4-BE49-F238E27FC236}">
                <ns2:creationId id="{170A8ED4-986A-C31B-7D07-06FD5A8FA096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9" name="Текст 16">
            <ns1:extLst>
              <ns1:ext uri="{FF2B5EF4-FFF2-40B4-BE49-F238E27FC236}">
                <ns2:creationId id="{C3C62825-BB65-78BE-1F03-809CC502681F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ddeed817a7be46d0">
              <ns1:extLst>
                <ns1:ext uri="{96DAC541-7B7A-43D3-8B79-37D633B846F1}">
                  <ns4:svgBlip ns3:embed="Rf5f6b34c4c064a8a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0" name="Текст 16">
            <ns1:extLst>
              <ns1:ext uri="{FF2B5EF4-FFF2-40B4-BE49-F238E27FC236}">
                <ns2:creationId id="{266C56DE-E546-8DA5-0C36-32BB74118D5C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5f74a913760f4ad9">
              <ns1:extLst>
                <ns1:ext uri="{96DAC541-7B7A-43D3-8B79-37D633B846F1}">
                  <ns4:svgBlip ns3:embed="R318b35cc59004424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12" name="Рисунок 11">
            <ns1:extLst>
              <ns1:ext uri="{FF2B5EF4-FFF2-40B4-BE49-F238E27FC236}">
                <ns2:creationId id="{752681DE-65FE-0F1D-FAA2-BD770287E230}"/>
              </ns1:ext>
            </ns1:extLst>
          </ns0:cNvPr>
          <ns0:cNvSpPr>
            <ns1:spLocks noGrp="1"/>
          </ns0:cNvSpPr>
          <ns0:nvPr>
            <ns0:ph type="pic" idx="131" hasCustomPrompt="1"/>
          </ns0:nvPr>
        </ns0:nvSpPr>
        <ns0:spPr>
          <ns1:xfrm>
            <ns1:off x="14200412" y="4992460"/>
            <ns1:ext cx="3133726" cy="2055019"/>
          </ns1:xfrm>
          <ns1:prstGeom prst="roundRect">
            <ns1:avLst>
              <ns1:gd name="adj" fmla="val 11570"/>
            </ns1:avLst>
          </ns1:prstGeom>
          <ns1:solidFill>
            <ns1:schemeClr val="bg1">
              <ns1:lumMod val="95000"/>
            </ns1:schemeClr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13" name="Текст 39">
            <ns1:extLst>
              <ns1:ext uri="{FF2B5EF4-FFF2-40B4-BE49-F238E27FC236}">
                <ns2:creationId id="{81C1218D-7AC0-307C-D26A-19B3DE057E67}"/>
              </ns1:ext>
            </ns1:extLst>
          </ns0:cNvPr>
          <ns0:cNvSpPr>
            <ns1:spLocks noGrp="1"/>
          </ns0:cNvSpPr>
          <ns0:nvPr>
            <ns0:ph type="body" idx="132" hasCustomPrompt="1"/>
          </ns0:nvPr>
        </ns0:nvSpPr>
        <ns0:spPr>
          <ns1:xfrm>
            <ns1:off x="14422966" y="5686546"/>
            <ns1:ext cx="2533345" cy="579883"/>
          </ns1:xfrm>
        </ns0:spPr>
        <ns0:txBody>
          <ns1:bodyPr anchor="ctr">
            <ns1:noAutofit/>
          </ns1:bodyPr>
          <ns1:lstStyle>
            <ns1:lvl1pPr>
              <ns1:buNone/>
              <ns1:defRPr sz="18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 составляющей</ns1:t>
            </ns1:r>
          </ns1:p>
        </ns0:txBody>
      </ns0:sp>
    </ns0:spTree>
  </ns0:cSld>
</ns0:sldLayout>
</file>

<file path=ppt/slideLayouts/slideLayout76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Сложный 8">
    <ns0:bg>
      <ns0:bgPr>
        <ns1:solidFill>
          <ns1:schemeClr val="bg1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95" name="Диаграмма 20">
            <ns1:extLst>
              <ns1:ext uri="{FF2B5EF4-FFF2-40B4-BE49-F238E27FC236}">
                <ns2:creationId id="{8DCE4177-AA8B-65A6-22BA-ABE6CCF1B3EE}"/>
              </ns1:ext>
            </ns1:extLst>
          </ns0:cNvPr>
          <ns0:cNvSpPr>
            <ns1:spLocks noGrp="1"/>
          </ns0:cNvSpPr>
          <ns0:nvPr>
            <ns0:ph type="chart" idx="10" hasCustomPrompt="1"/>
          </ns0:nvPr>
        </ns0:nvSpPr>
        <ns0:spPr>
          <ns1:xfrm>
            <ns1:off x="960344" y="2657475"/>
            <ns1:ext cx="6686544" cy="6667500"/>
          </ns1:xfrm>
        </ns0:spPr>
        <ns0:txBody>
          <ns1:bodyPr anchor="ctr"/>
          <ns1:lstStyle>
            <ns1:lvl1pPr algn="ctr">
              <ns1:buNone/>
              <ns1:defRPr b="0" i="0">
                <ns1:latin typeface="Golos Text SemiBold"/>
                <ns1:ea typeface="Golos Text SemiBold"/>
                <ns1:cs typeface="Golos Text SemiBold"/>
              </ns1:defRPr>
            </ns1:lvl1pPr>
          </ns1:lstStyle>
          <ns1:p>
            <ns1:r>
              <ns1:t>Основной</ns1:t>
            </ns1:r>
            <ns1:br/>
            <ns1:r>
              <ns1:t>показатель</ns1:t>
            </ns1:r>
          </ns1:p>
        </ns0:txBody>
      </ns0:sp>
      <ns0:sp>
        <ns0:nvSpPr>
          <ns0:cNvPr id="39" name="Рисунок 11">
            <ns1:extLst>
              <ns1:ext uri="{FF2B5EF4-FFF2-40B4-BE49-F238E27FC236}">
                <ns2:creationId id="{E21710D3-1180-ED72-8D8F-5499A498CEC0}"/>
              </ns1:ext>
            </ns1:extLst>
          </ns0:cNvPr>
          <ns0:cNvSpPr>
            <ns1:spLocks noGrp="1"/>
          </ns0:cNvSpPr>
          <ns0:nvPr>
            <ns0:ph type="pic" idx="96" hasCustomPrompt="1"/>
          </ns0:nvPr>
        </ns0:nvSpPr>
        <ns0:spPr>
          <ns1:xfrm>
            <ns1:off x="13211175" y="2657475"/>
            <ns1:ext cx="4124325" cy="6667500"/>
          </ns1:xfrm>
          <ns1:prstGeom prst="roundRect">
            <ns1:avLst>
              <ns1:gd name="adj" fmla="val 5656"/>
            </ns1:avLst>
          </ns1:prstGeom>
          <ns1:solidFill>
            <ns1:schemeClr val="bg1">
              <ns1:lumMod val="95000"/>
            </ns1:schemeClr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80" name="Рисунок 11">
            <ns1:extLst>
              <ns1:ext uri="{FF2B5EF4-FFF2-40B4-BE49-F238E27FC236}">
                <ns2:creationId id="{6B3BA381-110E-8516-922F-40221D3CE67F}"/>
              </ns1:ext>
            </ns1:extLst>
          </ns0:cNvPr>
          <ns0:cNvSpPr>
            <ns1:spLocks noGrp="1"/>
          </ns0:cNvSpPr>
          <ns0:nvPr>
            <ns0:ph type="pic" idx="101" hasCustomPrompt="1"/>
          </ns0:nvPr>
        </ns0:nvSpPr>
        <ns0:spPr>
          <ns1:xfrm>
            <ns1:off x="13211175" y="5800725"/>
            <ns1:ext cx="4124325" cy="1824718"/>
          </ns1:xfrm>
          <ns1:prstGeom prst="roundRect">
            <ns1:avLst>
              <ns1:gd name="adj" fmla="val 0"/>
            </ns1:avLst>
          </ns1:prstGeom>
          <ns1:solidFill>
            <ns1:srgbClr val="F60428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40" name="Текст 39">
            <ns1:extLst>
              <ns1:ext uri="{FF2B5EF4-FFF2-40B4-BE49-F238E27FC236}">
                <ns2:creationId id="{F65899DE-C087-1C91-49D4-DE5A24EAB6EB}"/>
              </ns1:ext>
            </ns1:extLst>
          </ns0:cNvPr>
          <ns0:cNvSpPr>
            <ns1:spLocks noGrp="1"/>
          </ns0:cNvSpPr>
          <ns0:nvPr>
            <ns0:ph type="body" idx="26" hasCustomPrompt="1"/>
          </ns0:nvPr>
        </ns0:nvSpPr>
        <ns0:spPr>
          <ns1:xfrm>
            <ns1:off x="13559628" y="3011110"/>
            <ns1:ext cx="2134182" cy="1026280"/>
          </ns1:xfrm>
        </ns0:spPr>
        <ns0:txBody>
          <ns1:bodyPr anchor="t">
            <ns1:noAutofit/>
          </ns1:bodyPr>
          <ns1:lstStyle>
            <ns1:lvl1pPr algn="l">
              <ns1:buNone/>
              <ns1:defRPr sz="2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Подзаголовок</ns1:t>
            </ns1:r>
            <ns1:br/>
            <ns1:r>
              <ns1:t>максимум</ns1:t>
            </ns1:r>
            <ns1:br/>
            <ns1:r>
              <ns1:t>в 3 строки</ns1:t>
            </ns1:r>
          </ns1:p>
        </ns0:txBody>
      </ns0:sp>
      <ns0:sp>
        <ns0:nvSpPr>
          <ns0:cNvPr id="63" name="Текст 39">
            <ns1:extLst>
              <ns1:ext uri="{FF2B5EF4-FFF2-40B4-BE49-F238E27FC236}">
                <ns2:creationId id="{CB0CB058-B38F-4B30-41CA-6392C12AABA6}"/>
              </ns1:ext>
            </ns1:extLst>
          </ns0:cNvPr>
          <ns0:cNvSpPr>
            <ns1:spLocks noGrp="1"/>
          </ns0:cNvSpPr>
          <ns0:nvPr>
            <ns0:ph type="body" idx="83" hasCustomPrompt="1"/>
          </ns0:nvPr>
        </ns0:nvSpPr>
        <ns0:spPr>
          <ns1:xfrm>
            <ns1:off x="13559628" y="5086351"/>
            <ns1:ext cx="3111090" cy="519649"/>
          </ns1:xfrm>
        </ns0:spPr>
        <ns0:txBody>
          <ns1:bodyPr anchor="ctr">
            <ns1:noAutofit/>
          </ns1:bodyPr>
          <ns1:lstStyle>
            <ns1:lvl1pPr algn="l">
              <ns1:buNone/>
              <ns1:defRPr sz="16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показателя в две строки</ns1:t>
            </ns1:r>
          </ns1:p>
        </ns0:txBody>
      </ns0:sp>
      <ns0:sp>
        <ns0:nvSpPr>
          <ns0:cNvPr id="69" name="Текст 39">
            <ns1:extLst>
              <ns1:ext uri="{FF2B5EF4-FFF2-40B4-BE49-F238E27FC236}">
                <ns2:creationId id="{DD4F32A4-E6E6-CF2D-280A-0CDC4F93CCAC}"/>
              </ns1:ext>
            </ns1:extLst>
          </ns0:cNvPr>
          <ns0:cNvSpPr>
            <ns1:spLocks noGrp="1"/>
          </ns0:cNvSpPr>
          <ns0:nvPr>
            <ns0:ph type="body" idx="84" hasCustomPrompt="1"/>
          </ns0:nvPr>
        </ns0:nvSpPr>
        <ns0:spPr>
          <ns1:xfrm>
            <ns1:off x="13559628" y="4423974"/>
            <ns1:ext cx="3111090" cy="643326"/>
          </ns1:xfrm>
        </ns0:spPr>
        <ns0:txBody>
          <ns1:bodyPr anchor="ctr">
            <ns1:noAutofit/>
          </ns1:bodyPr>
          <ns1:lstStyle>
            <ns1:lvl1pPr algn="l">
              <ns1:buNone/>
              <ns1:defRPr sz="48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25 тыс.</ns1:t>
            </ns1:r>
          </ns1:p>
        </ns0:txBody>
      </ns0:sp>
      <ns0:sp>
        <ns0:nvSpPr>
          <ns0:cNvPr id="76" name="Текст 39">
            <ns1:extLst>
              <ns1:ext uri="{FF2B5EF4-FFF2-40B4-BE49-F238E27FC236}">
                <ns2:creationId id="{2FA264DE-DFC1-9D91-FB42-514800CA41DC}"/>
              </ns1:ext>
            </ns1:extLst>
          </ns0:cNvPr>
          <ns0:cNvSpPr>
            <ns1:spLocks noGrp="1"/>
          </ns0:cNvSpPr>
          <ns0:nvPr>
            <ns0:ph type="body" idx="97" hasCustomPrompt="1"/>
          </ns0:nvPr>
        </ns0:nvSpPr>
        <ns0:spPr>
          <ns1:xfrm>
            <ns1:off x="13559628" y="6784522"/>
            <ns1:ext cx="3111090" cy="519649"/>
          </ns1:xfrm>
        </ns0:spPr>
        <ns0:txBody>
          <ns1:bodyPr anchor="ctr">
            <ns1:noAutofit/>
          </ns1:bodyPr>
          <ns1:lstStyle>
            <ns1:lvl1pPr algn="l">
              <ns1:buNone/>
              <ns1:defRPr sz="1600" b="0" i="0">
                <ns1:solidFill>
                  <ns1:schemeClr val="bg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показателя в две строки</ns1:t>
            </ns1:r>
          </ns1:p>
        </ns0:txBody>
      </ns0:sp>
      <ns0:sp>
        <ns0:nvSpPr>
          <ns0:cNvPr id="77" name="Текст 39">
            <ns1:extLst>
              <ns1:ext uri="{FF2B5EF4-FFF2-40B4-BE49-F238E27FC236}">
                <ns2:creationId id="{3A075AB1-6C4B-CB80-1F4C-582C834D65FA}"/>
              </ns1:ext>
            </ns1:extLst>
          </ns0:cNvPr>
          <ns0:cNvSpPr>
            <ns1:spLocks noGrp="1"/>
          </ns0:cNvSpPr>
          <ns0:nvPr>
            <ns0:ph type="body" idx="98" hasCustomPrompt="1"/>
          </ns0:nvPr>
        </ns0:nvSpPr>
        <ns0:spPr>
          <ns1:xfrm>
            <ns1:off x="13559628" y="6122145"/>
            <ns1:ext cx="3111090" cy="643326"/>
          </ns1:xfrm>
        </ns0:spPr>
        <ns0:txBody>
          <ns1:bodyPr anchor="ctr">
            <ns1:noAutofit/>
          </ns1:bodyPr>
          <ns1:lstStyle>
            <ns1:lvl1pPr algn="l">
              <ns1:buNone/>
              <ns1:defRPr sz="48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25 тыс.</ns1:t>
            </ns1:r>
          </ns1:p>
        </ns0:txBody>
      </ns0:sp>
      <ns0:sp>
        <ns0:nvSpPr>
          <ns0:cNvPr id="78" name="Текст 39">
            <ns1:extLst>
              <ns1:ext uri="{FF2B5EF4-FFF2-40B4-BE49-F238E27FC236}">
                <ns2:creationId id="{9D79F42E-5574-AA43-1080-93FAAD1ABF6A}"/>
              </ns1:ext>
            </ns1:extLst>
          </ns0:cNvPr>
          <ns0:cNvSpPr>
            <ns1:spLocks noGrp="1"/>
          </ns0:cNvSpPr>
          <ns0:nvPr>
            <ns0:ph type="body" idx="99" hasCustomPrompt="1"/>
          </ns0:nvPr>
        </ns0:nvSpPr>
        <ns0:spPr>
          <ns1:xfrm>
            <ns1:off x="13559628" y="8482693"/>
            <ns1:ext cx="3111090" cy="519649"/>
          </ns1:xfrm>
        </ns0:spPr>
        <ns0:txBody>
          <ns1:bodyPr anchor="ctr">
            <ns1:noAutofit/>
          </ns1:bodyPr>
          <ns1:lstStyle>
            <ns1:lvl1pPr algn="l">
              <ns1:buNone/>
              <ns1:defRPr sz="16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показателя в две строки</ns1:t>
            </ns1:r>
          </ns1:p>
        </ns0:txBody>
      </ns0:sp>
      <ns0:sp>
        <ns0:nvSpPr>
          <ns0:cNvPr id="79" name="Текст 39">
            <ns1:extLst>
              <ns1:ext uri="{FF2B5EF4-FFF2-40B4-BE49-F238E27FC236}">
                <ns2:creationId id="{C09029EB-3650-94D6-592D-3DDFF1A206BB}"/>
              </ns1:ext>
            </ns1:extLst>
          </ns0:cNvPr>
          <ns0:cNvSpPr>
            <ns1:spLocks noGrp="1"/>
          </ns0:cNvSpPr>
          <ns0:nvPr>
            <ns0:ph type="body" idx="100" hasCustomPrompt="1"/>
          </ns0:nvPr>
        </ns0:nvSpPr>
        <ns0:spPr>
          <ns1:xfrm>
            <ns1:off x="13559628" y="7820316"/>
            <ns1:ext cx="3111090" cy="643326"/>
          </ns1:xfrm>
        </ns0:spPr>
        <ns0:txBody>
          <ns1:bodyPr anchor="ctr">
            <ns1:noAutofit/>
          </ns1:bodyPr>
          <ns1:lstStyle>
            <ns1:lvl1pPr algn="l">
              <ns1:buNone/>
              <ns1:defRPr sz="4800" b="0" i="0">
                <ns1:solidFill>
                  <ns1:srgbClr val="F5042B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25 тыс.</ns1:t>
            </ns1:r>
          </ns1:p>
        </ns0:txBody>
      </ns0:sp>
      <ns0:sp>
        <ns0:nvSpPr>
          <ns0:cNvPr id="83" name="Текст 39">
            <ns1:extLst>
              <ns1:ext uri="{FF2B5EF4-FFF2-40B4-BE49-F238E27FC236}">
                <ns2:creationId id="{2A49EDF4-0C90-AED8-4C3C-D15179644A2E}"/>
              </ns1:ext>
            </ns1:extLst>
          </ns0:cNvPr>
          <ns0:cNvSpPr>
            <ns1:spLocks noGrp="1"/>
          </ns0:cNvSpPr>
          <ns0:nvPr>
            <ns0:ph type="body" idx="118" hasCustomPrompt="1"/>
          </ns0:nvPr>
        </ns0:nvSpPr>
        <ns0:spPr>
          <ns1:xfrm>
            <ns1:off x="7730328" y="2986074"/>
            <ns1:ext cx="2566197" cy="579883"/>
          </ns1:xfrm>
        </ns0:spPr>
        <ns0:txBody>
          <ns1:bodyPr anchor="ctr">
            <ns1:noAutofit/>
          </ns1:bodyPr>
          <ns1:lstStyle>
            <ns1:lvl1pPr>
              <ns1:buNone/>
              <ns1:defRPr sz="18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 показателя</ns1:t>
            </ns1:r>
          </ns1:p>
        </ns0:txBody>
      </ns0:sp>
      <ns0:sp>
        <ns0:nvSpPr>
          <ns0:cNvPr id="85" name="Рисунок 84">
            <ns1:extLst>
              <ns1:ext uri="{FF2B5EF4-FFF2-40B4-BE49-F238E27FC236}">
                <ns2:creationId id="{E680158E-4F17-354C-9106-9F8CBA3884CD}"/>
              </ns1:ext>
            </ns1:extLst>
          </ns0:cNvPr>
          <ns0:cNvSpPr>
            <ns1:spLocks noGrp="1"/>
          </ns0:cNvSpPr>
          <ns0:nvPr>
            <ns0:ph type="pic" idx="119" hasCustomPrompt="1"/>
          </ns0:nvPr>
        </ns0:nvSpPr>
        <ns0:spPr>
          <ns1:xfrm>
            <ns1:off x="7730328" y="3638135"/>
            <ns1:ext cx="2566197" cy="171451"/>
          </ns1:xfrm>
          <ns1:prstGeom prst="rect">
            <ns1:avLst/>
          </ns1:prstGeom>
          <ns1:blipFill>
            <ns1:blip ns3:embed="Rb1c68a48b3a945e5">
              <ns1:extLst>
                <ns1:ext uri="{96DAC541-7B7A-43D3-8B79-37D633B846F1}">
                  <ns4:svgBlip ns3:embed="R466587fce7a947a0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Autofit/>
          </ns1:bodyPr>
          <ns1:lstStyle>
            <ns1:lvl1pPr>
              <ns1:buNone/>
              <ns1:defRPr sz="1600"/>
            </ns1:lvl1pPr>
          </ns1:lstStyle>
          <ns1:p>
            <ns1:r>
              <ns1:t> </ns1:t>
            </ns1:r>
          </ns1:p>
        </ns0:txBody>
      </ns0:sp>
      <ns0:sp>
        <ns0:nvSpPr>
          <ns0:cNvPr id="89" name="Текст 39">
            <ns1:extLst>
              <ns1:ext uri="{FF2B5EF4-FFF2-40B4-BE49-F238E27FC236}">
                <ns2:creationId id="{0D25BA1D-09DC-0738-74B2-73542469B021}"/>
              </ns1:ext>
            </ns1:extLst>
          </ns0:cNvPr>
          <ns0:cNvSpPr>
            <ns1:spLocks noGrp="1"/>
          </ns0:cNvSpPr>
          <ns0:nvPr>
            <ns0:ph type="body" idx="121" hasCustomPrompt="1"/>
          </ns0:nvPr>
        </ns0:nvSpPr>
        <ns0:spPr>
          <ns1:xfrm>
            <ns1:off x="8311669" y="5231732"/>
            <ns1:ext cx="2566197" cy="579883"/>
          </ns1:xfrm>
        </ns0:spPr>
        <ns0:txBody>
          <ns1:bodyPr anchor="ctr">
            <ns1:noAutofit/>
          </ns1:bodyPr>
          <ns1:lstStyle>
            <ns1:lvl1pPr>
              <ns1:buNone/>
              <ns1:defRPr sz="18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 показателя</ns1:t>
            </ns1:r>
          </ns1:p>
        </ns0:txBody>
      </ns0:sp>
      <ns0:sp>
        <ns0:nvSpPr>
          <ns0:cNvPr id="90" name="Рисунок 84">
            <ns1:extLst>
              <ns1:ext uri="{FF2B5EF4-FFF2-40B4-BE49-F238E27FC236}">
                <ns2:creationId id="{02FAD6C3-9278-88F2-5568-4CF5AA193F40}"/>
              </ns1:ext>
            </ns1:extLst>
          </ns0:cNvPr>
          <ns0:cNvSpPr>
            <ns1:spLocks noGrp="1"/>
          </ns0:cNvSpPr>
          <ns0:nvPr>
            <ns0:ph type="pic" idx="122" hasCustomPrompt="1"/>
          </ns0:nvPr>
        </ns0:nvSpPr>
        <ns0:spPr>
          <ns1:xfrm>
            <ns1:off x="8311669" y="5883793"/>
            <ns1:ext cx="2566197" cy="171451"/>
          </ns1:xfrm>
          <ns1:prstGeom prst="rect">
            <ns1:avLst/>
          </ns1:prstGeom>
          <ns1:blipFill>
            <ns1:blip ns3:embed="Rb1c68a48b3a945e5">
              <ns1:extLst>
                <ns1:ext uri="{96DAC541-7B7A-43D3-8B79-37D633B846F1}">
                  <ns4:svgBlip ns3:embed="R466587fce7a947a0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Autofit/>
          </ns1:bodyPr>
          <ns1:lstStyle>
            <ns1:lvl1pPr>
              <ns1:buNone/>
              <ns1:defRPr sz="1600"/>
            </ns1:lvl1pPr>
          </ns1:lstStyle>
          <ns1:p>
            <ns1:r>
              <ns1:t> </ns1:t>
            </ns1:r>
          </ns1:p>
        </ns0:txBody>
      </ns0:sp>
      <ns0:sp>
        <ns0:nvSpPr>
          <ns0:cNvPr id="92" name="Текст 39">
            <ns1:extLst>
              <ns1:ext uri="{FF2B5EF4-FFF2-40B4-BE49-F238E27FC236}">
                <ns2:creationId id="{CB3E12A0-251A-2918-6DB1-6DA8168AA1B8}"/>
              </ns1:ext>
            </ns1:extLst>
          </ns0:cNvPr>
          <ns0:cNvSpPr>
            <ns1:spLocks noGrp="1"/>
          </ns0:cNvSpPr>
          <ns0:nvPr>
            <ns0:ph type="body" idx="124" hasCustomPrompt="1"/>
          </ns0:nvPr>
        </ns0:nvSpPr>
        <ns0:spPr>
          <ns1:xfrm>
            <ns1:off x="7516295" y="7719438"/>
            <ns1:ext cx="2566197" cy="579883"/>
          </ns1:xfrm>
        </ns0:spPr>
        <ns0:txBody>
          <ns1:bodyPr anchor="ctr">
            <ns1:noAutofit/>
          </ns1:bodyPr>
          <ns1:lstStyle>
            <ns1:lvl1pPr>
              <ns1:buNone/>
              <ns1:defRPr sz="1800" b="0" i="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 показателя</ns1:t>
            </ns1:r>
          </ns1:p>
        </ns0:txBody>
      </ns0:sp>
      <ns0:sp>
        <ns0:nvSpPr>
          <ns0:cNvPr id="93" name="Рисунок 84">
            <ns1:extLst>
              <ns1:ext uri="{FF2B5EF4-FFF2-40B4-BE49-F238E27FC236}">
                <ns2:creationId id="{209753BC-E7F9-6AFD-FA20-09A44A57AAE1}"/>
              </ns1:ext>
            </ns1:extLst>
          </ns0:cNvPr>
          <ns0:cNvSpPr>
            <ns1:spLocks noGrp="1"/>
          </ns0:cNvSpPr>
          <ns0:nvPr>
            <ns0:ph type="pic" idx="125" hasCustomPrompt="1"/>
          </ns0:nvPr>
        </ns0:nvSpPr>
        <ns0:spPr>
          <ns1:xfrm>
            <ns1:off x="7516295" y="8371499"/>
            <ns1:ext cx="2566197" cy="171451"/>
          </ns1:xfrm>
          <ns1:prstGeom prst="rect">
            <ns1:avLst/>
          </ns1:prstGeom>
          <ns1:blipFill>
            <ns1:blip ns3:embed="Rb1c68a48b3a945e5">
              <ns1:extLst>
                <ns1:ext uri="{96DAC541-7B7A-43D3-8B79-37D633B846F1}">
                  <ns4:svgBlip ns3:embed="R466587fce7a947a0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Autofit/>
          </ns1:bodyPr>
          <ns1:lstStyle>
            <ns1:lvl1pPr>
              <ns1:buNone/>
              <ns1:defRPr sz="1600"/>
            </ns1:lvl1pPr>
          </ns1:lstStyle>
          <ns1:p>
            <ns1:r>
              <ns1:t> </ns1:t>
            </ns1:r>
          </ns1:p>
        </ns0:txBody>
      </ns0:sp>
      <ns0:sp>
        <ns0:nvSpPr>
          <ns0:cNvPr id="3" name="Рисунок 3">
            <ns1:extLst>
              <ns1:ext uri="{FF2B5EF4-FFF2-40B4-BE49-F238E27FC236}">
                <ns2:creationId id="{AEFBF170-935B-CC61-76ED-E141D2F00D34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4" name="Текст 16">
            <ns1:extLst>
              <ns1:ext uri="{FF2B5EF4-FFF2-40B4-BE49-F238E27FC236}">
                <ns2:creationId id="{2CDAA0FE-741B-840A-886A-1018F92AFFED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77aaf645a53549a8">
              <ns1:extLst>
                <ns1:ext uri="{96DAC541-7B7A-43D3-8B79-37D633B846F1}">
                  <ns4:svgBlip ns3:embed="R1256cfdc4f1b457e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5" name="Текст 16">
            <ns1:extLst>
              <ns1:ext uri="{FF2B5EF4-FFF2-40B4-BE49-F238E27FC236}">
                <ns2:creationId id="{D0925411-04CD-3E93-7468-F0D1BF058815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80ac66c7c22948b0">
              <ns1:extLst>
                <ns1:ext uri="{96DAC541-7B7A-43D3-8B79-37D633B846F1}">
                  <ns4:svgBlip ns3:embed="Refc69b75d37a47ee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2" name="Текст 5">
            <ns1:extLst>
              <ns1:ext uri="{FF2B5EF4-FFF2-40B4-BE49-F238E27FC236}">
                <ns2:creationId id="{A8BDF520-514E-0CB6-AB53-ED41EC711809}"/>
              </ns1:ext>
            </ns1:extLst>
          </ns0:cNvPr>
          <ns0:cNvSpPr>
            <ns1:spLocks noGrp="1"/>
          </ns0:cNvSpPr>
          <ns0:nvPr>
            <ns0:ph type="body" idx="127" hasCustomPrompt="1"/>
          </ns0:nvPr>
        </ns0:nvSpPr>
        <ns0:spPr>
          <ns1:xfrm>
            <ns1:off x="6358253" y="2833449"/>
            <ns1:ext cx="1228725" cy="1228725"/>
          </ns1:xfrm>
          <ns1:prstGeom prst="ellipse">
            <ns1:avLst/>
          </ns1:prstGeom>
          <ns1:solidFill>
            <ns1:schemeClr val="accent1">
              <ns1:lumMod val="40000"/>
              <ns1:lumOff val="60000"/>
            </ns1:schemeClr>
          </ns1:solidFill>
        </ns0:spPr>
        <ns0:txBody>
          <ns1:bodyPr anchor="ctr">
            <ns1:noAutofit/>
          </ns1:bodyPr>
          <ns1:lstStyle>
            <ns1:lvl1pPr algn="ctr">
              <ns1:lnSpc>
                <ns1:spcPct val="90000"/>
              </ns1:lnSpc>
              <ns1:buNone/>
              <ns1:defRPr sz="26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</ns1:lstStyle>
          <ns1:p>
            <ns1:pPr lvl="0">
              <ns1:buNone/>
            </ns1:pPr>
            <ns1:r>
              <ns1:t> 80 млн</ns1:t>
            </ns1:r>
          </ns1:p>
        </ns0:txBody>
      </ns0:sp>
      <ns0:sp>
        <ns0:nvSpPr>
          <ns0:cNvPr id="6" name="Текст 5">
            <ns1:extLst>
              <ns1:ext uri="{FF2B5EF4-FFF2-40B4-BE49-F238E27FC236}">
                <ns2:creationId id="{5C231F51-E10D-03E3-13BC-7114CEAFEDF4}"/>
              </ns1:ext>
            </ns1:extLst>
          </ns0:cNvPr>
          <ns0:cNvSpPr>
            <ns1:spLocks noGrp="1"/>
          </ns0:cNvSpPr>
          <ns0:nvPr>
            <ns0:ph type="body" idx="128" hasCustomPrompt="1"/>
          </ns0:nvPr>
        </ns0:nvSpPr>
        <ns0:spPr>
          <ns1:xfrm>
            <ns1:off x="6979057" y="5049112"/>
            <ns1:ext cx="1228725" cy="1228725"/>
          </ns1:xfrm>
          <ns1:prstGeom prst="ellipse">
            <ns1:avLst/>
          </ns1:prstGeom>
          <ns1:solidFill>
            <ns1:schemeClr val="accent1">
              <ns1:lumMod val="20000"/>
              <ns1:lumOff val="80000"/>
            </ns1:schemeClr>
          </ns1:solidFill>
        </ns0:spPr>
        <ns0:txBody>
          <ns1:bodyPr anchor="ctr">
            <ns1:noAutofit/>
          </ns1:bodyPr>
          <ns1:lstStyle>
            <ns1:lvl1pPr algn="ctr">
              <ns1:lnSpc>
                <ns1:spcPct val="90000"/>
              </ns1:lnSpc>
              <ns1:buNone/>
              <ns1:defRPr sz="2600" b="0" i="0">
                <ns1:solidFill>
                  <ns1:srgbClr val="FF254A"/>
                </ns1:solidFill>
                <ns1:latin typeface="Golos Text SemiBold"/>
                <ns1:ea typeface="Golos Text SemiBold"/>
                <ns1:cs typeface="Golos Text SemiBold"/>
              </ns1:defRPr>
            </ns1:lvl1pPr>
          </ns1:lstStyle>
          <ns1:p>
            <ns1:pPr lvl="0">
              <ns1:buNone/>
            </ns1:pPr>
            <ns1:r>
              <ns1:t> 80 млн</ns1:t>
            </ns1:r>
          </ns1:p>
        </ns0:txBody>
      </ns0:sp>
      <ns0:sp>
        <ns0:nvSpPr>
          <ns0:cNvPr id="7" name="Текст 5">
            <ns1:extLst>
              <ns1:ext uri="{FF2B5EF4-FFF2-40B4-BE49-F238E27FC236}">
                <ns2:creationId id="{4E9F878F-7F02-DAB2-DF5B-665731466192}"/>
              </ns1:ext>
            </ns1:extLst>
          </ns0:cNvPr>
          <ns0:cNvSpPr>
            <ns1:spLocks noGrp="1"/>
          </ns0:cNvSpPr>
          <ns0:nvPr>
            <ns0:ph type="body" idx="129" hasCustomPrompt="1"/>
          </ns0:nvPr>
        </ns0:nvSpPr>
        <ns0:spPr>
          <ns1:xfrm>
            <ns1:off x="6199991" y="7510957"/>
            <ns1:ext cx="1228725" cy="1228725"/>
          </ns1:xfrm>
          <ns1:prstGeom prst="ellipse">
            <ns1:avLst/>
          </ns1:prstGeom>
          <ns1:solidFill>
            <ns1:srgbClr val="FF254A"/>
          </ns1:solidFill>
        </ns0:spPr>
        <ns0:txBody>
          <ns1:bodyPr anchor="ctr">
            <ns1:noAutofit/>
          </ns1:bodyPr>
          <ns1:lstStyle>
            <ns1:lvl1pPr algn="ctr">
              <ns1:lnSpc>
                <ns1:spcPct val="90000"/>
              </ns1:lnSpc>
              <ns1:buNone/>
              <ns1:defRPr sz="2600" b="0" i="0">
                <ns1:solidFill>
                  <ns1:schemeClr val="bg1"/>
                </ns1:solidFill>
                <ns1:latin typeface="Golos Text SemiBold"/>
                <ns1:ea typeface="Golos Text SemiBold"/>
                <ns1:cs typeface="Golos Text SemiBold"/>
              </ns1:defRPr>
            </ns1:lvl1pPr>
          </ns1:lstStyle>
          <ns1:p>
            <ns1:pPr lvl="0">
              <ns1:buNone/>
            </ns1:pPr>
            <ns1:r>
              <ns1:t> 80 млн</ns1:t>
            </ns1:r>
          </ns1:p>
        </ns0:txBody>
      </ns0:sp>
    </ns0:spTree>
  </ns0:cSld>
</ns0:sldLayout>
</file>

<file path=ppt/slideLayouts/slideLayout77.xml><?xml version="1.0" encoding="utf-8"?>
<ns0:sldLayout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preserve="1" userDrawn="1">
  <ns0:cSld name="Сложный 9">
    <ns0:bg>
      <ns0:bgPr>
        <ns1:solidFill>
          <ns1:schemeClr val="bg1">
            <ns1:lumMod val="95000"/>
          </ns1:schemeClr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Рисунок 5">
            <ns1:extLst>
              <ns1:ext uri="{FF2B5EF4-FFF2-40B4-BE49-F238E27FC236}">
                <ns2:creationId id="{D8D9CB06-BF4E-2FBB-F9FC-AE4ABE29FBCA}"/>
              </ns1:ext>
            </ns1:extLst>
          </ns0:cNvPr>
          <ns0:cNvSpPr>
            <ns1:spLocks noGrp="1"/>
          </ns0:cNvSpPr>
          <ns0:nvPr>
            <ns0:ph type="pic" idx="142" hasCustomPrompt="1"/>
          </ns0:nvPr>
        </ns0:nvSpPr>
        <ns0:spPr>
          <ns1:xfrm>
            <ns1:off x="3785920" y="2311376"/>
            <ns1:ext cx="10780269" cy="5521299"/>
          </ns1:xfrm>
          <ns1:prstGeom prst="rect">
            <ns1:avLst/>
          </ns1:prstGeom>
          <ns1:blipFill>
            <ns1:blip ns3:embed="Rb2be51378574479a">
              <ns1:extLst>
                <ns1:ext uri="{96DAC541-7B7A-43D3-8B79-37D633B846F1}">
                  <ns4:svgBlip ns3:embed="R8e876de6e1f34174"/>
                </ns1:ext>
              </ns1:extLst>
            </ns1:blip>
            <ns1:srcRect l="0" t="0" r="0" b="0"/>
            <ns1:stretch>
              <ns1:fillRect l="0" t="5692" r="0" b="5692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600"/>
            </ns1:lvl1pPr>
          </ns1:lstStyle>
          <ns1:p>
            <ns1:r>
              <ns1:t> </ns1:t>
            </ns1:r>
          </ns1:p>
        </ns0:txBody>
      </ns0:sp>
      <ns0:sp>
        <ns0:nvSpPr>
          <ns0:cNvPr id="33" name="Заголовок 32">
            <ns1:extLst>
              <ns1:ext uri="{FF2B5EF4-FFF2-40B4-BE49-F238E27FC236}">
                <ns2:creationId id="{88CB0D7E-3FC0-1A71-1305-59906311F219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0007048" cy="1133061"/>
          </ns1:xfrm>
        </ns0:spPr>
        <ns0:txBody>
          <ns1:bodyPr>
            <ns1:normAutofit/>
          </ns1:bodyPr>
          <ns1:lstStyle>
            <ns1:lvl1pPr algn="l">
              <ns1:buNone/>
              <ns1:defRPr sz="4400"/>
            </ns1:lvl1pPr>
          </ns1:lstStyle>
          <ns1:p>
            <ns1:r>
              <ns1:t>Заголовок слайда в одну или несколько строк</ns1:t>
            </ns1:r>
          </ns1:p>
        </ns0:txBody>
      </ns0:sp>
      <ns0:sp>
        <ns0:nvSpPr>
          <ns0:cNvPr id="74" name="Рисунок 11">
            <ns1:extLst>
              <ns1:ext uri="{FF2B5EF4-FFF2-40B4-BE49-F238E27FC236}">
                <ns2:creationId id="{500BEBFD-2698-0DF9-CD8A-D47D7FC083F7}"/>
              </ns1:ext>
            </ns1:extLst>
          </ns0:cNvPr>
          <ns0:cNvSpPr>
            <ns1:spLocks noGrp="1"/>
          </ns0:cNvSpPr>
          <ns0:nvPr>
            <ns0:ph type="pic" idx="95" hasCustomPrompt="1"/>
          </ns0:nvPr>
        </ns0:nvSpPr>
        <ns0:spPr>
          <ns1:xfrm>
            <ns1:off x="952500" y="4020939"/>
            <ns1:ext cx="3128535" cy="2102174"/>
          </ns1:xfrm>
          <ns1:prstGeom prst="roundRect">
            <ns1:avLst>
              <ns1:gd name="adj" fmla="val 9545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75" name="Текст 39">
            <ns1:extLst>
              <ns1:ext uri="{FF2B5EF4-FFF2-40B4-BE49-F238E27FC236}">
                <ns2:creationId id="{A0BD79EA-C441-430E-47DA-F72578015BF1}"/>
              </ns1:ext>
            </ns1:extLst>
          </ns0:cNvPr>
          <ns0:cNvSpPr>
            <ns1:spLocks noGrp="1"/>
          </ns0:cNvSpPr>
          <ns0:nvPr>
            <ns0:ph type="body" idx="73" hasCustomPrompt="1"/>
          </ns0:nvPr>
        </ns0:nvSpPr>
        <ns0:spPr>
          <ns1:xfrm>
            <ns1:off x="1175055" y="5223160"/>
            <ns1:ext cx="2617016" cy="552971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в 1</ns1:t>
            </ns1:r>
            <ns1:br/>
            <ns1:r>
              <ns1:t>или несколько строк</ns1:t>
            </ns1:r>
          </ns1:p>
        </ns0:txBody>
      </ns0:sp>
      <ns0:sp>
        <ns0:nvSpPr>
          <ns0:cNvPr id="76" name="Текст 39">
            <ns1:extLst>
              <ns1:ext uri="{FF2B5EF4-FFF2-40B4-BE49-F238E27FC236}">
                <ns2:creationId id="{6001D0CC-49B4-B96B-738B-B2159652118E}"/>
              </ns1:ext>
            </ns1:extLst>
          </ns0:cNvPr>
          <ns0:cNvSpPr>
            <ns1:spLocks noGrp="1"/>
          </ns0:cNvSpPr>
          <ns0:nvPr>
            <ns0:ph type="body" idx="78" hasCustomPrompt="1"/>
          </ns0:nvPr>
        </ns0:nvSpPr>
        <ns0:spPr>
          <ns1:xfrm>
            <ns1:off x="1175054" y="4631933"/>
            <ns1:ext cx="2617017" cy="510545"/>
          </ns1:xfrm>
        </ns0:spPr>
        <ns0:txBody>
          <ns1:bodyPr anchor="ctr">
            <ns1:noAutofit/>
          </ns1:bodyPr>
          <ns1:lstStyle>
            <ns1:lvl1pPr>
              <ns1:buNone/>
              <ns1:defRPr sz="18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</ns1:t>
            </ns1:r>
            <ns1:br/>
            <ns1:r>
              <ns1:t>максимум в 2 строки</ns1:t>
            </ns1:r>
          </ns1:p>
        </ns0:txBody>
      </ns0:sp>
      <ns0:sp>
        <ns0:nvSpPr>
          <ns0:cNvPr id="77" name="Рисунок 16">
            <ns1:extLst>
              <ns1:ext uri="{FF2B5EF4-FFF2-40B4-BE49-F238E27FC236}">
                <ns2:creationId id="{D7ED0CFF-8670-906A-2597-5BFF672147BC}"/>
              </ns1:ext>
            </ns1:extLst>
          </ns0:cNvPr>
          <ns0:cNvSpPr>
            <ns1:spLocks noGrp="1"/>
          </ns0:cNvSpPr>
          <ns0:nvPr>
            <ns0:ph type="pic" idx="114" hasCustomPrompt="1"/>
          </ns0:nvPr>
        </ns0:nvSpPr>
        <ns0:spPr>
          <ns1:xfrm>
            <ns1:off x="1175054" y="4189463"/>
            <ns1:ext cx="254047" cy="289273"/>
          </ns1:xfrm>
          <ns1:prstGeom prst="rect">
            <ns1:avLst/>
          </ns1:prstGeom>
          <ns1:blipFill>
            <ns1:blip ns3:embed="R44fc2c4fe5cc432a">
              <ns1:extLst>
                <ns1:ext uri="{96DAC541-7B7A-43D3-8B79-37D633B846F1}">
                  <ns4:svgBlip ns3:embed="R5206831e74ca4f2e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78" name="Рисунок 11">
            <ns1:extLst>
              <ns1:ext uri="{FF2B5EF4-FFF2-40B4-BE49-F238E27FC236}">
                <ns2:creationId id="{00857A77-F289-BB29-1A04-589315D6D824}"/>
              </ns1:ext>
            </ns1:extLst>
          </ns0:cNvPr>
          <ns0:cNvSpPr>
            <ns1:spLocks noGrp="1"/>
          </ns0:cNvSpPr>
          <ns0:nvPr>
            <ns0:ph type="pic" idx="115" hasCustomPrompt="1"/>
          </ns0:nvPr>
        </ns0:nvSpPr>
        <ns0:spPr>
          <ns1:xfrm>
            <ns1:off x="7555006" y="4162461"/>
            <ns1:ext cx="3404542" cy="1587476"/>
          </ns1:xfrm>
          <ns1:prstGeom prst="roundRect">
            <ns1:avLst>
              <ns1:gd name="adj" fmla="val 9545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79" name="Текст 39">
            <ns1:extLst>
              <ns1:ext uri="{FF2B5EF4-FFF2-40B4-BE49-F238E27FC236}">
                <ns2:creationId id="{B25DA77C-CEBA-8F54-93DF-B52D7EBD19F9}"/>
              </ns1:ext>
            </ns1:extLst>
          </ns0:cNvPr>
          <ns0:cNvSpPr>
            <ns1:spLocks noGrp="1"/>
          </ns0:cNvSpPr>
          <ns0:nvPr>
            <ns0:ph type="body" idx="116" hasCustomPrompt="1"/>
          </ns0:nvPr>
        </ns0:nvSpPr>
        <ns0:spPr>
          <ns1:xfrm>
            <ns1:off x="7777561" y="4989855"/>
            <ns1:ext cx="2617016" cy="552971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в 1</ns1:t>
            </ns1:r>
            <ns1:br/>
            <ns1:r>
              <ns1:t>или несколько строк</ns1:t>
            </ns1:r>
          </ns1:p>
        </ns0:txBody>
      </ns0:sp>
      <ns0:sp>
        <ns0:nvSpPr>
          <ns0:cNvPr id="80" name="Текст 39">
            <ns1:extLst>
              <ns1:ext uri="{FF2B5EF4-FFF2-40B4-BE49-F238E27FC236}">
                <ns2:creationId id="{C0808562-0A17-1667-E667-952874A796DE}"/>
              </ns1:ext>
            </ns1:extLst>
          </ns0:cNvPr>
          <ns0:cNvSpPr>
            <ns1:spLocks noGrp="1"/>
          </ns0:cNvSpPr>
          <ns0:nvPr>
            <ns0:ph type="body" idx="117" hasCustomPrompt="1"/>
          </ns0:nvPr>
        </ns0:nvSpPr>
        <ns0:spPr>
          <ns1:xfrm>
            <ns1:off x="7777560" y="4398628"/>
            <ns1:ext cx="2617017" cy="510545"/>
          </ns1:xfrm>
        </ns0:spPr>
        <ns0:txBody>
          <ns1:bodyPr anchor="ctr">
            <ns1:noAutofit/>
          </ns1:bodyPr>
          <ns1:lstStyle>
            <ns1:lvl1pPr>
              <ns1:buNone/>
              <ns1:defRPr sz="18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</ns1:t>
            </ns1:r>
            <ns1:br/>
            <ns1:r>
              <ns1:t>максимум в 2 строки</ns1:t>
            </ns1:r>
          </ns1:p>
        </ns0:txBody>
      </ns0:sp>
      <ns0:sp>
        <ns0:nvSpPr>
          <ns0:cNvPr id="81" name="Рисунок 11">
            <ns1:extLst>
              <ns1:ext uri="{FF2B5EF4-FFF2-40B4-BE49-F238E27FC236}">
                <ns2:creationId id="{2333DAC8-0E9A-010F-E29E-0D1FFD8354B1}"/>
              </ns1:ext>
            </ns1:extLst>
          </ns0:cNvPr>
          <ns0:cNvSpPr>
            <ns1:spLocks noGrp="1"/>
          </ns0:cNvSpPr>
          <ns0:nvPr>
            <ns0:ph type="pic" idx="118" hasCustomPrompt="1"/>
          </ns0:nvPr>
        </ns0:nvSpPr>
        <ns0:spPr>
          <ns1:xfrm>
            <ns1:off x="7555006" y="2266426"/>
            <ns1:ext cx="3404542" cy="1587476"/>
          </ns1:xfrm>
          <ns1:prstGeom prst="roundRect">
            <ns1:avLst>
              <ns1:gd name="adj" fmla="val 9545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82" name="Текст 39">
            <ns1:extLst>
              <ns1:ext uri="{FF2B5EF4-FFF2-40B4-BE49-F238E27FC236}">
                <ns2:creationId id="{82C5AF21-1AD8-ED68-1293-381F059DDE7D}"/>
              </ns1:ext>
            </ns1:extLst>
          </ns0:cNvPr>
          <ns0:cNvSpPr>
            <ns1:spLocks noGrp="1"/>
          </ns0:cNvSpPr>
          <ns0:nvPr>
            <ns0:ph type="body" idx="119" hasCustomPrompt="1"/>
          </ns0:nvPr>
        </ns0:nvSpPr>
        <ns0:spPr>
          <ns1:xfrm>
            <ns1:off x="7777561" y="3093820"/>
            <ns1:ext cx="2617016" cy="552971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в 1</ns1:t>
            </ns1:r>
            <ns1:br/>
            <ns1:r>
              <ns1:t>или несколько строк</ns1:t>
            </ns1:r>
          </ns1:p>
        </ns0:txBody>
      </ns0:sp>
      <ns0:sp>
        <ns0:nvSpPr>
          <ns0:cNvPr id="83" name="Текст 39">
            <ns1:extLst>
              <ns1:ext uri="{FF2B5EF4-FFF2-40B4-BE49-F238E27FC236}">
                <ns2:creationId id="{015273E9-58D5-8C40-DF3E-43120C139128}"/>
              </ns1:ext>
            </ns1:extLst>
          </ns0:cNvPr>
          <ns0:cNvSpPr>
            <ns1:spLocks noGrp="1"/>
          </ns0:cNvSpPr>
          <ns0:nvPr>
            <ns0:ph type="body" idx="120" hasCustomPrompt="1"/>
          </ns0:nvPr>
        </ns0:nvSpPr>
        <ns0:spPr>
          <ns1:xfrm>
            <ns1:off x="7777560" y="2502593"/>
            <ns1:ext cx="2617017" cy="510545"/>
          </ns1:xfrm>
        </ns0:spPr>
        <ns0:txBody>
          <ns1:bodyPr anchor="ctr">
            <ns1:noAutofit/>
          </ns1:bodyPr>
          <ns1:lstStyle>
            <ns1:lvl1pPr>
              <ns1:buNone/>
              <ns1:defRPr sz="18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</ns1:t>
            </ns1:r>
            <ns1:br/>
            <ns1:r>
              <ns1:t>максимум в 2 строки</ns1:t>
            </ns1:r>
          </ns1:p>
        </ns0:txBody>
      </ns0:sp>
      <ns0:sp>
        <ns0:nvSpPr>
          <ns0:cNvPr id="84" name="Рисунок 11">
            <ns1:extLst>
              <ns1:ext uri="{FF2B5EF4-FFF2-40B4-BE49-F238E27FC236}">
                <ns2:creationId id="{447FE89A-B57F-A146-5A71-199E277977D1}"/>
              </ns1:ext>
            </ns1:extLst>
          </ns0:cNvPr>
          <ns0:cNvSpPr>
            <ns1:spLocks noGrp="1"/>
          </ns0:cNvSpPr>
          <ns0:nvPr>
            <ns0:ph type="pic" idx="121" hasCustomPrompt="1"/>
          </ns0:nvPr>
        </ns0:nvSpPr>
        <ns0:spPr>
          <ns1:xfrm>
            <ns1:off x="7555006" y="6058496"/>
            <ns1:ext cx="3404542" cy="1587476"/>
          </ns1:xfrm>
          <ns1:prstGeom prst="roundRect">
            <ns1:avLst>
              <ns1:gd name="adj" fmla="val 9545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85" name="Текст 39">
            <ns1:extLst>
              <ns1:ext uri="{FF2B5EF4-FFF2-40B4-BE49-F238E27FC236}">
                <ns2:creationId id="{BB5DC0E6-4EA0-A6AA-2454-8038248B9583}"/>
              </ns1:ext>
            </ns1:extLst>
          </ns0:cNvPr>
          <ns0:cNvSpPr>
            <ns1:spLocks noGrp="1"/>
          </ns0:cNvSpPr>
          <ns0:nvPr>
            <ns0:ph type="body" idx="122" hasCustomPrompt="1"/>
          </ns0:nvPr>
        </ns0:nvSpPr>
        <ns0:spPr>
          <ns1:xfrm>
            <ns1:off x="7777561" y="6885890"/>
            <ns1:ext cx="2617016" cy="552971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в 1</ns1:t>
            </ns1:r>
            <ns1:br/>
            <ns1:r>
              <ns1:t>или несколько строк</ns1:t>
            </ns1:r>
          </ns1:p>
        </ns0:txBody>
      </ns0:sp>
      <ns0:sp>
        <ns0:nvSpPr>
          <ns0:cNvPr id="86" name="Текст 39">
            <ns1:extLst>
              <ns1:ext uri="{FF2B5EF4-FFF2-40B4-BE49-F238E27FC236}">
                <ns2:creationId id="{AEB55752-E027-7558-A637-A4A19C0AC53C}"/>
              </ns1:ext>
            </ns1:extLst>
          </ns0:cNvPr>
          <ns0:cNvSpPr>
            <ns1:spLocks noGrp="1"/>
          </ns0:cNvSpPr>
          <ns0:nvPr>
            <ns0:ph type="body" idx="123" hasCustomPrompt="1"/>
          </ns0:nvPr>
        </ns0:nvSpPr>
        <ns0:spPr>
          <ns1:xfrm>
            <ns1:off x="7777560" y="6294663"/>
            <ns1:ext cx="2617017" cy="510545"/>
          </ns1:xfrm>
        </ns0:spPr>
        <ns0:txBody>
          <ns1:bodyPr anchor="ctr">
            <ns1:noAutofit/>
          </ns1:bodyPr>
          <ns1:lstStyle>
            <ns1:lvl1pPr>
              <ns1:buNone/>
              <ns1:defRPr sz="18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</ns1:t>
            </ns1:r>
            <ns1:br/>
            <ns1:r>
              <ns1:t>максимум в 2 строки</ns1:t>
            </ns1:r>
          </ns1:p>
        </ns0:txBody>
      </ns0:sp>
      <ns0:sp>
        <ns0:nvSpPr>
          <ns0:cNvPr id="87" name="Рисунок 11">
            <ns1:extLst>
              <ns1:ext uri="{FF2B5EF4-FFF2-40B4-BE49-F238E27FC236}">
                <ns2:creationId id="{300BB614-C95B-28DA-00A5-6671E128E86F}"/>
              </ns1:ext>
            </ns1:extLst>
          </ns0:cNvPr>
          <ns0:cNvSpPr>
            <ns1:spLocks noGrp="1"/>
          </ns0:cNvSpPr>
          <ns0:nvPr>
            <ns0:ph type="pic" idx="124" hasCustomPrompt="1"/>
          </ns0:nvPr>
        </ns0:nvSpPr>
        <ns0:spPr>
          <ns1:xfrm>
            <ns1:off x="14197853" y="4162461"/>
            <ns1:ext cx="3128535" cy="1587476"/>
          </ns1:xfrm>
          <ns1:prstGeom prst="roundRect">
            <ns1:avLst>
              <ns1:gd name="adj" fmla="val 9545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88" name="Текст 39">
            <ns1:extLst>
              <ns1:ext uri="{FF2B5EF4-FFF2-40B4-BE49-F238E27FC236}">
                <ns2:creationId id="{9DE74118-19C9-97B2-E16C-0BABDF330C0E}"/>
              </ns1:ext>
            </ns1:extLst>
          </ns0:cNvPr>
          <ns0:cNvSpPr>
            <ns1:spLocks noGrp="1"/>
          </ns0:cNvSpPr>
          <ns0:nvPr>
            <ns0:ph type="body" idx="125" hasCustomPrompt="1"/>
          </ns0:nvPr>
        </ns0:nvSpPr>
        <ns0:spPr>
          <ns1:xfrm>
            <ns1:off x="14420408" y="4989855"/>
            <ns1:ext cx="2617016" cy="552971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в 1</ns1:t>
            </ns1:r>
            <ns1:br/>
            <ns1:r>
              <ns1:t>или несколько строк</ns1:t>
            </ns1:r>
          </ns1:p>
        </ns0:txBody>
      </ns0:sp>
      <ns0:sp>
        <ns0:nvSpPr>
          <ns0:cNvPr id="89" name="Текст 39">
            <ns1:extLst>
              <ns1:ext uri="{FF2B5EF4-FFF2-40B4-BE49-F238E27FC236}">
                <ns2:creationId id="{777D9116-24E3-BAF3-4945-8E904BBB4AF2}"/>
              </ns1:ext>
            </ns1:extLst>
          </ns0:cNvPr>
          <ns0:cNvSpPr>
            <ns1:spLocks noGrp="1"/>
          </ns0:cNvSpPr>
          <ns0:nvPr>
            <ns0:ph type="body" idx="126" hasCustomPrompt="1"/>
          </ns0:nvPr>
        </ns0:nvSpPr>
        <ns0:spPr>
          <ns1:xfrm>
            <ns1:off x="14420407" y="4398628"/>
            <ns1:ext cx="2617017" cy="510545"/>
          </ns1:xfrm>
        </ns0:spPr>
        <ns0:txBody>
          <ns1:bodyPr anchor="ctr">
            <ns1:noAutofit/>
          </ns1:bodyPr>
          <ns1:lstStyle>
            <ns1:lvl1pPr>
              <ns1:buNone/>
              <ns1:defRPr sz="18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</ns1:t>
            </ns1:r>
            <ns1:br/>
            <ns1:r>
              <ns1:t>максимум в 2 строки</ns1:t>
            </ns1:r>
          </ns1:p>
        </ns0:txBody>
      </ns0:sp>
      <ns0:sp>
        <ns0:nvSpPr>
          <ns0:cNvPr id="90" name="Рисунок 11">
            <ns1:extLst>
              <ns1:ext uri="{FF2B5EF4-FFF2-40B4-BE49-F238E27FC236}">
                <ns2:creationId id="{CF60650C-0E2E-AD5E-E379-7D9681664FFB}"/>
              </ns1:ext>
            </ns1:extLst>
          </ns0:cNvPr>
          <ns0:cNvSpPr>
            <ns1:spLocks noGrp="1"/>
          </ns0:cNvSpPr>
          <ns0:nvPr>
            <ns0:ph type="pic" idx="127" hasCustomPrompt="1"/>
          </ns0:nvPr>
        </ns0:nvSpPr>
        <ns0:spPr>
          <ns1:xfrm>
            <ns1:off x="14197853" y="2266426"/>
            <ns1:ext cx="3128535" cy="1587476"/>
          </ns1:xfrm>
          <ns1:prstGeom prst="roundRect">
            <ns1:avLst>
              <ns1:gd name="adj" fmla="val 9545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91" name="Текст 39">
            <ns1:extLst>
              <ns1:ext uri="{FF2B5EF4-FFF2-40B4-BE49-F238E27FC236}">
                <ns2:creationId id="{BDD54D17-D5B1-C83F-15AC-C679DFEBF339}"/>
              </ns1:ext>
            </ns1:extLst>
          </ns0:cNvPr>
          <ns0:cNvSpPr>
            <ns1:spLocks noGrp="1"/>
          </ns0:cNvSpPr>
          <ns0:nvPr>
            <ns0:ph type="body" idx="128" hasCustomPrompt="1"/>
          </ns0:nvPr>
        </ns0:nvSpPr>
        <ns0:spPr>
          <ns1:xfrm>
            <ns1:off x="14420408" y="3093820"/>
            <ns1:ext cx="2617016" cy="552971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в 1</ns1:t>
            </ns1:r>
            <ns1:br/>
            <ns1:r>
              <ns1:t>или несколько строк</ns1:t>
            </ns1:r>
          </ns1:p>
        </ns0:txBody>
      </ns0:sp>
      <ns0:sp>
        <ns0:nvSpPr>
          <ns0:cNvPr id="92" name="Текст 39">
            <ns1:extLst>
              <ns1:ext uri="{FF2B5EF4-FFF2-40B4-BE49-F238E27FC236}">
                <ns2:creationId id="{2E4112E5-91BF-B6AF-D9C3-AF3AD76542CA}"/>
              </ns1:ext>
            </ns1:extLst>
          </ns0:cNvPr>
          <ns0:cNvSpPr>
            <ns1:spLocks noGrp="1"/>
          </ns0:cNvSpPr>
          <ns0:nvPr>
            <ns0:ph type="body" idx="129" hasCustomPrompt="1"/>
          </ns0:nvPr>
        </ns0:nvSpPr>
        <ns0:spPr>
          <ns1:xfrm>
            <ns1:off x="14420407" y="2502593"/>
            <ns1:ext cx="2617017" cy="510545"/>
          </ns1:xfrm>
        </ns0:spPr>
        <ns0:txBody>
          <ns1:bodyPr anchor="ctr">
            <ns1:noAutofit/>
          </ns1:bodyPr>
          <ns1:lstStyle>
            <ns1:lvl1pPr>
              <ns1:buNone/>
              <ns1:defRPr sz="18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</ns1:t>
            </ns1:r>
            <ns1:br/>
            <ns1:r>
              <ns1:t>максимум в 2 строки</ns1:t>
            </ns1:r>
          </ns1:p>
        </ns0:txBody>
      </ns0:sp>
      <ns0:sp>
        <ns0:nvSpPr>
          <ns0:cNvPr id="93" name="Рисунок 11">
            <ns1:extLst>
              <ns1:ext uri="{FF2B5EF4-FFF2-40B4-BE49-F238E27FC236}">
                <ns2:creationId id="{F6CAAD7C-5214-06F5-0562-55F1FBDD7ED2}"/>
              </ns1:ext>
            </ns1:extLst>
          </ns0:cNvPr>
          <ns0:cNvSpPr>
            <ns1:spLocks noGrp="1"/>
          </ns0:cNvSpPr>
          <ns0:nvPr>
            <ns0:ph type="pic" idx="130" hasCustomPrompt="1"/>
          </ns0:nvPr>
        </ns0:nvSpPr>
        <ns0:spPr>
          <ns1:xfrm>
            <ns1:off x="14197853" y="6058496"/>
            <ns1:ext cx="3128535" cy="1587476"/>
          </ns1:xfrm>
          <ns1:prstGeom prst="roundRect">
            <ns1:avLst>
              <ns1:gd name="adj" fmla="val 9545"/>
            </ns1:avLst>
          </ns1:prstGeom>
          <ns1:solidFill>
            <ns1:schemeClr val="bg1"/>
          </ns1:solidFill>
          <ns1:ln>
            <ns1:noFill/>
          </ns1:ln>
        </ns0:spPr>
        <ns0:txBody>
          <ns1:bodyPr>
            <ns1:normAutofit/>
          </ns1:bodyPr>
          <ns1:lstStyle>
            <ns1:lvl1pPr>
              <ns1:buNone/>
              <ns1:defRPr sz="400">
                <ns1:solidFill>
                  <ns1:schemeClr val="bg1"/>
                </ns1:solidFill>
              </ns1:defRPr>
            </ns1:lvl1pPr>
          </ns1:lstStyle>
          <ns1:p>
            <ns1:r>
              <ns1:t> </ns1:t>
            </ns1:r>
          </ns1:p>
        </ns0:txBody>
      </ns0:sp>
      <ns0:sp>
        <ns0:nvSpPr>
          <ns0:cNvPr id="94" name="Текст 39">
            <ns1:extLst>
              <ns1:ext uri="{FF2B5EF4-FFF2-40B4-BE49-F238E27FC236}">
                <ns2:creationId id="{67B3CEEE-CD5B-2822-C55E-33F880C69880}"/>
              </ns1:ext>
            </ns1:extLst>
          </ns0:cNvPr>
          <ns0:cNvSpPr>
            <ns1:spLocks noGrp="1"/>
          </ns0:cNvSpPr>
          <ns0:nvPr>
            <ns0:ph type="body" idx="131" hasCustomPrompt="1"/>
          </ns0:nvPr>
        </ns0:nvSpPr>
        <ns0:spPr>
          <ns1:xfrm>
            <ns1:off x="14420408" y="6885890"/>
            <ns1:ext cx="2617016" cy="552971"/>
          </ns1:xfrm>
        </ns0:spPr>
        <ns0:txBody>
          <ns1:bodyPr>
            <ns1:noAutofit/>
          </ns1:bodyPr>
          <ns1:lstStyle>
            <ns1:lvl1pPr>
              <ns1:buNone/>
              <ns1:defRPr sz="16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в 1</ns1:t>
            </ns1:r>
            <ns1:br/>
            <ns1:r>
              <ns1:t>или несколько строк</ns1:t>
            </ns1:r>
          </ns1:p>
        </ns0:txBody>
      </ns0:sp>
      <ns0:sp>
        <ns0:nvSpPr>
          <ns0:cNvPr id="95" name="Текст 39">
            <ns1:extLst>
              <ns1:ext uri="{FF2B5EF4-FFF2-40B4-BE49-F238E27FC236}">
                <ns2:creationId id="{FBF26328-6426-6C33-5537-E1B3EDAAA103}"/>
              </ns1:ext>
            </ns1:extLst>
          </ns0:cNvPr>
          <ns0:cNvSpPr>
            <ns1:spLocks noGrp="1"/>
          </ns0:cNvSpPr>
          <ns0:nvPr>
            <ns0:ph type="body" idx="132" hasCustomPrompt="1"/>
          </ns0:nvPr>
        </ns0:nvSpPr>
        <ns0:spPr>
          <ns1:xfrm>
            <ns1:off x="14420407" y="6294663"/>
            <ns1:ext cx="2617017" cy="510545"/>
          </ns1:xfrm>
        </ns0:spPr>
        <ns0:txBody>
          <ns1:bodyPr anchor="ctr">
            <ns1:noAutofit/>
          </ns1:bodyPr>
          <ns1:lstStyle>
            <ns1:lvl1pPr>
              <ns1:buNone/>
              <ns1:defRPr sz="18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Наименование</ns1:t>
            </ns1:r>
            <ns1:br/>
            <ns1:r>
              <ns1:t>максимум в 2 строки</ns1:t>
            </ns1:r>
          </ns1:p>
        </ns0:txBody>
      </ns0:sp>
      <ns0:sp>
        <ns0:nvSpPr>
          <ns0:cNvPr id="96" name="Текст 39">
            <ns1:extLst>
              <ns1:ext uri="{FF2B5EF4-FFF2-40B4-BE49-F238E27FC236}">
                <ns2:creationId id="{C8D12543-59B9-5B7D-75BF-49A1BEFC8EE0}"/>
              </ns1:ext>
            </ns1:extLst>
          </ns0:cNvPr>
          <ns0:cNvSpPr>
            <ns1:spLocks noGrp="1"/>
          </ns0:cNvSpPr>
          <ns0:nvPr>
            <ns0:ph type="body" idx="133" hasCustomPrompt="1"/>
          </ns0:nvPr>
        </ns0:nvSpPr>
        <ns0:spPr>
          <ns1:xfrm>
            <ns1:off x="7840255" y="8706459"/>
            <ns1:ext cx="2617016" cy="303581"/>
          </ns1:xfrm>
        </ns0:spPr>
        <ns0:txBody>
          <ns1:bodyPr>
            <ns1:noAutofit/>
          </ns1:bodyPr>
          <ns1:lstStyle>
            <ns1:lvl1pPr algn="ctr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в 1 строку</ns1:t>
            </ns1:r>
          </ns1:p>
        </ns0:txBody>
      </ns0:sp>
      <ns0:sp>
        <ns0:nvSpPr>
          <ns0:cNvPr id="97" name="Текст 39">
            <ns1:extLst>
              <ns1:ext uri="{FF2B5EF4-FFF2-40B4-BE49-F238E27FC236}">
                <ns2:creationId id="{8F03F785-0194-40EF-B4B3-C433AAE86E26}"/>
              </ns1:ext>
            </ns1:extLst>
          </ns0:cNvPr>
          <ns0:cNvSpPr>
            <ns1:spLocks noGrp="1"/>
          </ns0:cNvSpPr>
          <ns0:nvPr>
            <ns0:ph type="body" idx="134" hasCustomPrompt="1"/>
          </ns0:nvPr>
        </ns0:nvSpPr>
        <ns0:spPr>
          <ns1:xfrm>
            <ns1:off x="7840254" y="9081758"/>
            <ns1:ext cx="2617017" cy="510545"/>
          </ns1:xfrm>
        </ns0:spPr>
        <ns0:txBody>
          <ns1:bodyPr anchor="ctr">
            <ns1:noAutofit/>
          </ns1:bodyPr>
          <ns1:lstStyle>
            <ns1:lvl1pPr algn="ctr">
              <ns1:buNone/>
              <ns1:defRPr sz="4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25 </ns1:t>
            </ns1:r>
            <ns1:r>
              <ns1:t>тыс</ns1:t>
            </ns1:r>
            <ns1:endParaRPr/>
          </ns1:p>
        </ns0:txBody>
      </ns0:sp>
      <ns0:sp>
        <ns0:nvSpPr>
          <ns0:cNvPr id="98" name="Рисунок 16">
            <ns1:extLst>
              <ns1:ext uri="{FF2B5EF4-FFF2-40B4-BE49-F238E27FC236}">
                <ns2:creationId id="{D06AEB4B-5E84-91F9-DF20-71432F753413}"/>
              </ns1:ext>
            </ns1:extLst>
          </ns0:cNvPr>
          <ns0:cNvSpPr>
            <ns1:spLocks noGrp="1"/>
          </ns0:cNvSpPr>
          <ns0:nvPr>
            <ns0:ph type="pic" idx="135" hasCustomPrompt="1"/>
          </ns0:nvPr>
        </ns0:nvSpPr>
        <ns0:spPr>
          <ns1:xfrm>
            <ns1:off x="8963083" y="8187858"/>
            <ns1:ext cx="371358" cy="422850"/>
          </ns1:xfrm>
          <ns1:prstGeom prst="rect">
            <ns1:avLst/>
          </ns1:prstGeom>
          <ns1:blipFill>
            <ns1:blip ns3:embed="R44fc2c4fe5cc432a">
              <ns1:extLst>
                <ns1:ext uri="{96DAC541-7B7A-43D3-8B79-37D633B846F1}">
                  <ns4:svgBlip ns3:embed="R5206831e74ca4f2e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00" name="Текст 39">
            <ns1:extLst>
              <ns1:ext uri="{FF2B5EF4-FFF2-40B4-BE49-F238E27FC236}">
                <ns2:creationId id="{2FF00445-2D3A-8369-02AE-8F7C85F0AA60}"/>
              </ns1:ext>
            </ns1:extLst>
          </ns0:cNvPr>
          <ns0:cNvSpPr>
            <ns1:spLocks noGrp="1"/>
          </ns0:cNvSpPr>
          <ns0:nvPr>
            <ns0:ph type="body" idx="136" hasCustomPrompt="1"/>
          </ns0:nvPr>
        </ns0:nvSpPr>
        <ns0:spPr>
          <ns1:xfrm>
            <ns1:off x="11202019" y="8706459"/>
            <ns1:ext cx="2617016" cy="303581"/>
          </ns1:xfrm>
        </ns0:spPr>
        <ns0:txBody>
          <ns1:bodyPr>
            <ns1:noAutofit/>
          </ns1:bodyPr>
          <ns1:lstStyle>
            <ns1:lvl1pPr algn="ctr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в 1 строку</ns1:t>
            </ns1:r>
          </ns1:p>
        </ns0:txBody>
      </ns0:sp>
      <ns0:sp>
        <ns0:nvSpPr>
          <ns0:cNvPr id="101" name="Текст 39">
            <ns1:extLst>
              <ns1:ext uri="{FF2B5EF4-FFF2-40B4-BE49-F238E27FC236}">
                <ns2:creationId id="{ED52D1A7-B032-21D4-5653-504168907CC4}"/>
              </ns1:ext>
            </ns1:extLst>
          </ns0:cNvPr>
          <ns0:cNvSpPr>
            <ns1:spLocks noGrp="1"/>
          </ns0:cNvSpPr>
          <ns0:nvPr>
            <ns0:ph type="body" idx="137" hasCustomPrompt="1"/>
          </ns0:nvPr>
        </ns0:nvSpPr>
        <ns0:spPr>
          <ns1:xfrm>
            <ns1:off x="11202018" y="9081758"/>
            <ns1:ext cx="2617017" cy="510545"/>
          </ns1:xfrm>
        </ns0:spPr>
        <ns0:txBody>
          <ns1:bodyPr anchor="ctr">
            <ns1:noAutofit/>
          </ns1:bodyPr>
          <ns1:lstStyle>
            <ns1:lvl1pPr algn="ctr">
              <ns1:buNone/>
              <ns1:defRPr sz="4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25 </ns1:t>
            </ns1:r>
            <ns1:r>
              <ns1:t>тыс</ns1:t>
            </ns1:r>
            <ns1:endParaRPr/>
          </ns1:p>
        </ns0:txBody>
      </ns0:sp>
      <ns0:sp>
        <ns0:nvSpPr>
          <ns0:cNvPr id="102" name="Рисунок 16">
            <ns1:extLst>
              <ns1:ext uri="{FF2B5EF4-FFF2-40B4-BE49-F238E27FC236}">
                <ns2:creationId id="{1D3E2CA8-8A04-CD35-F0E5-66DC31D8AFBE}"/>
              </ns1:ext>
            </ns1:extLst>
          </ns0:cNvPr>
          <ns0:cNvSpPr>
            <ns1:spLocks noGrp="1"/>
          </ns0:cNvSpPr>
          <ns0:nvPr>
            <ns0:ph type="pic" idx="138" hasCustomPrompt="1"/>
          </ns0:nvPr>
        </ns0:nvSpPr>
        <ns0:spPr>
          <ns1:xfrm>
            <ns1:off x="12324847" y="8187858"/>
            <ns1:ext cx="371358" cy="422850"/>
          </ns1:xfrm>
          <ns1:prstGeom prst="rect">
            <ns1:avLst/>
          </ns1:prstGeom>
          <ns1:blipFill>
            <ns1:blip ns3:embed="R44fc2c4fe5cc432a">
              <ns1:extLst>
                <ns1:ext uri="{96DAC541-7B7A-43D3-8B79-37D633B846F1}">
                  <ns4:svgBlip ns3:embed="R5206831e74ca4f2e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103" name="Текст 39">
            <ns1:extLst>
              <ns1:ext uri="{FF2B5EF4-FFF2-40B4-BE49-F238E27FC236}">
                <ns2:creationId id="{D408BDA8-14A1-7E84-CB47-03751CBF033D}"/>
              </ns1:ext>
            </ns1:extLst>
          </ns0:cNvPr>
          <ns0:cNvSpPr>
            <ns1:spLocks noGrp="1"/>
          </ns0:cNvSpPr>
          <ns0:nvPr>
            <ns0:ph type="body" idx="139" hasCustomPrompt="1"/>
          </ns0:nvPr>
        </ns0:nvSpPr>
        <ns0:spPr>
          <ns1:xfrm>
            <ns1:off x="4465043" y="8706459"/>
            <ns1:ext cx="2617016" cy="303581"/>
          </ns1:xfrm>
        </ns0:spPr>
        <ns0:txBody>
          <ns1:bodyPr>
            <ns1:noAutofit/>
          </ns1:bodyPr>
          <ns1:lstStyle>
            <ns1:lvl1pPr algn="ctr">
              <ns1:buNone/>
              <ns1:defRPr sz="1400" b="0" i="0">
                <ns1:latin typeface="Golos Text"/>
                <ns1:ea typeface="Golos Text"/>
                <ns1:cs typeface="Golos Text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Описание в 1 строку</ns1:t>
            </ns1:r>
          </ns1:p>
        </ns0:txBody>
      </ns0:sp>
      <ns0:sp>
        <ns0:nvSpPr>
          <ns0:cNvPr id="104" name="Текст 39">
            <ns1:extLst>
              <ns1:ext uri="{FF2B5EF4-FFF2-40B4-BE49-F238E27FC236}">
                <ns2:creationId id="{6432E35F-59FB-31EB-C354-604DA49CE565}"/>
              </ns1:ext>
            </ns1:extLst>
          </ns0:cNvPr>
          <ns0:cNvSpPr>
            <ns1:spLocks noGrp="1"/>
          </ns0:cNvSpPr>
          <ns0:nvPr>
            <ns0:ph type="body" idx="140" hasCustomPrompt="1"/>
          </ns0:nvPr>
        </ns0:nvSpPr>
        <ns0:spPr>
          <ns1:xfrm>
            <ns1:off x="4465042" y="9081758"/>
            <ns1:ext cx="2617017" cy="510545"/>
          </ns1:xfrm>
        </ns0:spPr>
        <ns0:txBody>
          <ns1:bodyPr anchor="ctr">
            <ns1:noAutofit/>
          </ns1:bodyPr>
          <ns1:lstStyle>
            <ns1:lvl1pPr algn="ctr">
              <ns1:buNone/>
              <ns1:defRPr sz="4000" b="0" i="0">
                <ns1:solidFill>
                  <ns1:schemeClr val="tx1"/>
                </ns1:solidFill>
                <ns1:latin typeface="Golos Text SemiBold"/>
                <ns1:ea typeface="Golos Text SemiBold"/>
                <ns1:cs typeface="Golos Text SemiBold"/>
              </ns1:defRPr>
            </ns1:lvl1pPr>
            <ns1:lvl2pPr>
              <ns1:buNone/>
              <ns1:defRPr sz="2400"/>
            </ns1:lvl2pPr>
            <ns1:lvl3pPr>
              <ns1:buNone/>
              <ns1:defRPr sz="2400"/>
            </ns1:lvl3pPr>
            <ns1:lvl4pPr>
              <ns1:buNone/>
              <ns1:defRPr sz="2400"/>
            </ns1:lvl4pPr>
            <ns1:lvl5pPr>
              <ns1:buNone/>
              <ns1:defRPr sz="2400"/>
            </ns1:lvl5pPr>
          </ns1:lstStyle>
          <ns1:p>
            <ns1:pPr lvl="0">
              <ns1:buNone/>
            </ns1:pPr>
            <ns1:r>
              <ns1:t>25 </ns1:t>
            </ns1:r>
            <ns1:r>
              <ns1:t>тыс</ns1:t>
            </ns1:r>
            <ns1:endParaRPr/>
          </ns1:p>
        </ns0:txBody>
      </ns0:sp>
      <ns0:sp>
        <ns0:nvSpPr>
          <ns0:cNvPr id="105" name="Рисунок 16">
            <ns1:extLst>
              <ns1:ext uri="{FF2B5EF4-FFF2-40B4-BE49-F238E27FC236}">
                <ns2:creationId id="{F08211A2-2099-CF2C-DDFB-FEB903E128BB}"/>
              </ns1:ext>
            </ns1:extLst>
          </ns0:cNvPr>
          <ns0:cNvSpPr>
            <ns1:spLocks noGrp="1"/>
          </ns0:cNvSpPr>
          <ns0:nvPr>
            <ns0:ph type="pic" idx="141" hasCustomPrompt="1"/>
          </ns0:nvPr>
        </ns0:nvSpPr>
        <ns0:spPr>
          <ns1:xfrm>
            <ns1:off x="5587871" y="8187858"/>
            <ns1:ext cx="371358" cy="422850"/>
          </ns1:xfrm>
          <ns1:prstGeom prst="rect">
            <ns1:avLst/>
          </ns1:prstGeom>
          <ns1:blipFill>
            <ns1:blip ns3:embed="R44fc2c4fe5cc432a">
              <ns1:extLst>
                <ns1:ext uri="{96DAC541-7B7A-43D3-8B79-37D633B846F1}">
                  <ns4:svgBlip ns3:embed="R5206831e74ca4f2e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800"/>
            </ns1:lvl1pPr>
          </ns1:lstStyle>
          <ns1:p>
            <ns1:r>
              <ns1:t> </ns1:t>
            </ns1:r>
          </ns1:p>
        </ns0:txBody>
      </ns0:sp>
      <ns0:sp>
        <ns0:nvSpPr>
          <ns0:cNvPr id="3" name="Рисунок 3">
            <ns1:extLst>
              <ns1:ext uri="{FF2B5EF4-FFF2-40B4-BE49-F238E27FC236}">
                <ns2:creationId id="{0CA78067-63EC-7FE2-89AF-3AB676E1F402}"/>
              </ns1:ext>
            </ns1:extLst>
          </ns0:cNvPr>
          <ns0:cNvSpPr>
            <ns1:spLocks noGrp="1"/>
          </ns0:cNvSpPr>
          <ns0:nvPr>
            <ns0:ph type="pic" idx="15" hasCustomPrompt="1"/>
          </ns0:nvPr>
        </ns0:nvSpPr>
        <ns0:spPr>
          <ns1:xfrm>
            <ns1:off x="11872210" y="762000"/>
            <ns1:ext cx="1602704" cy="565512"/>
          </ns1:xfrm>
        </ns0:spPr>
        <ns0:txBody>
          <ns1:bodyPr anchor="ctr">
            <ns1:normAutofit/>
          </ns1:bodyPr>
          <ns1:lstStyle>
            <ns1:lvl1pPr algn="ctr">
              <ns1:buNone/>
              <ns1:defRPr sz="1800"/>
            </ns1:lvl1pPr>
          </ns1:lstStyle>
          <ns1:p>
            <ns1:r>
              <ns1:t> </ns1:t>
            </ns1:r>
          </ns1:p>
        </ns0:txBody>
      </ns0:sp>
      <ns0:sp>
        <ns0:nvSpPr>
          <ns0:cNvPr id="4" name="Текст 16">
            <ns1:extLst>
              <ns1:ext uri="{FF2B5EF4-FFF2-40B4-BE49-F238E27FC236}">
                <ns2:creationId id="{B47CDDC9-4ED9-8AA4-A81B-5CADDF3EF9C9}"/>
              </ns1:ext>
            </ns1:extLst>
          </ns0:cNvPr>
          <ns0:cNvSpPr>
            <ns1:spLocks noGrp="1"/>
          </ns0:cNvSpPr>
          <ns0:nvPr>
            <ns0:ph type="body" idx="16" hasCustomPrompt="1"/>
          </ns0:nvPr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d48a67eb552346cc">
              <ns1:extLst>
                <ns1:ext uri="{96DAC541-7B7A-43D3-8B79-37D633B846F1}">
                  <ns4:svgBlip ns3:embed="Rff331ada8cc744b3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  <ns0:sp>
        <ns0:nvSpPr>
          <ns0:cNvPr id="5" name="Текст 16">
            <ns1:extLst>
              <ns1:ext uri="{FF2B5EF4-FFF2-40B4-BE49-F238E27FC236}">
                <ns2:creationId id="{B4AB2B47-F164-7949-6BE4-7F2EF5C48B31}"/>
              </ns1:ext>
            </ns1:extLst>
          </ns0:cNvPr>
          <ns0:cNvSpPr>
            <ns1:spLocks noGrp="1"/>
          </ns0:cNvSpPr>
          <ns0:nvPr>
            <ns0:ph type="body" idx="17" hasCustomPrompt="1"/>
          </ns0:nvPr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00ea12b2cb8c4d1a">
              <ns1:extLst>
                <ns1:ext uri="{96DAC541-7B7A-43D3-8B79-37D633B846F1}">
                  <ns4:svgBlip ns3:embed="R1e3e77ff0ef94f4c"/>
                </ns1:ext>
              </ns1:extLst>
            </ns1:blip>
            <ns1:stretch>
              <ns1:fillRect l="0" t="0" r="0" b="0"/>
            </ns1:stretch>
          </ns1:blipFill>
        </ns0:spPr>
        <ns0:txBody>
          <ns1:bodyPr>
            <ns1:normAutofit/>
          </ns1:bodyPr>
          <ns1:lstStyle>
            <ns1:lvl1pPr>
              <ns1:buNone/>
              <ns1:defRPr sz="1400"/>
            </ns1:lvl1pPr>
          </ns1:lstStyle>
          <ns1:p>
            <ns1:pPr lvl="0">
              <ns1:buNone/>
            </ns1:pPr>
            <ns1:r>
              <ns1:t> </ns1:t>
            </ns1:r>
          </ns1:p>
        </ns0:txBody>
      </ns0:sp>
    </ns0:spTree>
  </ns0:cSld>
</ns0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9934ca99407a4cd1" /><Relationship Type="http://schemas.openxmlformats.org/officeDocument/2006/relationships/slideLayout" Target="/ppt/slideLayouts/slideLayout1.xml" Id="R2f18aec095344fb6" /><Relationship Type="http://schemas.openxmlformats.org/officeDocument/2006/relationships/slideLayout" Target="/ppt/slideLayouts/slideLayout2.xml" Id="R266b1e487e8f4e85" /><Relationship Type="http://schemas.openxmlformats.org/officeDocument/2006/relationships/slideLayout" Target="/ppt/slideLayouts/slideLayout3.xml" Id="R321924140ae648b4" /><Relationship Type="http://schemas.openxmlformats.org/officeDocument/2006/relationships/slideLayout" Target="/ppt/slideLayouts/slideLayout4.xml" Id="R6821ff014ce24980" /><Relationship Type="http://schemas.openxmlformats.org/officeDocument/2006/relationships/slideLayout" Target="/ppt/slideLayouts/slideLayout5.xml" Id="R842ff38cab3344a9" /><Relationship Type="http://schemas.openxmlformats.org/officeDocument/2006/relationships/slideLayout" Target="/ppt/slideLayouts/slideLayout6.xml" Id="R84e549b0c33f4493" /><Relationship Type="http://schemas.openxmlformats.org/officeDocument/2006/relationships/slideLayout" Target="/ppt/slideLayouts/slideLayout7.xml" Id="R2056e26b2f0d4290" /><Relationship Type="http://schemas.openxmlformats.org/officeDocument/2006/relationships/slideLayout" Target="/ppt/slideLayouts/slideLayout8.xml" Id="R6c7fbcf60be441b8" /></Relationships>
</file>

<file path=ppt/slideMasters/_rels/slideMaster2.xml.rels><?xml version='1.0' encoding='utf-8'?>
<Relationships xmlns="http://schemas.openxmlformats.org/package/2006/relationships"><Relationship Type="http://schemas.openxmlformats.org/officeDocument/2006/relationships/theme" Target="/ppt/slideMasters/theme/theme3.xml" Id="Rb764570e22ed4e5c" /><Relationship Type="http://schemas.openxmlformats.org/officeDocument/2006/relationships/slideLayout" Target="/ppt/slideLayouts/slideLayout9.xml" Id="Re5ea562e35024394" /><Relationship Type="http://schemas.openxmlformats.org/officeDocument/2006/relationships/slideLayout" Target="/ppt/slideLayouts/slideLayout10.xml" Id="Rd84113a87fc24403" /><Relationship Type="http://schemas.openxmlformats.org/officeDocument/2006/relationships/slideLayout" Target="/ppt/slideLayouts/slideLayout11.xml" Id="R0903df9d89e94031" /><Relationship Type="http://schemas.openxmlformats.org/officeDocument/2006/relationships/slideLayout" Target="/ppt/slideLayouts/slideLayout12.xml" Id="R45012a36963f4dac" /><Relationship Type="http://schemas.openxmlformats.org/officeDocument/2006/relationships/slideLayout" Target="/ppt/slideLayouts/slideLayout13.xml" Id="R0847070d30eb4eb9" /><Relationship Type="http://schemas.openxmlformats.org/officeDocument/2006/relationships/slideLayout" Target="/ppt/slideLayouts/slideLayout14.xml" Id="Re0f2337351134874" /><Relationship Type="http://schemas.openxmlformats.org/officeDocument/2006/relationships/slideLayout" Target="/ppt/slideLayouts/slideLayout15.xml" Id="R0b19166fdc8941ed" /><Relationship Type="http://schemas.openxmlformats.org/officeDocument/2006/relationships/slideLayout" Target="/ppt/slideLayouts/slideLayout16.xml" Id="Rd157bbbdb5164aaf" /><Relationship Type="http://schemas.openxmlformats.org/officeDocument/2006/relationships/slideLayout" Target="/ppt/slideLayouts/slideLayout17.xml" Id="R1f20f3ae24fb4845" /></Relationships>
</file>

<file path=ppt/slideMasters/_rels/slideMaster3.xml.rels><?xml version='1.0' encoding='utf-8'?>
<Relationships xmlns="http://schemas.openxmlformats.org/package/2006/relationships"><Relationship Type="http://schemas.openxmlformats.org/officeDocument/2006/relationships/theme" Target="/ppt/slideMasters/theme/theme4.xml" Id="R4b01cbb169754f20" /><Relationship Type="http://schemas.openxmlformats.org/officeDocument/2006/relationships/slideLayout" Target="/ppt/slideLayouts/slideLayout18.xml" Id="R760370147d844a0a" /><Relationship Type="http://schemas.openxmlformats.org/officeDocument/2006/relationships/slideLayout" Target="/ppt/slideLayouts/slideLayout19.xml" Id="Rf8640d47845644cf" /><Relationship Type="http://schemas.openxmlformats.org/officeDocument/2006/relationships/slideLayout" Target="/ppt/slideLayouts/slideLayout20.xml" Id="R33d0175a5ec145e2" /><Relationship Type="http://schemas.openxmlformats.org/officeDocument/2006/relationships/slideLayout" Target="/ppt/slideLayouts/slideLayout21.xml" Id="Rc59fe47eb1da4a30" /><Relationship Type="http://schemas.openxmlformats.org/officeDocument/2006/relationships/slideLayout" Target="/ppt/slideLayouts/slideLayout22.xml" Id="Rd1db701317ee4ef3" /><Relationship Type="http://schemas.openxmlformats.org/officeDocument/2006/relationships/slideLayout" Target="/ppt/slideLayouts/slideLayout23.xml" Id="R1b23fa2e8e2847bd" /></Relationships>
</file>

<file path=ppt/slideMasters/_rels/slideMaster4.xml.rels><?xml version='1.0' encoding='utf-8'?>
<Relationships xmlns="http://schemas.openxmlformats.org/package/2006/relationships"><Relationship Type="http://schemas.openxmlformats.org/officeDocument/2006/relationships/theme" Target="/ppt/slideMasters/theme/theme5.xml" Id="Rc0223cd24e8d4d3c" /><Relationship Type="http://schemas.openxmlformats.org/officeDocument/2006/relationships/slideLayout" Target="/ppt/slideLayouts/slideLayout24.xml" Id="R5a4316d28c844c07" /><Relationship Type="http://schemas.openxmlformats.org/officeDocument/2006/relationships/slideLayout" Target="/ppt/slideLayouts/slideLayout25.xml" Id="Ra01fde9a2ee94fdb" /><Relationship Type="http://schemas.openxmlformats.org/officeDocument/2006/relationships/slideLayout" Target="/ppt/slideLayouts/slideLayout26.xml" Id="R2d7e077c57e3453f" /><Relationship Type="http://schemas.openxmlformats.org/officeDocument/2006/relationships/slideLayout" Target="/ppt/slideLayouts/slideLayout27.xml" Id="R86ca992cab014b1a" /></Relationships>
</file>

<file path=ppt/slideMasters/_rels/slideMaster5.xml.rels><?xml version='1.0' encoding='utf-8'?>
<Relationships xmlns="http://schemas.openxmlformats.org/package/2006/relationships"><Relationship Type="http://schemas.openxmlformats.org/officeDocument/2006/relationships/theme" Target="/ppt/slideMasters/theme/theme6.xml" Id="Re6d6f00aa4ce4813" /><Relationship Type="http://schemas.openxmlformats.org/officeDocument/2006/relationships/slideLayout" Target="/ppt/slideLayouts/slideLayout28.xml" Id="Rded08d05a12245f6" /><Relationship Type="http://schemas.openxmlformats.org/officeDocument/2006/relationships/slideLayout" Target="/ppt/slideLayouts/slideLayout29.xml" Id="Rb6573a637c8e4988" /><Relationship Type="http://schemas.openxmlformats.org/officeDocument/2006/relationships/slideLayout" Target="/ppt/slideLayouts/slideLayout30.xml" Id="R19257b9af59044c2" /><Relationship Type="http://schemas.openxmlformats.org/officeDocument/2006/relationships/slideLayout" Target="/ppt/slideLayouts/slideLayout31.xml" Id="Rff31fab154064d31" /><Relationship Type="http://schemas.openxmlformats.org/officeDocument/2006/relationships/slideLayout" Target="/ppt/slideLayouts/slideLayout32.xml" Id="R5808dd5cf8794377" /><Relationship Type="http://schemas.openxmlformats.org/officeDocument/2006/relationships/slideLayout" Target="/ppt/slideLayouts/slideLayout33.xml" Id="R0067977f15d64fc8" /></Relationships>
</file>

<file path=ppt/slideMasters/_rels/slideMaster6.xml.rels><?xml version='1.0' encoding='utf-8'?>
<Relationships xmlns="http://schemas.openxmlformats.org/package/2006/relationships"><Relationship Type="http://schemas.openxmlformats.org/officeDocument/2006/relationships/theme" Target="/ppt/slideMasters/theme/theme7.xml" Id="Rb37ad5c56a484994" /><Relationship Type="http://schemas.openxmlformats.org/officeDocument/2006/relationships/slideLayout" Target="/ppt/slideLayouts/slideLayout34.xml" Id="R946e32853ff542d7" /><Relationship Type="http://schemas.openxmlformats.org/officeDocument/2006/relationships/slideLayout" Target="/ppt/slideLayouts/slideLayout35.xml" Id="R9af5a1716d294af9" /><Relationship Type="http://schemas.openxmlformats.org/officeDocument/2006/relationships/slideLayout" Target="/ppt/slideLayouts/slideLayout36.xml" Id="R007a1b0c35554fc1" /><Relationship Type="http://schemas.openxmlformats.org/officeDocument/2006/relationships/slideLayout" Target="/ppt/slideLayouts/slideLayout37.xml" Id="R3060c70f5b9545f8" /><Relationship Type="http://schemas.openxmlformats.org/officeDocument/2006/relationships/slideLayout" Target="/ppt/slideLayouts/slideLayout38.xml" Id="R5bd0c6cf0e994f66" /><Relationship Type="http://schemas.openxmlformats.org/officeDocument/2006/relationships/slideLayout" Target="/ppt/slideLayouts/slideLayout39.xml" Id="R23ec1b15cc3d4d32" /></Relationships>
</file>

<file path=ppt/slideMasters/_rels/slideMaster7.xml.rels><?xml version='1.0' encoding='utf-8'?>
<Relationships xmlns="http://schemas.openxmlformats.org/package/2006/relationships"><Relationship Type="http://schemas.openxmlformats.org/officeDocument/2006/relationships/theme" Target="/ppt/slideMasters/theme/theme8.xml" Id="Rec806833d90d4852" /><Relationship Type="http://schemas.openxmlformats.org/officeDocument/2006/relationships/slideLayout" Target="/ppt/slideLayouts/slideLayout40.xml" Id="R76082f775339451b" /><Relationship Type="http://schemas.openxmlformats.org/officeDocument/2006/relationships/slideLayout" Target="/ppt/slideLayouts/slideLayout41.xml" Id="R191c364265264891" /><Relationship Type="http://schemas.openxmlformats.org/officeDocument/2006/relationships/slideLayout" Target="/ppt/slideLayouts/slideLayout42.xml" Id="Rc5e15327e63e42d0" /><Relationship Type="http://schemas.openxmlformats.org/officeDocument/2006/relationships/slideLayout" Target="/ppt/slideLayouts/slideLayout43.xml" Id="Re9179be545454cc7" /><Relationship Type="http://schemas.openxmlformats.org/officeDocument/2006/relationships/slideLayout" Target="/ppt/slideLayouts/slideLayout44.xml" Id="R915b449687454189" /><Relationship Type="http://schemas.openxmlformats.org/officeDocument/2006/relationships/slideLayout" Target="/ppt/slideLayouts/slideLayout45.xml" Id="R208d2f23f6f34622" /><Relationship Type="http://schemas.openxmlformats.org/officeDocument/2006/relationships/slideLayout" Target="/ppt/slideLayouts/slideLayout46.xml" Id="Rc830d3602b7745ce" /><Relationship Type="http://schemas.openxmlformats.org/officeDocument/2006/relationships/slideLayout" Target="/ppt/slideLayouts/slideLayout47.xml" Id="R7d148f60a1534a5f" /><Relationship Type="http://schemas.openxmlformats.org/officeDocument/2006/relationships/slideLayout" Target="/ppt/slideLayouts/slideLayout48.xml" Id="R650cb5dedad34e65" /><Relationship Type="http://schemas.openxmlformats.org/officeDocument/2006/relationships/slideLayout" Target="/ppt/slideLayouts/slideLayout49.xml" Id="R69ed005608044920" /><Relationship Type="http://schemas.openxmlformats.org/officeDocument/2006/relationships/slideLayout" Target="/ppt/slideLayouts/slideLayout50.xml" Id="R234acde59fe84e83" /><Relationship Type="http://schemas.openxmlformats.org/officeDocument/2006/relationships/slideLayout" Target="/ppt/slideLayouts/slideLayout51.xml" Id="Rbf39b06cc4134715" /></Relationships>
</file>

<file path=ppt/slideMasters/_rels/slideMaster8.xml.rels><?xml version='1.0' encoding='utf-8'?>
<Relationships xmlns="http://schemas.openxmlformats.org/package/2006/relationships"><Relationship Type="http://schemas.openxmlformats.org/officeDocument/2006/relationships/theme" Target="/ppt/slideMasters/theme/theme9.xml" Id="R316ade343291433a" /><Relationship Type="http://schemas.openxmlformats.org/officeDocument/2006/relationships/slideLayout" Target="/ppt/slideLayouts/slideLayout52.xml" Id="R9475be2345ee4827" /><Relationship Type="http://schemas.openxmlformats.org/officeDocument/2006/relationships/slideLayout" Target="/ppt/slideLayouts/slideLayout53.xml" Id="R55505b6431b440bd" /></Relationships>
</file>

<file path=ppt/slideMasters/_rels/slideMaster9.xml.rels><?xml version='1.0' encoding='utf-8'?>
<Relationships xmlns="http://schemas.openxmlformats.org/package/2006/relationships"><Relationship Type="http://schemas.openxmlformats.org/officeDocument/2006/relationships/theme" Target="/ppt/slideMasters/theme/theme10.xml" Id="R3ecbbde8a85d4dd0" /><Relationship Type="http://schemas.openxmlformats.org/officeDocument/2006/relationships/slideLayout" Target="/ppt/slideLayouts/slideLayout54.xml" Id="Re03ad85c684243a9" /><Relationship Type="http://schemas.openxmlformats.org/officeDocument/2006/relationships/slideLayout" Target="/ppt/slideLayouts/slideLayout55.xml" Id="Rb7eab78539f04e10" /><Relationship Type="http://schemas.openxmlformats.org/officeDocument/2006/relationships/slideLayout" Target="/ppt/slideLayouts/slideLayout56.xml" Id="R55701c4d027b41b2" /><Relationship Type="http://schemas.openxmlformats.org/officeDocument/2006/relationships/slideLayout" Target="/ppt/slideLayouts/slideLayout57.xml" Id="Ra41a542318e04508" /><Relationship Type="http://schemas.openxmlformats.org/officeDocument/2006/relationships/slideLayout" Target="/ppt/slideLayouts/slideLayout58.xml" Id="R535974cb7e844887" /><Relationship Type="http://schemas.openxmlformats.org/officeDocument/2006/relationships/slideLayout" Target="/ppt/slideLayouts/slideLayout59.xml" Id="R5fede56cfb034755" /><Relationship Type="http://schemas.openxmlformats.org/officeDocument/2006/relationships/slideLayout" Target="/ppt/slideLayouts/slideLayout60.xml" Id="Rcd16d52b7aef4bdb" /><Relationship Type="http://schemas.openxmlformats.org/officeDocument/2006/relationships/slideLayout" Target="/ppt/slideLayouts/slideLayout61.xml" Id="R33b35335c1084265" /><Relationship Type="http://schemas.openxmlformats.org/officeDocument/2006/relationships/slideLayout" Target="/ppt/slideLayouts/slideLayout62.xml" Id="Rb8be9af4b960482f" /></Relationships>
</file>

<file path=ppt/slideMasters/_rels/slideMaster10.xml.rels><?xml version='1.0' encoding='utf-8'?>
<Relationships xmlns="http://schemas.openxmlformats.org/package/2006/relationships"><Relationship Type="http://schemas.openxmlformats.org/officeDocument/2006/relationships/theme" Target="/ppt/slideMasters/theme/theme11.xml" Id="Rfb97c70622274dc2" /><Relationship Type="http://schemas.openxmlformats.org/officeDocument/2006/relationships/slideLayout" Target="/ppt/slideLayouts/slideLayout63.xml" Id="R9c168cc591ac4230" /><Relationship Type="http://schemas.openxmlformats.org/officeDocument/2006/relationships/slideLayout" Target="/ppt/slideLayouts/slideLayout64.xml" Id="Ra4ac0745b2004816" /><Relationship Type="http://schemas.openxmlformats.org/officeDocument/2006/relationships/slideLayout" Target="/ppt/slideLayouts/slideLayout65.xml" Id="R30ee7972a7224c86" /><Relationship Type="http://schemas.openxmlformats.org/officeDocument/2006/relationships/slideLayout" Target="/ppt/slideLayouts/slideLayout66.xml" Id="R4fe9c8b78aec4bbd" /></Relationships>
</file>

<file path=ppt/slideMasters/_rels/slideMaster11.xml.rels><?xml version='1.0' encoding='utf-8'?>
<Relationships xmlns="http://schemas.openxmlformats.org/package/2006/relationships"><Relationship Type="http://schemas.openxmlformats.org/officeDocument/2006/relationships/theme" Target="/ppt/slideMasters/theme/theme12.xml" Id="Rf3b3edce8bbf4385" /><Relationship Type="http://schemas.openxmlformats.org/officeDocument/2006/relationships/slideLayout" Target="/ppt/slideLayouts/slideLayout67.xml" Id="R7ea6c57c9b6d42f3" /><Relationship Type="http://schemas.openxmlformats.org/officeDocument/2006/relationships/slideLayout" Target="/ppt/slideLayouts/slideLayout68.xml" Id="R5d504e06d4904d10" /></Relationships>
</file>

<file path=ppt/slideMasters/_rels/slideMaster12.xml.rels><?xml version='1.0' encoding='utf-8'?>
<Relationships xmlns="http://schemas.openxmlformats.org/package/2006/relationships"><Relationship Type="http://schemas.openxmlformats.org/officeDocument/2006/relationships/theme" Target="/ppt/slideMasters/theme/theme13.xml" Id="Rd54b12b2fa414b7a" /><Relationship Type="http://schemas.openxmlformats.org/officeDocument/2006/relationships/slideLayout" Target="/ppt/slideLayouts/slideLayout69.xml" Id="R959831d60b774c0a" /><Relationship Type="http://schemas.openxmlformats.org/officeDocument/2006/relationships/slideLayout" Target="/ppt/slideLayouts/slideLayout70.xml" Id="R50ccc5fdde104ec6" /><Relationship Type="http://schemas.openxmlformats.org/officeDocument/2006/relationships/slideLayout" Target="/ppt/slideLayouts/slideLayout71.xml" Id="R42b003d930504934" /><Relationship Type="http://schemas.openxmlformats.org/officeDocument/2006/relationships/slideLayout" Target="/ppt/slideLayouts/slideLayout72.xml" Id="R562e98f91c1c4ec7" /><Relationship Type="http://schemas.openxmlformats.org/officeDocument/2006/relationships/slideLayout" Target="/ppt/slideLayouts/slideLayout73.xml" Id="R93d285d5555a4afc" /><Relationship Type="http://schemas.openxmlformats.org/officeDocument/2006/relationships/slideLayout" Target="/ppt/slideLayouts/slideLayout74.xml" Id="Ra77d0d0a2f21471f" /><Relationship Type="http://schemas.openxmlformats.org/officeDocument/2006/relationships/slideLayout" Target="/ppt/slideLayouts/slideLayout75.xml" Id="R9316f7cf897d4327" /><Relationship Type="http://schemas.openxmlformats.org/officeDocument/2006/relationships/slideLayout" Target="/ppt/slideLayouts/slideLayout76.xml" Id="R802fc12f206f4f91" /><Relationship Type="http://schemas.openxmlformats.org/officeDocument/2006/relationships/slideLayout" Target="/ppt/slideLayouts/slideLayout77.xml" Id="Rcf79b7b6493042bb" /></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2/main">
  <ns0:cSld>
    <ns0:bg>
      <ns0:bgPr>
        <ns1:solidFill>
          <ns1:srgbClr val="FF254A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Заголовок 1">
            <ns1:extLst>
              <ns1:ext uri="{FF2B5EF4-FFF2-40B4-BE49-F238E27FC236}">
                <ns2:creationId id="{F775790B-444F-1EA3-729B-0BD19D910E3A}"/>
              </ns1:ext>
            </ns1:extLst>
          </ns0:cNvPr>
          <ns0:cNvSpPr>
            <ns1:spLocks noGrp="1"/>
          </ns0:cNvSpPr>
          <ns0:nvPr>
            <ns0:ph type="title" idx="0"/>
          </ns0:nvPr>
        </ns0:nvSpPr>
        <ns0:spPr>
          <ns1:xfrm>
            <ns1:off x="1257300" y="547688"/>
            <ns1:ext cx="15773400" cy="1989137"/>
          </ns1:xfrm>
          <ns1:prstGeom prst="rect">
            <ns1:avLst/>
          </ns1:prstGeom>
        </ns0:spPr>
        <ns0:txBody>
          <ns1:bodyPr vert="horz" lIns="91440" tIns="45720" rIns="91440" bIns="45720" anchor="t">
            <ns1:normAutofit/>
          </ns1:bodyPr>
          <ns1:lstStyle/>
          <ns1:p>
            <ns1:r>
              <ns1:t>Обложки</ns1:t>
            </ns1:r>
          </ns1:p>
        </ns0:txBody>
      </ns0:sp>
      <ns0:sp>
        <ns0:nvSpPr>
          <ns0:cNvPr id="3" name="Текст 2">
            <ns1:extLst>
              <ns1:ext uri="{FF2B5EF4-FFF2-40B4-BE49-F238E27FC236}">
                <ns2:creationId id="{B6B3F736-09C6-E20F-451F-2A50903669BF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>
          <ns1:xfrm>
            <ns1:off x="1257300" y="2738438"/>
            <ns1:ext cx="15773400" cy="6527800"/>
          </ns1:xfrm>
          <ns1:prstGeom prst="rect">
            <ns1:avLst/>
          </ns1:prstGeom>
        </ns0:spPr>
        <ns0:txBody>
          <ns1:bodyPr vert="horz" lIns="91440" tIns="45720" rIns="91440" bIns="45720">
            <ns1:normAutofit/>
          </ns1:bodyPr>
          <ns1:lstStyle/>
          <ns1:p>
            <ns1:pPr lvl="0">
              <ns1:buNone/>
            </ns1:pPr>
            <ns1:r>
              <ns1:t>Слайды с обложками</ns1:t>
            </ns1:r>
          </ns1:p>
        </ns0:txBody>
      </ns0:sp>
      <ns0:sp>
        <ns0:nvSpPr>
          <ns0:cNvPr id="5" name="Нижний колонтитул 4">
            <ns1:extLst>
              <ns1:ext uri="{FF2B5EF4-FFF2-40B4-BE49-F238E27FC236}">
                <ns2:creationId id="{1B62CE10-5EFB-B3CD-1492-0B347C7161AF}"/>
              </ns1:ext>
            </ns1:extLst>
          </ns0:cNvPr>
          <ns0:cNvSpPr>
            <ns1:spLocks noGrp="1"/>
          </ns0:cNvSpPr>
          <ns0:nvPr>
            <ns0:ph type="ftr" idx="3"/>
          </ns0:nvPr>
        </ns0:nvSpPr>
        <ns0:spPr>
          <ns1:xfrm>
            <ns1:off x="6057900" y="9534525"/>
            <ns1:ext cx="6172200" cy="547688"/>
          </ns1:xfrm>
          <ns1:prstGeom prst="rect">
            <ns1:avLst/>
          </ns1:prstGeom>
        </ns0:spPr>
        <ns0:txBody>
          <ns1:bodyPr vert="horz" lIns="91440" tIns="45720" rIns="91440" bIns="45720" anchor="ctr"/>
          <ns1:lstStyle>
            <ns1:lvl1pPr algn="ctr">
              <ns1:buNone/>
              <ns1:defRPr sz="1200">
                <ns1:solidFill>
                  <ns1:schemeClr val="tx1">
                    <ns1:tint val="82000"/>
                  </ns1:schemeClr>
                </ns1:solidFill>
              </ns1:defRPr>
            </ns1:lvl1pPr>
          </ns1:lstStyle>
          <ns1:p>
            <ns1:r>
              <ns1:t>ДИТ Москвы</ns1:t>
            </ns1:r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3:id="R2f18aec095344fb6"/>
    <ns0:sldLayoutId id="2147483650" ns3:id="R266b1e487e8f4e85"/>
    <ns0:sldLayoutId id="2147483651" ns3:id="R321924140ae648b4"/>
    <ns0:sldLayoutId id="2147483652" ns3:id="R6821ff014ce24980"/>
    <ns0:sldLayoutId id="2147483653" ns3:id="R842ff38cab3344a9"/>
    <ns0:sldLayoutId id="2147483654" ns3:id="R84e549b0c33f4493"/>
    <ns0:sldLayoutId id="2147483655" ns3:id="R2056e26b2f0d4290"/>
    <ns0:sldLayoutId id="2147483656" ns3:id="R6c7fbcf60be441b8"/>
  </ns0:sldLayoutIdLst>
  <ns0:hf hdr="0" dt="0"/>
  <ns0:txStyles>
    <ns0:titleStyle>
      <ns1:lvl1pPr algn="ctr" defTabSz="914400">
        <ns1:lnSpc>
          <ns1:spcPct val="80000"/>
        </ns1:lnSpc>
        <ns1:spcBef>
          <ns1:spcPct val="0"/>
        </ns1:spcBef>
        <ns1:buNone/>
        <ns1:defRPr sz="6600" b="0" i="0" kern="1200">
          <ns1:solidFill>
            <ns1:schemeClr val="tx1"/>
          </ns1:solidFill>
          <ns1:latin typeface="Golos Text SemiBold"/>
          <ns1:ea typeface="Golos Text SemiBold"/>
          <ns1:cs typeface="Golos Text SemiBold"/>
        </ns1:defRPr>
      </ns1:lvl1pPr>
    </ns0:titleStyle>
    <ns0:bodyStyle>
      <ns1:lvl1pPr marL="0" indent="0" algn="l" defTabSz="914400">
        <ns1:spcBef>
          <ns1:spcPct val="20000"/>
        </ns1:spcBef>
        <ns1:buFont typeface="Golos Text"/>
        <ns1:buNone/>
        <ns1:defRPr sz="32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1pPr>
      <ns1:lvl2pPr marL="742950" indent="-285750" algn="l" defTabSz="914400">
        <ns1:spcBef>
          <ns1:spcPct val="20000"/>
        </ns1:spcBef>
        <ns1:buFont typeface="Golos Text"/>
        <ns1:buChar char="–"/>
        <ns1:defRPr sz="28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2pPr>
      <ns1:lvl3pPr marL="1143000" indent="-228600" algn="l" defTabSz="914400">
        <ns1:spcBef>
          <ns1:spcPct val="20000"/>
        </ns1:spcBef>
        <ns1:buFont typeface="Golos Text"/>
        <ns1:buChar char="•"/>
        <ns1:defRPr sz="24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3pPr>
      <ns1:lvl4pPr marL="1600200" indent="-228600" algn="l" defTabSz="914400">
        <ns1:spcBef>
          <ns1:spcPct val="20000"/>
        </ns1:spcBef>
        <ns1:buFont typeface="Golos Text"/>
        <ns1:buChar char="–"/>
        <ns1:defRPr sz="20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4pPr>
      <ns1:lvl5pPr marL="2057400" indent="-228600" algn="l" defTabSz="914400">
        <ns1:spcBef>
          <ns1:spcPct val="20000"/>
        </ns1:spcBef>
        <ns1:buFont typeface="Golos Text"/>
        <ns1:buChar char="»"/>
        <ns1:defRPr sz="20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5pPr>
      <ns1:lvl6pPr marL="25146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6pPr>
      <ns1:lvl7pPr marL="29718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7pPr>
      <ns1:lvl8pPr marL="34290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8pPr>
      <ns1:lvl9pPr marL="38862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9pPr>
    </ns0:bodyStyle>
    <ns0:otherStyle>
      <ns1:lvl1pPr marL="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1pPr>
      <ns1:lvl2pPr marL="4572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2pPr>
      <ns1:lvl3pPr marL="9144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3pPr>
      <ns1:lvl4pPr marL="13716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4pPr>
      <ns1:lvl5pPr marL="18288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5pPr>
      <ns1:lvl6pPr marL="22860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6pPr>
      <ns1:lvl7pPr marL="27432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7pPr>
      <ns1:lvl8pPr marL="32004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8pPr>
      <ns1:lvl9pPr marL="36576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9pPr>
    </ns0:otherStyle>
  </ns0:txStyles>
  <ns0:extLst>
    <ns0:ext uri="{27BBF7A9-308A-43DC-89C8-2F10F3537804}">
      <ns4:sldGuideLst>
        <ns4:guide id="1" orient="horz" pos="3240" userDrawn="1">
          <ns4:clr>
            <ns1:srgbClr val="F26B43"/>
          </ns4:clr>
        </ns4:guide>
        <ns4:guide id="2" pos="5760" userDrawn="1">
          <ns4:clr>
            <ns1:srgbClr val="F26B43"/>
          </ns4:clr>
        </ns4:guide>
      </ns4:sldGuideLst>
    </ns0:ext>
  </ns0:extLst>
</ns0:sldMaster>
</file>

<file path=ppt/slideMasters/slideMaster2.xml><?xml version="1.0" encoding="utf-8"?>
<ns0:sldMaster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>
  <ns0:cSld>
    <ns0:bg>
      <ns0:bgPr>
        <ns1:solidFill>
          <ns1:srgbClr val="FF254A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Заголовок 1">
            <ns1:extLst>
              <ns1:ext uri="{FF2B5EF4-FFF2-40B4-BE49-F238E27FC236}">
                <ns2:creationId id="{F775790B-444F-1EA3-729B-0BD19D910E3A}"/>
              </ns1:ext>
            </ns1:extLst>
          </ns0:cNvPr>
          <ns0:cNvSpPr>
            <ns1:spLocks noGrp="1"/>
          </ns0:cNvSpPr>
          <ns0:nvPr>
            <ns0:ph type="title" idx="0"/>
          </ns0:nvPr>
        </ns0:nvSpPr>
        <ns0:spPr>
          <ns1:xfrm>
            <ns1:off x="1257300" y="547688"/>
            <ns1:ext cx="15773400" cy="1989137"/>
          </ns1:xfrm>
          <ns1:prstGeom prst="rect">
            <ns1:avLst/>
          </ns1:prstGeom>
        </ns0:spPr>
        <ns0:txBody>
          <ns1:bodyPr vert="horz" lIns="91440" tIns="45720" rIns="91440" bIns="45720" anchor="t">
            <ns1:normAutofit/>
          </ns1:bodyPr>
          <ns1:lstStyle/>
          <ns1:p>
            <ns1:r>
              <ns1:t>Обложки</ns1:t>
            </ns1:r>
          </ns1:p>
        </ns0:txBody>
      </ns0:sp>
      <ns0:sp>
        <ns0:nvSpPr>
          <ns0:cNvPr id="3" name="Текст 2">
            <ns1:extLst>
              <ns1:ext uri="{FF2B5EF4-FFF2-40B4-BE49-F238E27FC236}">
                <ns2:creationId id="{B6B3F736-09C6-E20F-451F-2A50903669BF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>
          <ns1:xfrm>
            <ns1:off x="1257300" y="2738438"/>
            <ns1:ext cx="15773400" cy="6527800"/>
          </ns1:xfrm>
          <ns1:prstGeom prst="rect">
            <ns1:avLst/>
          </ns1:prstGeom>
        </ns0:spPr>
        <ns0:txBody>
          <ns1:bodyPr vert="horz" lIns="91440" tIns="45720" rIns="91440" bIns="45720">
            <ns1:normAutofit/>
          </ns1:bodyPr>
          <ns1:lstStyle/>
          <ns1:p>
            <ns1:pPr lvl="0">
              <ns1:buNone/>
            </ns1:pPr>
            <ns1:r>
              <ns1:t>Слайды с обложками</ns1:t>
            </ns1:r>
          </ns1:p>
        </ns0:txBody>
      </ns0:sp>
      <ns0:sp>
        <ns0:nvSpPr>
          <ns0:cNvPr id="5" name="Нижний колонтитул 4">
            <ns1:extLst>
              <ns1:ext uri="{FF2B5EF4-FFF2-40B4-BE49-F238E27FC236}">
                <ns2:creationId id="{A55B4AEB-E303-C341-72E2-9778121FB2FA}"/>
              </ns1:ext>
            </ns1:extLst>
          </ns0:cNvPr>
          <ns0:cNvSpPr>
            <ns1:spLocks noGrp="1"/>
          </ns0:cNvSpPr>
          <ns0:nvPr>
            <ns0:ph type="ftr" idx="3"/>
          </ns0:nvPr>
        </ns0:nvSpPr>
        <ns0:spPr>
          <ns1:xfrm>
            <ns1:off x="6057900" y="9534525"/>
            <ns1:ext cx="6172200" cy="547688"/>
          </ns1:xfrm>
          <ns1:prstGeom prst="rect">
            <ns1:avLst/>
          </ns1:prstGeom>
        </ns0:spPr>
        <ns0:txBody>
          <ns1:bodyPr vert="horz" lIns="91440" tIns="45720" rIns="91440" bIns="45720" anchor="ctr"/>
          <ns1:lstStyle>
            <ns1:lvl1pPr algn="ctr">
              <ns1:buNone/>
              <ns1:defRPr sz="1800">
                <ns1:solidFill>
                  <ns1:schemeClr val="tx1">
                    <ns1:lumMod val="75000"/>
                    <ns1:lumOff val="25000"/>
                  </ns1:schemeClr>
                </ns1:solidFill>
                <ns1:latin typeface="Golos Text"/>
                <ns1:ea typeface="Golos Text"/>
                <ns1:cs typeface="Golos Text"/>
              </ns1:defRPr>
            </ns1:lvl1pPr>
          </ns1:lstStyle>
          <ns1:p>
            <ns1:r>
              <ns1:t>ДИТ Москвы</ns1:t>
            </ns1:r>
            <ns1:endParaRPr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58" ns3:id="Re5ea562e35024394"/>
    <ns0:sldLayoutId id="2147483659" ns3:id="Rd84113a87fc24403"/>
    <ns0:sldLayoutId id="2147483660" ns3:id="R0903df9d89e94031"/>
    <ns0:sldLayoutId id="2147483661" ns3:id="R45012a36963f4dac"/>
    <ns0:sldLayoutId id="2147483662" ns3:id="R0847070d30eb4eb9"/>
    <ns0:sldLayoutId id="2147483663" ns3:id="Re0f2337351134874"/>
    <ns0:sldLayoutId id="2147483664" ns3:id="R0b19166fdc8941ed"/>
    <ns0:sldLayoutId id="2147483665" ns3:id="Rd157bbbdb5164aaf"/>
    <ns0:sldLayoutId id="2147483666" ns3:id="R1f20f3ae24fb4845"/>
  </ns0:sldLayoutIdLst>
  <ns0:hf hdr="0" dt="0"/>
  <ns0:txStyles>
    <ns0:titleStyle>
      <ns1:lvl1pPr algn="ctr" defTabSz="914400">
        <ns1:lnSpc>
          <ns1:spcPct val="80000"/>
        </ns1:lnSpc>
        <ns1:spcBef>
          <ns1:spcPct val="0"/>
        </ns1:spcBef>
        <ns1:buNone/>
        <ns1:defRPr sz="6600" b="0" i="0" kern="1200">
          <ns1:solidFill>
            <ns1:schemeClr val="tx1"/>
          </ns1:solidFill>
          <ns1:latin typeface="Golos Text SemiBold"/>
          <ns1:ea typeface="Golos Text SemiBold"/>
          <ns1:cs typeface="Golos Text SemiBold"/>
        </ns1:defRPr>
      </ns1:lvl1pPr>
    </ns0:titleStyle>
    <ns0:bodyStyle>
      <ns1:lvl1pPr marL="0" indent="0" algn="l" defTabSz="914400">
        <ns1:spcBef>
          <ns1:spcPct val="20000"/>
        </ns1:spcBef>
        <ns1:buFont typeface="Golos Text"/>
        <ns1:buNone/>
        <ns1:defRPr sz="32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1pPr>
      <ns1:lvl2pPr marL="742950" indent="-285750" algn="l" defTabSz="914400">
        <ns1:spcBef>
          <ns1:spcPct val="20000"/>
        </ns1:spcBef>
        <ns1:buFont typeface="Golos Text"/>
        <ns1:buChar char="–"/>
        <ns1:defRPr sz="28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2pPr>
      <ns1:lvl3pPr marL="1143000" indent="-228600" algn="l" defTabSz="914400">
        <ns1:spcBef>
          <ns1:spcPct val="20000"/>
        </ns1:spcBef>
        <ns1:buFont typeface="Golos Text"/>
        <ns1:buChar char="•"/>
        <ns1:defRPr sz="24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3pPr>
      <ns1:lvl4pPr marL="1600200" indent="-228600" algn="l" defTabSz="914400">
        <ns1:spcBef>
          <ns1:spcPct val="20000"/>
        </ns1:spcBef>
        <ns1:buFont typeface="Golos Text"/>
        <ns1:buChar char="–"/>
        <ns1:defRPr sz="20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4pPr>
      <ns1:lvl5pPr marL="2057400" indent="-228600" algn="l" defTabSz="914400">
        <ns1:spcBef>
          <ns1:spcPct val="20000"/>
        </ns1:spcBef>
        <ns1:buFont typeface="Golos Text"/>
        <ns1:buChar char="»"/>
        <ns1:defRPr sz="20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5pPr>
      <ns1:lvl6pPr marL="25146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6pPr>
      <ns1:lvl7pPr marL="29718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7pPr>
      <ns1:lvl8pPr marL="34290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8pPr>
      <ns1:lvl9pPr marL="38862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9pPr>
    </ns0:bodyStyle>
    <ns0:otherStyle>
      <ns1:lvl1pPr marL="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1pPr>
      <ns1:lvl2pPr marL="4572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2pPr>
      <ns1:lvl3pPr marL="9144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3pPr>
      <ns1:lvl4pPr marL="13716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4pPr>
      <ns1:lvl5pPr marL="18288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5pPr>
      <ns1:lvl6pPr marL="22860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6pPr>
      <ns1:lvl7pPr marL="27432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7pPr>
      <ns1:lvl8pPr marL="32004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8pPr>
      <ns1:lvl9pPr marL="36576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9pPr>
    </ns0:otherStyle>
  </ns0:txStyles>
</ns0:sldMaster>
</file>

<file path=ppt/slideMasters/slideMaster3.xml><?xml version="1.0" encoding="utf-8"?>
<ns0:sldMaster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>
  <ns0:cSld>
    <ns0:bg>
      <ns0:bgPr>
        <ns1:solidFill>
          <ns1:srgbClr val="FF254A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Заголовок 1">
            <ns1:extLst>
              <ns1:ext uri="{FF2B5EF4-FFF2-40B4-BE49-F238E27FC236}">
                <ns2:creationId id="{F775790B-444F-1EA3-729B-0BD19D910E3A}"/>
              </ns1:ext>
            </ns1:extLst>
          </ns0:cNvPr>
          <ns0:cNvSpPr>
            <ns1:spLocks noGrp="1"/>
          </ns0:cNvSpPr>
          <ns0:nvPr>
            <ns0:ph type="title" idx="0"/>
          </ns0:nvPr>
        </ns0:nvSpPr>
        <ns0:spPr>
          <ns1:xfrm>
            <ns1:off x="1257300" y="547688"/>
            <ns1:ext cx="15773400" cy="1989137"/>
          </ns1:xfrm>
          <ns1:prstGeom prst="rect">
            <ns1:avLst/>
          </ns1:prstGeom>
        </ns0:spPr>
        <ns0:txBody>
          <ns1:bodyPr vert="horz" lIns="91440" tIns="45720" rIns="91440" bIns="45720" anchor="t">
            <ns1:normAutofit/>
          </ns1:bodyPr>
          <ns1:lstStyle/>
          <ns1:p>
            <ns1:r>
              <ns1:t>Обложки</ns1:t>
            </ns1:r>
          </ns1:p>
        </ns0:txBody>
      </ns0:sp>
      <ns0:sp>
        <ns0:nvSpPr>
          <ns0:cNvPr id="3" name="Текст 2">
            <ns1:extLst>
              <ns1:ext uri="{FF2B5EF4-FFF2-40B4-BE49-F238E27FC236}">
                <ns2:creationId id="{B6B3F736-09C6-E20F-451F-2A50903669BF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>
          <ns1:xfrm>
            <ns1:off x="1257300" y="2738438"/>
            <ns1:ext cx="15773400" cy="6527800"/>
          </ns1:xfrm>
          <ns1:prstGeom prst="rect">
            <ns1:avLst/>
          </ns1:prstGeom>
        </ns0:spPr>
        <ns0:txBody>
          <ns1:bodyPr vert="horz" lIns="91440" tIns="45720" rIns="91440" bIns="45720">
            <ns1:normAutofit/>
          </ns1:bodyPr>
          <ns1:lstStyle/>
          <ns1:p>
            <ns1:pPr lvl="0">
              <ns1:buNone/>
            </ns1:pPr>
            <ns1:r>
              <ns1:t>Слайды с обложками</ns1:t>
            </ns1:r>
          </ns1:p>
        </ns0:txBody>
      </ns0:sp>
      <ns0:sp>
        <ns0:nvSpPr>
          <ns0:cNvPr id="5" name="Нижний колонтитул 4">
            <ns1:extLst>
              <ns1:ext uri="{FF2B5EF4-FFF2-40B4-BE49-F238E27FC236}">
                <ns2:creationId id="{A55B4AEB-E303-C341-72E2-9778121FB2FA}"/>
              </ns1:ext>
            </ns1:extLst>
          </ns0:cNvPr>
          <ns0:cNvSpPr>
            <ns1:spLocks noGrp="1"/>
          </ns0:cNvSpPr>
          <ns0:nvPr>
            <ns0:ph type="ftr" idx="3"/>
          </ns0:nvPr>
        </ns0:nvSpPr>
        <ns0:spPr>
          <ns1:xfrm>
            <ns1:off x="6057900" y="9534525"/>
            <ns1:ext cx="6172200" cy="547688"/>
          </ns1:xfrm>
          <ns1:prstGeom prst="rect">
            <ns1:avLst/>
          </ns1:prstGeom>
        </ns0:spPr>
        <ns0:txBody>
          <ns1:bodyPr vert="horz" lIns="91440" tIns="45720" rIns="91440" bIns="45720" anchor="ctr"/>
          <ns1:lstStyle>
            <ns1:lvl1pPr algn="ctr">
              <ns1:buNone/>
              <ns1:defRPr sz="1800">
                <ns1:solidFill>
                  <ns1:schemeClr val="tx1">
                    <ns1:lumMod val="75000"/>
                    <ns1:lumOff val="25000"/>
                  </ns1:schemeClr>
                </ns1:solidFill>
                <ns1:latin typeface="Golos Text"/>
                <ns1:ea typeface="Golos Text"/>
                <ns1:cs typeface="Golos Text"/>
              </ns1:defRPr>
            </ns1:lvl1pPr>
          </ns1:lstStyle>
          <ns1:p>
            <ns1:r>
              <ns1:t>ДИТ Москвы</ns1:t>
            </ns1:r>
            <ns1:endParaRPr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68" ns3:id="R760370147d844a0a"/>
    <ns0:sldLayoutId id="2147483669" ns3:id="Rf8640d47845644cf"/>
    <ns0:sldLayoutId id="2147483670" ns3:id="R33d0175a5ec145e2"/>
    <ns0:sldLayoutId id="2147483671" ns3:id="Rc59fe47eb1da4a30"/>
    <ns0:sldLayoutId id="2147483672" ns3:id="Rd1db701317ee4ef3"/>
    <ns0:sldLayoutId id="2147483673" ns3:id="R1b23fa2e8e2847bd"/>
  </ns0:sldLayoutIdLst>
  <ns0:hf hdr="0" dt="0"/>
  <ns0:txStyles>
    <ns0:titleStyle>
      <ns1:lvl1pPr algn="ctr" defTabSz="914400">
        <ns1:lnSpc>
          <ns1:spcPct val="80000"/>
        </ns1:lnSpc>
        <ns1:spcBef>
          <ns1:spcPct val="0"/>
        </ns1:spcBef>
        <ns1:buNone/>
        <ns1:defRPr sz="6600" b="0" i="0" kern="1200">
          <ns1:solidFill>
            <ns1:schemeClr val="tx1"/>
          </ns1:solidFill>
          <ns1:latin typeface="Golos Text SemiBold"/>
          <ns1:ea typeface="Golos Text SemiBold"/>
          <ns1:cs typeface="Golos Text SemiBold"/>
        </ns1:defRPr>
      </ns1:lvl1pPr>
    </ns0:titleStyle>
    <ns0:bodyStyle>
      <ns1:lvl1pPr marL="0" indent="0" algn="l" defTabSz="914400">
        <ns1:spcBef>
          <ns1:spcPct val="20000"/>
        </ns1:spcBef>
        <ns1:buFont typeface="Golos Text"/>
        <ns1:buNone/>
        <ns1:defRPr sz="32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1pPr>
      <ns1:lvl2pPr marL="742950" indent="-285750" algn="l" defTabSz="914400">
        <ns1:spcBef>
          <ns1:spcPct val="20000"/>
        </ns1:spcBef>
        <ns1:buFont typeface="Golos Text"/>
        <ns1:buChar char="–"/>
        <ns1:defRPr sz="28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2pPr>
      <ns1:lvl3pPr marL="1143000" indent="-228600" algn="l" defTabSz="914400">
        <ns1:spcBef>
          <ns1:spcPct val="20000"/>
        </ns1:spcBef>
        <ns1:buFont typeface="Golos Text"/>
        <ns1:buChar char="•"/>
        <ns1:defRPr sz="24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3pPr>
      <ns1:lvl4pPr marL="1600200" indent="-228600" algn="l" defTabSz="914400">
        <ns1:spcBef>
          <ns1:spcPct val="20000"/>
        </ns1:spcBef>
        <ns1:buFont typeface="Golos Text"/>
        <ns1:buChar char="–"/>
        <ns1:defRPr sz="20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4pPr>
      <ns1:lvl5pPr marL="2057400" indent="-228600" algn="l" defTabSz="914400">
        <ns1:spcBef>
          <ns1:spcPct val="20000"/>
        </ns1:spcBef>
        <ns1:buFont typeface="Golos Text"/>
        <ns1:buChar char="»"/>
        <ns1:defRPr sz="20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5pPr>
      <ns1:lvl6pPr marL="25146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6pPr>
      <ns1:lvl7pPr marL="29718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7pPr>
      <ns1:lvl8pPr marL="34290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8pPr>
      <ns1:lvl9pPr marL="38862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9pPr>
    </ns0:bodyStyle>
    <ns0:otherStyle>
      <ns1:lvl1pPr marL="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1pPr>
      <ns1:lvl2pPr marL="4572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2pPr>
      <ns1:lvl3pPr marL="9144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3pPr>
      <ns1:lvl4pPr marL="13716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4pPr>
      <ns1:lvl5pPr marL="18288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5pPr>
      <ns1:lvl6pPr marL="22860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6pPr>
      <ns1:lvl7pPr marL="27432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7pPr>
      <ns1:lvl8pPr marL="32004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8pPr>
      <ns1:lvl9pPr marL="36576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9pPr>
    </ns0:otherStyle>
  </ns0:txStyles>
</ns0:sldMaster>
</file>

<file path=ppt/slideMasters/slideMaster4.xml><?xml version="1.0" encoding="utf-8"?>
<ns0:sldMaster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>
  <ns0:cSld>
    <ns0:bg>
      <ns0:bgPr>
        <ns1:solidFill>
          <ns1:srgbClr val="FF254A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Заголовок 1">
            <ns1:extLst>
              <ns1:ext uri="{FF2B5EF4-FFF2-40B4-BE49-F238E27FC236}">
                <ns2:creationId id="{F775790B-444F-1EA3-729B-0BD19D910E3A}"/>
              </ns1:ext>
            </ns1:extLst>
          </ns0:cNvPr>
          <ns0:cNvSpPr>
            <ns1:spLocks noGrp="1"/>
          </ns0:cNvSpPr>
          <ns0:nvPr>
            <ns0:ph type="title" idx="0"/>
          </ns0:nvPr>
        </ns0:nvSpPr>
        <ns0:spPr>
          <ns1:xfrm>
            <ns1:off x="1257300" y="547688"/>
            <ns1:ext cx="15773400" cy="1989137"/>
          </ns1:xfrm>
          <ns1:prstGeom prst="rect">
            <ns1:avLst/>
          </ns1:prstGeom>
        </ns0:spPr>
        <ns0:txBody>
          <ns1:bodyPr vert="horz" lIns="91440" tIns="45720" rIns="91440" bIns="45720" anchor="t">
            <ns1:normAutofit/>
          </ns1:bodyPr>
          <ns1:lstStyle/>
          <ns1:p>
            <ns1:r>
              <ns1:t>Обложки</ns1:t>
            </ns1:r>
          </ns1:p>
        </ns0:txBody>
      </ns0:sp>
      <ns0:sp>
        <ns0:nvSpPr>
          <ns0:cNvPr id="3" name="Текст 2">
            <ns1:extLst>
              <ns1:ext uri="{FF2B5EF4-FFF2-40B4-BE49-F238E27FC236}">
                <ns2:creationId id="{B6B3F736-09C6-E20F-451F-2A50903669BF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>
          <ns1:xfrm>
            <ns1:off x="1257300" y="2738438"/>
            <ns1:ext cx="15773400" cy="6527800"/>
          </ns1:xfrm>
          <ns1:prstGeom prst="rect">
            <ns1:avLst/>
          </ns1:prstGeom>
        </ns0:spPr>
        <ns0:txBody>
          <ns1:bodyPr vert="horz" lIns="91440" tIns="45720" rIns="91440" bIns="45720">
            <ns1:normAutofit/>
          </ns1:bodyPr>
          <ns1:lstStyle/>
          <ns1:p>
            <ns1:pPr lvl="0">
              <ns1:buNone/>
            </ns1:pPr>
            <ns1:r>
              <ns1:t>Слайды с обложками</ns1:t>
            </ns1:r>
          </ns1:p>
        </ns0:txBody>
      </ns0:sp>
      <ns0:sp>
        <ns0:nvSpPr>
          <ns0:cNvPr id="5" name="Нижний колонтитул 4">
            <ns1:extLst>
              <ns1:ext uri="{FF2B5EF4-FFF2-40B4-BE49-F238E27FC236}">
                <ns2:creationId id="{A55B4AEB-E303-C341-72E2-9778121FB2FA}"/>
              </ns1:ext>
            </ns1:extLst>
          </ns0:cNvPr>
          <ns0:cNvSpPr>
            <ns1:spLocks noGrp="1"/>
          </ns0:cNvSpPr>
          <ns0:nvPr>
            <ns0:ph type="ftr" idx="3"/>
          </ns0:nvPr>
        </ns0:nvSpPr>
        <ns0:spPr>
          <ns1:xfrm>
            <ns1:off x="6057900" y="9534525"/>
            <ns1:ext cx="6172200" cy="547688"/>
          </ns1:xfrm>
          <ns1:prstGeom prst="rect">
            <ns1:avLst/>
          </ns1:prstGeom>
        </ns0:spPr>
        <ns0:txBody>
          <ns1:bodyPr vert="horz" lIns="91440" tIns="45720" rIns="91440" bIns="45720" anchor="ctr"/>
          <ns1:lstStyle>
            <ns1:lvl1pPr algn="ctr">
              <ns1:buNone/>
              <ns1:defRPr sz="1800">
                <ns1:solidFill>
                  <ns1:schemeClr val="tx1">
                    <ns1:lumMod val="75000"/>
                    <ns1:lumOff val="25000"/>
                  </ns1:schemeClr>
                </ns1:solidFill>
                <ns1:latin typeface="Golos Text"/>
                <ns1:ea typeface="Golos Text"/>
                <ns1:cs typeface="Golos Text"/>
              </ns1:defRPr>
            </ns1:lvl1pPr>
          </ns1:lstStyle>
          <ns1:p>
            <ns1:r>
              <ns1:t>ДИТ Москвы</ns1:t>
            </ns1:r>
            <ns1:endParaRPr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75" ns3:id="R5a4316d28c844c07"/>
    <ns0:sldLayoutId id="2147483676" ns3:id="Ra01fde9a2ee94fdb"/>
    <ns0:sldLayoutId id="2147483677" ns3:id="R2d7e077c57e3453f"/>
    <ns0:sldLayoutId id="2147483678" ns3:id="R86ca992cab014b1a"/>
  </ns0:sldLayoutIdLst>
  <ns0:hf hdr="0" dt="0"/>
  <ns0:txStyles>
    <ns0:titleStyle>
      <ns1:lvl1pPr algn="ctr" defTabSz="914400">
        <ns1:lnSpc>
          <ns1:spcPct val="80000"/>
        </ns1:lnSpc>
        <ns1:spcBef>
          <ns1:spcPct val="0"/>
        </ns1:spcBef>
        <ns1:buNone/>
        <ns1:defRPr sz="6600" b="0" i="0" kern="1200">
          <ns1:solidFill>
            <ns1:schemeClr val="tx1"/>
          </ns1:solidFill>
          <ns1:latin typeface="Golos Text SemiBold"/>
          <ns1:ea typeface="Golos Text SemiBold"/>
          <ns1:cs typeface="Golos Text SemiBold"/>
        </ns1:defRPr>
      </ns1:lvl1pPr>
    </ns0:titleStyle>
    <ns0:bodyStyle>
      <ns1:lvl1pPr marL="0" indent="0" algn="l" defTabSz="914400">
        <ns1:spcBef>
          <ns1:spcPct val="20000"/>
        </ns1:spcBef>
        <ns1:buFont typeface="Golos Text"/>
        <ns1:buNone/>
        <ns1:defRPr sz="32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1pPr>
      <ns1:lvl2pPr marL="742950" indent="-285750" algn="l" defTabSz="914400">
        <ns1:spcBef>
          <ns1:spcPct val="20000"/>
        </ns1:spcBef>
        <ns1:buFont typeface="Golos Text"/>
        <ns1:buChar char="–"/>
        <ns1:defRPr sz="28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2pPr>
      <ns1:lvl3pPr marL="1143000" indent="-228600" algn="l" defTabSz="914400">
        <ns1:spcBef>
          <ns1:spcPct val="20000"/>
        </ns1:spcBef>
        <ns1:buFont typeface="Golos Text"/>
        <ns1:buChar char="•"/>
        <ns1:defRPr sz="24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3pPr>
      <ns1:lvl4pPr marL="1600200" indent="-228600" algn="l" defTabSz="914400">
        <ns1:spcBef>
          <ns1:spcPct val="20000"/>
        </ns1:spcBef>
        <ns1:buFont typeface="Golos Text"/>
        <ns1:buChar char="–"/>
        <ns1:defRPr sz="20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4pPr>
      <ns1:lvl5pPr marL="2057400" indent="-228600" algn="l" defTabSz="914400">
        <ns1:spcBef>
          <ns1:spcPct val="20000"/>
        </ns1:spcBef>
        <ns1:buFont typeface="Golos Text"/>
        <ns1:buChar char="»"/>
        <ns1:defRPr sz="20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5pPr>
      <ns1:lvl6pPr marL="25146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6pPr>
      <ns1:lvl7pPr marL="29718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7pPr>
      <ns1:lvl8pPr marL="34290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8pPr>
      <ns1:lvl9pPr marL="38862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9pPr>
    </ns0:bodyStyle>
    <ns0:otherStyle>
      <ns1:lvl1pPr marL="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1pPr>
      <ns1:lvl2pPr marL="4572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2pPr>
      <ns1:lvl3pPr marL="9144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3pPr>
      <ns1:lvl4pPr marL="13716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4pPr>
      <ns1:lvl5pPr marL="18288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5pPr>
      <ns1:lvl6pPr marL="22860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6pPr>
      <ns1:lvl7pPr marL="27432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7pPr>
      <ns1:lvl8pPr marL="32004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8pPr>
      <ns1:lvl9pPr marL="36576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9pPr>
    </ns0:otherStyle>
  </ns0:txStyles>
</ns0:sldMaster>
</file>

<file path=ppt/slideMasters/slideMaster5.xml><?xml version="1.0" encoding="utf-8"?>
<ns0:sldMaster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>
  <ns0:cSld>
    <ns0:bg>
      <ns0:bgPr>
        <ns1:solidFill>
          <ns1:srgbClr val="FF254A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Заголовок 1">
            <ns1:extLst>
              <ns1:ext uri="{FF2B5EF4-FFF2-40B4-BE49-F238E27FC236}">
                <ns2:creationId id="{F775790B-444F-1EA3-729B-0BD19D910E3A}"/>
              </ns1:ext>
            </ns1:extLst>
          </ns0:cNvPr>
          <ns0:cNvSpPr>
            <ns1:spLocks noGrp="1"/>
          </ns0:cNvSpPr>
          <ns0:nvPr>
            <ns0:ph type="title" idx="0"/>
          </ns0:nvPr>
        </ns0:nvSpPr>
        <ns0:spPr>
          <ns1:xfrm>
            <ns1:off x="1257300" y="547688"/>
            <ns1:ext cx="15773400" cy="1989137"/>
          </ns1:xfrm>
          <ns1:prstGeom prst="rect">
            <ns1:avLst/>
          </ns1:prstGeom>
        </ns0:spPr>
        <ns0:txBody>
          <ns1:bodyPr vert="horz" lIns="91440" tIns="45720" rIns="91440" bIns="45720" anchor="t">
            <ns1:normAutofit/>
          </ns1:bodyPr>
          <ns1:lstStyle/>
          <ns1:p>
            <ns1:r>
              <ns1:t>Обложки</ns1:t>
            </ns1:r>
          </ns1:p>
        </ns0:txBody>
      </ns0:sp>
      <ns0:sp>
        <ns0:nvSpPr>
          <ns0:cNvPr id="3" name="Текст 2">
            <ns1:extLst>
              <ns1:ext uri="{FF2B5EF4-FFF2-40B4-BE49-F238E27FC236}">
                <ns2:creationId id="{B6B3F736-09C6-E20F-451F-2A50903669BF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>
          <ns1:xfrm>
            <ns1:off x="1257300" y="2738438"/>
            <ns1:ext cx="15773400" cy="6527800"/>
          </ns1:xfrm>
          <ns1:prstGeom prst="rect">
            <ns1:avLst/>
          </ns1:prstGeom>
        </ns0:spPr>
        <ns0:txBody>
          <ns1:bodyPr vert="horz" lIns="91440" tIns="45720" rIns="91440" bIns="45720">
            <ns1:normAutofit/>
          </ns1:bodyPr>
          <ns1:lstStyle/>
          <ns1:p>
            <ns1:pPr lvl="0">
              <ns1:buNone/>
            </ns1:pPr>
            <ns1:r>
              <ns1:t>Слайды с обложками</ns1:t>
            </ns1:r>
          </ns1:p>
        </ns0:txBody>
      </ns0:sp>
      <ns0:sp>
        <ns0:nvSpPr>
          <ns0:cNvPr id="5" name="Нижний колонтитул 4">
            <ns1:extLst>
              <ns1:ext uri="{FF2B5EF4-FFF2-40B4-BE49-F238E27FC236}">
                <ns2:creationId id="{A55B4AEB-E303-C341-72E2-9778121FB2FA}"/>
              </ns1:ext>
            </ns1:extLst>
          </ns0:cNvPr>
          <ns0:cNvSpPr>
            <ns1:spLocks noGrp="1"/>
          </ns0:cNvSpPr>
          <ns0:nvPr>
            <ns0:ph type="ftr" idx="3"/>
          </ns0:nvPr>
        </ns0:nvSpPr>
        <ns0:spPr>
          <ns1:xfrm>
            <ns1:off x="6057900" y="9534525"/>
            <ns1:ext cx="6172200" cy="547688"/>
          </ns1:xfrm>
          <ns1:prstGeom prst="rect">
            <ns1:avLst/>
          </ns1:prstGeom>
        </ns0:spPr>
        <ns0:txBody>
          <ns1:bodyPr vert="horz" lIns="91440" tIns="45720" rIns="91440" bIns="45720" anchor="ctr"/>
          <ns1:lstStyle>
            <ns1:lvl1pPr algn="ctr">
              <ns1:buNone/>
              <ns1:defRPr sz="1800">
                <ns1:solidFill>
                  <ns1:schemeClr val="tx1">
                    <ns1:lumMod val="75000"/>
                    <ns1:lumOff val="25000"/>
                  </ns1:schemeClr>
                </ns1:solidFill>
                <ns1:latin typeface="Golos Text"/>
                <ns1:ea typeface="Golos Text"/>
                <ns1:cs typeface="Golos Text"/>
              </ns1:defRPr>
            </ns1:lvl1pPr>
          </ns1:lstStyle>
          <ns1:p>
            <ns1:r>
              <ns1:t>ДИТ Москвы</ns1:t>
            </ns1:r>
            <ns1:endParaRPr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80" ns3:id="Rded08d05a12245f6"/>
    <ns0:sldLayoutId id="2147483681" ns3:id="Rb6573a637c8e4988"/>
    <ns0:sldLayoutId id="2147483682" ns3:id="R19257b9af59044c2"/>
    <ns0:sldLayoutId id="2147483683" ns3:id="Rff31fab154064d31"/>
    <ns0:sldLayoutId id="2147483684" ns3:id="R5808dd5cf8794377"/>
    <ns0:sldLayoutId id="2147483685" ns3:id="R0067977f15d64fc8"/>
  </ns0:sldLayoutIdLst>
  <ns0:hf hdr="0" dt="0"/>
  <ns0:txStyles>
    <ns0:titleStyle>
      <ns1:lvl1pPr algn="ctr" defTabSz="914400">
        <ns1:lnSpc>
          <ns1:spcPct val="80000"/>
        </ns1:lnSpc>
        <ns1:spcBef>
          <ns1:spcPct val="0"/>
        </ns1:spcBef>
        <ns1:buNone/>
        <ns1:defRPr sz="6600" b="0" i="0" kern="1200">
          <ns1:solidFill>
            <ns1:schemeClr val="tx1"/>
          </ns1:solidFill>
          <ns1:latin typeface="Golos Text SemiBold"/>
          <ns1:ea typeface="Golos Text SemiBold"/>
          <ns1:cs typeface="Golos Text SemiBold"/>
        </ns1:defRPr>
      </ns1:lvl1pPr>
    </ns0:titleStyle>
    <ns0:bodyStyle>
      <ns1:lvl1pPr marL="0" indent="0" algn="l" defTabSz="914400">
        <ns1:spcBef>
          <ns1:spcPct val="20000"/>
        </ns1:spcBef>
        <ns1:buFont typeface="Golos Text"/>
        <ns1:buNone/>
        <ns1:defRPr sz="32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1pPr>
      <ns1:lvl2pPr marL="742950" indent="-285750" algn="l" defTabSz="914400">
        <ns1:spcBef>
          <ns1:spcPct val="20000"/>
        </ns1:spcBef>
        <ns1:buFont typeface="Golos Text"/>
        <ns1:buChar char="–"/>
        <ns1:defRPr sz="28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2pPr>
      <ns1:lvl3pPr marL="1143000" indent="-228600" algn="l" defTabSz="914400">
        <ns1:spcBef>
          <ns1:spcPct val="20000"/>
        </ns1:spcBef>
        <ns1:buFont typeface="Golos Text"/>
        <ns1:buChar char="•"/>
        <ns1:defRPr sz="24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3pPr>
      <ns1:lvl4pPr marL="1600200" indent="-228600" algn="l" defTabSz="914400">
        <ns1:spcBef>
          <ns1:spcPct val="20000"/>
        </ns1:spcBef>
        <ns1:buFont typeface="Golos Text"/>
        <ns1:buChar char="–"/>
        <ns1:defRPr sz="20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4pPr>
      <ns1:lvl5pPr marL="2057400" indent="-228600" algn="l" defTabSz="914400">
        <ns1:spcBef>
          <ns1:spcPct val="20000"/>
        </ns1:spcBef>
        <ns1:buFont typeface="Golos Text"/>
        <ns1:buChar char="»"/>
        <ns1:defRPr sz="20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5pPr>
      <ns1:lvl6pPr marL="25146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6pPr>
      <ns1:lvl7pPr marL="29718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7pPr>
      <ns1:lvl8pPr marL="34290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8pPr>
      <ns1:lvl9pPr marL="38862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9pPr>
    </ns0:bodyStyle>
    <ns0:otherStyle>
      <ns1:lvl1pPr marL="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1pPr>
      <ns1:lvl2pPr marL="4572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2pPr>
      <ns1:lvl3pPr marL="9144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3pPr>
      <ns1:lvl4pPr marL="13716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4pPr>
      <ns1:lvl5pPr marL="18288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5pPr>
      <ns1:lvl6pPr marL="22860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6pPr>
      <ns1:lvl7pPr marL="27432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7pPr>
      <ns1:lvl8pPr marL="32004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8pPr>
      <ns1:lvl9pPr marL="36576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9pPr>
    </ns0:otherStyle>
  </ns0:txStyles>
</ns0:sldMaster>
</file>

<file path=ppt/slideMasters/slideMaster6.xml><?xml version="1.0" encoding="utf-8"?>
<ns0:sldMaster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>
  <ns0:cSld>
    <ns0:bg>
      <ns0:bgPr>
        <ns1:solidFill>
          <ns1:srgbClr val="FF254A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Заголовок 1">
            <ns1:extLst>
              <ns1:ext uri="{FF2B5EF4-FFF2-40B4-BE49-F238E27FC236}">
                <ns2:creationId id="{F775790B-444F-1EA3-729B-0BD19D910E3A}"/>
              </ns1:ext>
            </ns1:extLst>
          </ns0:cNvPr>
          <ns0:cNvSpPr>
            <ns1:spLocks noGrp="1"/>
          </ns0:cNvSpPr>
          <ns0:nvPr>
            <ns0:ph type="title" idx="0"/>
          </ns0:nvPr>
        </ns0:nvSpPr>
        <ns0:spPr>
          <ns1:xfrm>
            <ns1:off x="1257300" y="547688"/>
            <ns1:ext cx="15773400" cy="1989137"/>
          </ns1:xfrm>
          <ns1:prstGeom prst="rect">
            <ns1:avLst/>
          </ns1:prstGeom>
        </ns0:spPr>
        <ns0:txBody>
          <ns1:bodyPr vert="horz" lIns="91440" tIns="45720" rIns="91440" bIns="45720" anchor="t">
            <ns1:normAutofit/>
          </ns1:bodyPr>
          <ns1:lstStyle/>
          <ns1:p>
            <ns1:r>
              <ns1:t>Обложки</ns1:t>
            </ns1:r>
          </ns1:p>
        </ns0:txBody>
      </ns0:sp>
      <ns0:sp>
        <ns0:nvSpPr>
          <ns0:cNvPr id="3" name="Текст 2">
            <ns1:extLst>
              <ns1:ext uri="{FF2B5EF4-FFF2-40B4-BE49-F238E27FC236}">
                <ns2:creationId id="{B6B3F736-09C6-E20F-451F-2A50903669BF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>
          <ns1:xfrm>
            <ns1:off x="1257300" y="2738438"/>
            <ns1:ext cx="15773400" cy="6527800"/>
          </ns1:xfrm>
          <ns1:prstGeom prst="rect">
            <ns1:avLst/>
          </ns1:prstGeom>
        </ns0:spPr>
        <ns0:txBody>
          <ns1:bodyPr vert="horz" lIns="91440" tIns="45720" rIns="91440" bIns="45720">
            <ns1:normAutofit/>
          </ns1:bodyPr>
          <ns1:lstStyle/>
          <ns1:p>
            <ns1:pPr lvl="0">
              <ns1:buNone/>
            </ns1:pPr>
            <ns1:r>
              <ns1:t>Слайды с обложками</ns1:t>
            </ns1:r>
          </ns1:p>
        </ns0:txBody>
      </ns0:sp>
      <ns0:sp>
        <ns0:nvSpPr>
          <ns0:cNvPr id="5" name="Нижний колонтитул 4">
            <ns1:extLst>
              <ns1:ext uri="{FF2B5EF4-FFF2-40B4-BE49-F238E27FC236}">
                <ns2:creationId id="{A55B4AEB-E303-C341-72E2-9778121FB2FA}"/>
              </ns1:ext>
            </ns1:extLst>
          </ns0:cNvPr>
          <ns0:cNvSpPr>
            <ns1:spLocks noGrp="1"/>
          </ns0:cNvSpPr>
          <ns0:nvPr>
            <ns0:ph type="ftr" idx="3"/>
          </ns0:nvPr>
        </ns0:nvSpPr>
        <ns0:spPr>
          <ns1:xfrm>
            <ns1:off x="6057900" y="9534525"/>
            <ns1:ext cx="6172200" cy="547688"/>
          </ns1:xfrm>
          <ns1:prstGeom prst="rect">
            <ns1:avLst/>
          </ns1:prstGeom>
        </ns0:spPr>
        <ns0:txBody>
          <ns1:bodyPr vert="horz" lIns="91440" tIns="45720" rIns="91440" bIns="45720" anchor="ctr"/>
          <ns1:lstStyle>
            <ns1:lvl1pPr algn="ctr">
              <ns1:buNone/>
              <ns1:defRPr sz="1800">
                <ns1:solidFill>
                  <ns1:schemeClr val="tx1">
                    <ns1:lumMod val="75000"/>
                    <ns1:lumOff val="25000"/>
                  </ns1:schemeClr>
                </ns1:solidFill>
                <ns1:latin typeface="Golos Text"/>
                <ns1:ea typeface="Golos Text"/>
                <ns1:cs typeface="Golos Text"/>
              </ns1:defRPr>
            </ns1:lvl1pPr>
          </ns1:lstStyle>
          <ns1:p>
            <ns1:r>
              <ns1:t>ДИТ Москвы</ns1:t>
            </ns1:r>
            <ns1:endParaRPr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87" ns3:id="R946e32853ff542d7"/>
    <ns0:sldLayoutId id="2147483688" ns3:id="R9af5a1716d294af9"/>
    <ns0:sldLayoutId id="2147483689" ns3:id="R007a1b0c35554fc1"/>
    <ns0:sldLayoutId id="2147483690" ns3:id="R3060c70f5b9545f8"/>
    <ns0:sldLayoutId id="2147483691" ns3:id="R5bd0c6cf0e994f66"/>
    <ns0:sldLayoutId id="2147483692" ns3:id="R23ec1b15cc3d4d32"/>
  </ns0:sldLayoutIdLst>
  <ns0:hf hdr="0" dt="0"/>
  <ns0:txStyles>
    <ns0:titleStyle>
      <ns1:lvl1pPr algn="ctr" defTabSz="914400">
        <ns1:lnSpc>
          <ns1:spcPct val="80000"/>
        </ns1:lnSpc>
        <ns1:spcBef>
          <ns1:spcPct val="0"/>
        </ns1:spcBef>
        <ns1:buNone/>
        <ns1:defRPr sz="6600" b="0" i="0" kern="1200">
          <ns1:solidFill>
            <ns1:schemeClr val="tx1"/>
          </ns1:solidFill>
          <ns1:latin typeface="Golos Text SemiBold"/>
          <ns1:ea typeface="Golos Text SemiBold"/>
          <ns1:cs typeface="Golos Text SemiBold"/>
        </ns1:defRPr>
      </ns1:lvl1pPr>
    </ns0:titleStyle>
    <ns0:bodyStyle>
      <ns1:lvl1pPr marL="0" indent="0" algn="l" defTabSz="914400">
        <ns1:spcBef>
          <ns1:spcPct val="20000"/>
        </ns1:spcBef>
        <ns1:buFont typeface="Golos Text"/>
        <ns1:buNone/>
        <ns1:defRPr sz="32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1pPr>
      <ns1:lvl2pPr marL="742950" indent="-285750" algn="l" defTabSz="914400">
        <ns1:spcBef>
          <ns1:spcPct val="20000"/>
        </ns1:spcBef>
        <ns1:buFont typeface="Golos Text"/>
        <ns1:buChar char="–"/>
        <ns1:defRPr sz="28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2pPr>
      <ns1:lvl3pPr marL="1143000" indent="-228600" algn="l" defTabSz="914400">
        <ns1:spcBef>
          <ns1:spcPct val="20000"/>
        </ns1:spcBef>
        <ns1:buFont typeface="Golos Text"/>
        <ns1:buChar char="•"/>
        <ns1:defRPr sz="24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3pPr>
      <ns1:lvl4pPr marL="1600200" indent="-228600" algn="l" defTabSz="914400">
        <ns1:spcBef>
          <ns1:spcPct val="20000"/>
        </ns1:spcBef>
        <ns1:buFont typeface="Golos Text"/>
        <ns1:buChar char="–"/>
        <ns1:defRPr sz="20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4pPr>
      <ns1:lvl5pPr marL="2057400" indent="-228600" algn="l" defTabSz="914400">
        <ns1:spcBef>
          <ns1:spcPct val="20000"/>
        </ns1:spcBef>
        <ns1:buFont typeface="Golos Text"/>
        <ns1:buChar char="»"/>
        <ns1:defRPr sz="20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5pPr>
      <ns1:lvl6pPr marL="25146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6pPr>
      <ns1:lvl7pPr marL="29718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7pPr>
      <ns1:lvl8pPr marL="34290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8pPr>
      <ns1:lvl9pPr marL="38862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9pPr>
    </ns0:bodyStyle>
    <ns0:otherStyle>
      <ns1:lvl1pPr marL="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1pPr>
      <ns1:lvl2pPr marL="4572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2pPr>
      <ns1:lvl3pPr marL="9144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3pPr>
      <ns1:lvl4pPr marL="13716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4pPr>
      <ns1:lvl5pPr marL="18288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5pPr>
      <ns1:lvl6pPr marL="22860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6pPr>
      <ns1:lvl7pPr marL="27432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7pPr>
      <ns1:lvl8pPr marL="32004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8pPr>
      <ns1:lvl9pPr marL="36576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9pPr>
    </ns0:otherStyle>
  </ns0:txStyles>
</ns0:sldMaster>
</file>

<file path=ppt/slideMasters/slideMaster7.xml><?xml version="1.0" encoding="utf-8"?>
<ns0:sldMaster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>
  <ns0:cSld>
    <ns0:bg>
      <ns0:bgPr>
        <ns1:solidFill>
          <ns1:srgbClr val="FF254A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Заголовок 1">
            <ns1:extLst>
              <ns1:ext uri="{FF2B5EF4-FFF2-40B4-BE49-F238E27FC236}">
                <ns2:creationId id="{F775790B-444F-1EA3-729B-0BD19D910E3A}"/>
              </ns1:ext>
            </ns1:extLst>
          </ns0:cNvPr>
          <ns0:cNvSpPr>
            <ns1:spLocks noGrp="1"/>
          </ns0:cNvSpPr>
          <ns0:nvPr>
            <ns0:ph type="title" idx="0"/>
          </ns0:nvPr>
        </ns0:nvSpPr>
        <ns0:spPr>
          <ns1:xfrm>
            <ns1:off x="1257300" y="547688"/>
            <ns1:ext cx="15773400" cy="1989137"/>
          </ns1:xfrm>
          <ns1:prstGeom prst="rect">
            <ns1:avLst/>
          </ns1:prstGeom>
        </ns0:spPr>
        <ns0:txBody>
          <ns1:bodyPr vert="horz" lIns="91440" tIns="45720" rIns="91440" bIns="45720" anchor="t">
            <ns1:normAutofit/>
          </ns1:bodyPr>
          <ns1:lstStyle/>
          <ns1:p>
            <ns1:r>
              <ns1:t>Обложки</ns1:t>
            </ns1:r>
          </ns1:p>
        </ns0:txBody>
      </ns0:sp>
      <ns0:sp>
        <ns0:nvSpPr>
          <ns0:cNvPr id="3" name="Текст 2">
            <ns1:extLst>
              <ns1:ext uri="{FF2B5EF4-FFF2-40B4-BE49-F238E27FC236}">
                <ns2:creationId id="{B6B3F736-09C6-E20F-451F-2A50903669BF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>
          <ns1:xfrm>
            <ns1:off x="1257300" y="2738438"/>
            <ns1:ext cx="15773400" cy="6527800"/>
          </ns1:xfrm>
          <ns1:prstGeom prst="rect">
            <ns1:avLst/>
          </ns1:prstGeom>
        </ns0:spPr>
        <ns0:txBody>
          <ns1:bodyPr vert="horz" lIns="91440" tIns="45720" rIns="91440" bIns="45720">
            <ns1:normAutofit/>
          </ns1:bodyPr>
          <ns1:lstStyle/>
          <ns1:p>
            <ns1:pPr lvl="0">
              <ns1:buNone/>
            </ns1:pPr>
            <ns1:r>
              <ns1:t>Слайды с обложками</ns1:t>
            </ns1:r>
          </ns1:p>
        </ns0:txBody>
      </ns0:sp>
      <ns0:sp>
        <ns0:nvSpPr>
          <ns0:cNvPr id="5" name="Нижний колонтитул 4">
            <ns1:extLst>
              <ns1:ext uri="{FF2B5EF4-FFF2-40B4-BE49-F238E27FC236}">
                <ns2:creationId id="{A55B4AEB-E303-C341-72E2-9778121FB2FA}"/>
              </ns1:ext>
            </ns1:extLst>
          </ns0:cNvPr>
          <ns0:cNvSpPr>
            <ns1:spLocks noGrp="1"/>
          </ns0:cNvSpPr>
          <ns0:nvPr>
            <ns0:ph type="ftr" idx="3"/>
          </ns0:nvPr>
        </ns0:nvSpPr>
        <ns0:spPr>
          <ns1:xfrm>
            <ns1:off x="6057900" y="9534525"/>
            <ns1:ext cx="6172200" cy="547688"/>
          </ns1:xfrm>
          <ns1:prstGeom prst="rect">
            <ns1:avLst/>
          </ns1:prstGeom>
        </ns0:spPr>
        <ns0:txBody>
          <ns1:bodyPr vert="horz" lIns="91440" tIns="45720" rIns="91440" bIns="45720" anchor="ctr"/>
          <ns1:lstStyle>
            <ns1:lvl1pPr algn="ctr">
              <ns1:buNone/>
              <ns1:defRPr sz="1800">
                <ns1:solidFill>
                  <ns1:schemeClr val="tx1">
                    <ns1:lumMod val="75000"/>
                    <ns1:lumOff val="25000"/>
                  </ns1:schemeClr>
                </ns1:solidFill>
                <ns1:latin typeface="Golos Text"/>
                <ns1:ea typeface="Golos Text"/>
                <ns1:cs typeface="Golos Text"/>
              </ns1:defRPr>
            </ns1:lvl1pPr>
          </ns1:lstStyle>
          <ns1:p>
            <ns1:r>
              <ns1:t>ДИТ Москвы</ns1:t>
            </ns1:r>
            <ns1:endParaRPr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94" ns3:id="R76082f775339451b"/>
    <ns0:sldLayoutId id="2147483695" ns3:id="R191c364265264891"/>
    <ns0:sldLayoutId id="2147483696" ns3:id="Rc5e15327e63e42d0"/>
    <ns0:sldLayoutId id="2147483697" ns3:id="Re9179be545454cc7"/>
    <ns0:sldLayoutId id="2147483698" ns3:id="R915b449687454189"/>
    <ns0:sldLayoutId id="2147483699" ns3:id="R208d2f23f6f34622"/>
    <ns0:sldLayoutId id="2147483700" ns3:id="Rc830d3602b7745ce"/>
    <ns0:sldLayoutId id="2147483701" ns3:id="R7d148f60a1534a5f"/>
    <ns0:sldLayoutId id="2147483702" ns3:id="R650cb5dedad34e65"/>
    <ns0:sldLayoutId id="2147483703" ns3:id="R69ed005608044920"/>
    <ns0:sldLayoutId id="2147483704" ns3:id="R234acde59fe84e83"/>
    <ns0:sldLayoutId id="2147483705" ns3:id="Rbf39b06cc4134715"/>
  </ns0:sldLayoutIdLst>
  <ns0:hf hdr="0" dt="0"/>
  <ns0:txStyles>
    <ns0:titleStyle>
      <ns1:lvl1pPr algn="ctr" defTabSz="914400">
        <ns1:lnSpc>
          <ns1:spcPct val="80000"/>
        </ns1:lnSpc>
        <ns1:spcBef>
          <ns1:spcPct val="0"/>
        </ns1:spcBef>
        <ns1:buNone/>
        <ns1:defRPr sz="6600" b="0" i="0" kern="1200">
          <ns1:solidFill>
            <ns1:schemeClr val="tx1"/>
          </ns1:solidFill>
          <ns1:latin typeface="Golos Text SemiBold"/>
          <ns1:ea typeface="Golos Text SemiBold"/>
          <ns1:cs typeface="Golos Text SemiBold"/>
        </ns1:defRPr>
      </ns1:lvl1pPr>
    </ns0:titleStyle>
    <ns0:bodyStyle>
      <ns1:lvl1pPr marL="0" indent="0" algn="l" defTabSz="914400">
        <ns1:spcBef>
          <ns1:spcPct val="20000"/>
        </ns1:spcBef>
        <ns1:buFont typeface="Golos Text"/>
        <ns1:buNone/>
        <ns1:defRPr sz="32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1pPr>
      <ns1:lvl2pPr marL="742950" indent="-285750" algn="l" defTabSz="914400">
        <ns1:spcBef>
          <ns1:spcPct val="20000"/>
        </ns1:spcBef>
        <ns1:buFont typeface="Golos Text"/>
        <ns1:buChar char="–"/>
        <ns1:defRPr sz="28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2pPr>
      <ns1:lvl3pPr marL="1143000" indent="-228600" algn="l" defTabSz="914400">
        <ns1:spcBef>
          <ns1:spcPct val="20000"/>
        </ns1:spcBef>
        <ns1:buFont typeface="Golos Text"/>
        <ns1:buChar char="•"/>
        <ns1:defRPr sz="24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3pPr>
      <ns1:lvl4pPr marL="1600200" indent="-228600" algn="l" defTabSz="914400">
        <ns1:spcBef>
          <ns1:spcPct val="20000"/>
        </ns1:spcBef>
        <ns1:buFont typeface="Golos Text"/>
        <ns1:buChar char="–"/>
        <ns1:defRPr sz="20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4pPr>
      <ns1:lvl5pPr marL="2057400" indent="-228600" algn="l" defTabSz="914400">
        <ns1:spcBef>
          <ns1:spcPct val="20000"/>
        </ns1:spcBef>
        <ns1:buFont typeface="Golos Text"/>
        <ns1:buChar char="»"/>
        <ns1:defRPr sz="20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5pPr>
      <ns1:lvl6pPr marL="25146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6pPr>
      <ns1:lvl7pPr marL="29718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7pPr>
      <ns1:lvl8pPr marL="34290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8pPr>
      <ns1:lvl9pPr marL="38862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9pPr>
    </ns0:bodyStyle>
    <ns0:otherStyle>
      <ns1:lvl1pPr marL="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1pPr>
      <ns1:lvl2pPr marL="4572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2pPr>
      <ns1:lvl3pPr marL="9144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3pPr>
      <ns1:lvl4pPr marL="13716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4pPr>
      <ns1:lvl5pPr marL="18288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5pPr>
      <ns1:lvl6pPr marL="22860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6pPr>
      <ns1:lvl7pPr marL="27432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7pPr>
      <ns1:lvl8pPr marL="32004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8pPr>
      <ns1:lvl9pPr marL="36576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9pPr>
    </ns0:otherStyle>
  </ns0:txStyles>
</ns0:sldMaster>
</file>

<file path=ppt/slideMasters/slideMaster8.xml><?xml version="1.0" encoding="utf-8"?>
<ns0:sldMaster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>
  <ns0:cSld>
    <ns0:bg>
      <ns0:bgPr>
        <ns1:solidFill>
          <ns1:srgbClr val="FF254A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Заголовок 1">
            <ns1:extLst>
              <ns1:ext uri="{FF2B5EF4-FFF2-40B4-BE49-F238E27FC236}">
                <ns2:creationId id="{F775790B-444F-1EA3-729B-0BD19D910E3A}"/>
              </ns1:ext>
            </ns1:extLst>
          </ns0:cNvPr>
          <ns0:cNvSpPr>
            <ns1:spLocks noGrp="1"/>
          </ns0:cNvSpPr>
          <ns0:nvPr>
            <ns0:ph type="title" idx="0"/>
          </ns0:nvPr>
        </ns0:nvSpPr>
        <ns0:spPr>
          <ns1:xfrm>
            <ns1:off x="1257300" y="547688"/>
            <ns1:ext cx="15773400" cy="1989137"/>
          </ns1:xfrm>
          <ns1:prstGeom prst="rect">
            <ns1:avLst/>
          </ns1:prstGeom>
        </ns0:spPr>
        <ns0:txBody>
          <ns1:bodyPr vert="horz" lIns="91440" tIns="45720" rIns="91440" bIns="45720" anchor="t">
            <ns1:normAutofit/>
          </ns1:bodyPr>
          <ns1:lstStyle/>
          <ns1:p>
            <ns1:r>
              <ns1:t>Обложки</ns1:t>
            </ns1:r>
          </ns1:p>
        </ns0:txBody>
      </ns0:sp>
      <ns0:sp>
        <ns0:nvSpPr>
          <ns0:cNvPr id="3" name="Текст 2">
            <ns1:extLst>
              <ns1:ext uri="{FF2B5EF4-FFF2-40B4-BE49-F238E27FC236}">
                <ns2:creationId id="{B6B3F736-09C6-E20F-451F-2A50903669BF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>
          <ns1:xfrm>
            <ns1:off x="1257300" y="2738438"/>
            <ns1:ext cx="15773400" cy="6527800"/>
          </ns1:xfrm>
          <ns1:prstGeom prst="rect">
            <ns1:avLst/>
          </ns1:prstGeom>
        </ns0:spPr>
        <ns0:txBody>
          <ns1:bodyPr vert="horz" lIns="91440" tIns="45720" rIns="91440" bIns="45720">
            <ns1:normAutofit/>
          </ns1:bodyPr>
          <ns1:lstStyle/>
          <ns1:p>
            <ns1:pPr lvl="0">
              <ns1:buNone/>
            </ns1:pPr>
            <ns1:r>
              <ns1:t>Слайды с обложками</ns1:t>
            </ns1:r>
          </ns1:p>
        </ns0:txBody>
      </ns0:sp>
      <ns0:sp>
        <ns0:nvSpPr>
          <ns0:cNvPr id="5" name="Нижний колонтитул 4">
            <ns1:extLst>
              <ns1:ext uri="{FF2B5EF4-FFF2-40B4-BE49-F238E27FC236}">
                <ns2:creationId id="{A55B4AEB-E303-C341-72E2-9778121FB2FA}"/>
              </ns1:ext>
            </ns1:extLst>
          </ns0:cNvPr>
          <ns0:cNvSpPr>
            <ns1:spLocks noGrp="1"/>
          </ns0:cNvSpPr>
          <ns0:nvPr>
            <ns0:ph type="ftr" idx="3"/>
          </ns0:nvPr>
        </ns0:nvSpPr>
        <ns0:spPr>
          <ns1:xfrm>
            <ns1:off x="6057900" y="9534525"/>
            <ns1:ext cx="6172200" cy="547688"/>
          </ns1:xfrm>
          <ns1:prstGeom prst="rect">
            <ns1:avLst/>
          </ns1:prstGeom>
        </ns0:spPr>
        <ns0:txBody>
          <ns1:bodyPr vert="horz" lIns="91440" tIns="45720" rIns="91440" bIns="45720" anchor="ctr"/>
          <ns1:lstStyle>
            <ns1:lvl1pPr algn="ctr">
              <ns1:buNone/>
              <ns1:defRPr sz="1800">
                <ns1:solidFill>
                  <ns1:schemeClr val="tx1">
                    <ns1:lumMod val="75000"/>
                    <ns1:lumOff val="25000"/>
                  </ns1:schemeClr>
                </ns1:solidFill>
                <ns1:latin typeface="Golos Text"/>
                <ns1:ea typeface="Golos Text"/>
                <ns1:cs typeface="Golos Text"/>
              </ns1:defRPr>
            </ns1:lvl1pPr>
          </ns1:lstStyle>
          <ns1:p>
            <ns1:r>
              <ns1:t>ДИТ Москвы</ns1:t>
            </ns1:r>
            <ns1:endParaRPr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707" ns3:id="R9475be2345ee4827"/>
    <ns0:sldLayoutId id="2147483708" ns3:id="R55505b6431b440bd"/>
  </ns0:sldLayoutIdLst>
  <ns0:hf hdr="0" dt="0"/>
  <ns0:txStyles>
    <ns0:titleStyle>
      <ns1:lvl1pPr algn="ctr" defTabSz="914400">
        <ns1:lnSpc>
          <ns1:spcPct val="80000"/>
        </ns1:lnSpc>
        <ns1:spcBef>
          <ns1:spcPct val="0"/>
        </ns1:spcBef>
        <ns1:buNone/>
        <ns1:defRPr sz="6600" b="0" i="0" kern="1200">
          <ns1:solidFill>
            <ns1:schemeClr val="tx1"/>
          </ns1:solidFill>
          <ns1:latin typeface="Golos Text SemiBold"/>
          <ns1:ea typeface="Golos Text SemiBold"/>
          <ns1:cs typeface="Golos Text SemiBold"/>
        </ns1:defRPr>
      </ns1:lvl1pPr>
    </ns0:titleStyle>
    <ns0:bodyStyle>
      <ns1:lvl1pPr marL="0" indent="0" algn="l" defTabSz="914400">
        <ns1:spcBef>
          <ns1:spcPct val="20000"/>
        </ns1:spcBef>
        <ns1:buFont typeface="Golos Text"/>
        <ns1:buNone/>
        <ns1:defRPr sz="32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1pPr>
      <ns1:lvl2pPr marL="742950" indent="-285750" algn="l" defTabSz="914400">
        <ns1:spcBef>
          <ns1:spcPct val="20000"/>
        </ns1:spcBef>
        <ns1:buFont typeface="Golos Text"/>
        <ns1:buChar char="–"/>
        <ns1:defRPr sz="28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2pPr>
      <ns1:lvl3pPr marL="1143000" indent="-228600" algn="l" defTabSz="914400">
        <ns1:spcBef>
          <ns1:spcPct val="20000"/>
        </ns1:spcBef>
        <ns1:buFont typeface="Golos Text"/>
        <ns1:buChar char="•"/>
        <ns1:defRPr sz="24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3pPr>
      <ns1:lvl4pPr marL="1600200" indent="-228600" algn="l" defTabSz="914400">
        <ns1:spcBef>
          <ns1:spcPct val="20000"/>
        </ns1:spcBef>
        <ns1:buFont typeface="Golos Text"/>
        <ns1:buChar char="–"/>
        <ns1:defRPr sz="20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4pPr>
      <ns1:lvl5pPr marL="2057400" indent="-228600" algn="l" defTabSz="914400">
        <ns1:spcBef>
          <ns1:spcPct val="20000"/>
        </ns1:spcBef>
        <ns1:buFont typeface="Golos Text"/>
        <ns1:buChar char="»"/>
        <ns1:defRPr sz="20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5pPr>
      <ns1:lvl6pPr marL="25146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6pPr>
      <ns1:lvl7pPr marL="29718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7pPr>
      <ns1:lvl8pPr marL="34290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8pPr>
      <ns1:lvl9pPr marL="38862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9pPr>
    </ns0:bodyStyle>
    <ns0:otherStyle>
      <ns1:lvl1pPr marL="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1pPr>
      <ns1:lvl2pPr marL="4572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2pPr>
      <ns1:lvl3pPr marL="9144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3pPr>
      <ns1:lvl4pPr marL="13716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4pPr>
      <ns1:lvl5pPr marL="18288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5pPr>
      <ns1:lvl6pPr marL="22860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6pPr>
      <ns1:lvl7pPr marL="27432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7pPr>
      <ns1:lvl8pPr marL="32004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8pPr>
      <ns1:lvl9pPr marL="36576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9pPr>
    </ns0:otherStyle>
  </ns0:txStyles>
</ns0:sldMaster>
</file>

<file path=ppt/slideMasters/slideMaster9.xml><?xml version="1.0" encoding="utf-8"?>
<ns0:sldMaster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>
  <ns0:cSld>
    <ns0:bg>
      <ns0:bgPr>
        <ns1:solidFill>
          <ns1:srgbClr val="FF254A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Заголовок 1">
            <ns1:extLst>
              <ns1:ext uri="{FF2B5EF4-FFF2-40B4-BE49-F238E27FC236}">
                <ns2:creationId id="{F775790B-444F-1EA3-729B-0BD19D910E3A}"/>
              </ns1:ext>
            </ns1:extLst>
          </ns0:cNvPr>
          <ns0:cNvSpPr>
            <ns1:spLocks noGrp="1"/>
          </ns0:cNvSpPr>
          <ns0:nvPr>
            <ns0:ph type="title" idx="0"/>
          </ns0:nvPr>
        </ns0:nvSpPr>
        <ns0:spPr>
          <ns1:xfrm>
            <ns1:off x="1257300" y="547688"/>
            <ns1:ext cx="15773400" cy="1989137"/>
          </ns1:xfrm>
          <ns1:prstGeom prst="rect">
            <ns1:avLst/>
          </ns1:prstGeom>
        </ns0:spPr>
        <ns0:txBody>
          <ns1:bodyPr vert="horz" lIns="91440" tIns="45720" rIns="91440" bIns="45720" anchor="t">
            <ns1:normAutofit/>
          </ns1:bodyPr>
          <ns1:lstStyle/>
          <ns1:p>
            <ns1:r>
              <ns1:t>Обложки</ns1:t>
            </ns1:r>
          </ns1:p>
        </ns0:txBody>
      </ns0:sp>
      <ns0:sp>
        <ns0:nvSpPr>
          <ns0:cNvPr id="3" name="Текст 2">
            <ns1:extLst>
              <ns1:ext uri="{FF2B5EF4-FFF2-40B4-BE49-F238E27FC236}">
                <ns2:creationId id="{B6B3F736-09C6-E20F-451F-2A50903669BF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>
          <ns1:xfrm>
            <ns1:off x="1257300" y="2738438"/>
            <ns1:ext cx="15773400" cy="6527800"/>
          </ns1:xfrm>
          <ns1:prstGeom prst="rect">
            <ns1:avLst/>
          </ns1:prstGeom>
        </ns0:spPr>
        <ns0:txBody>
          <ns1:bodyPr vert="horz" lIns="91440" tIns="45720" rIns="91440" bIns="45720">
            <ns1:normAutofit/>
          </ns1:bodyPr>
          <ns1:lstStyle/>
          <ns1:p>
            <ns1:pPr lvl="0">
              <ns1:buNone/>
            </ns1:pPr>
            <ns1:r>
              <ns1:t>Слайды с обложками</ns1:t>
            </ns1:r>
          </ns1:p>
        </ns0:txBody>
      </ns0:sp>
      <ns0:sp>
        <ns0:nvSpPr>
          <ns0:cNvPr id="5" name="Нижний колонтитул 4">
            <ns1:extLst>
              <ns1:ext uri="{FF2B5EF4-FFF2-40B4-BE49-F238E27FC236}">
                <ns2:creationId id="{A55B4AEB-E303-C341-72E2-9778121FB2FA}"/>
              </ns1:ext>
            </ns1:extLst>
          </ns0:cNvPr>
          <ns0:cNvSpPr>
            <ns1:spLocks noGrp="1"/>
          </ns0:cNvSpPr>
          <ns0:nvPr>
            <ns0:ph type="ftr" idx="3"/>
          </ns0:nvPr>
        </ns0:nvSpPr>
        <ns0:spPr>
          <ns1:xfrm>
            <ns1:off x="6057900" y="9534525"/>
            <ns1:ext cx="6172200" cy="547688"/>
          </ns1:xfrm>
          <ns1:prstGeom prst="rect">
            <ns1:avLst/>
          </ns1:prstGeom>
        </ns0:spPr>
        <ns0:txBody>
          <ns1:bodyPr vert="horz" lIns="91440" tIns="45720" rIns="91440" bIns="45720" anchor="ctr"/>
          <ns1:lstStyle>
            <ns1:lvl1pPr algn="ctr">
              <ns1:buNone/>
              <ns1:defRPr sz="1800">
                <ns1:solidFill>
                  <ns1:schemeClr val="tx1">
                    <ns1:lumMod val="75000"/>
                    <ns1:lumOff val="25000"/>
                  </ns1:schemeClr>
                </ns1:solidFill>
                <ns1:latin typeface="Golos Text"/>
                <ns1:ea typeface="Golos Text"/>
                <ns1:cs typeface="Golos Text"/>
              </ns1:defRPr>
            </ns1:lvl1pPr>
          </ns1:lstStyle>
          <ns1:p>
            <ns1:r>
              <ns1:t>ДИТ Москвы</ns1:t>
            </ns1:r>
            <ns1:endParaRPr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710" ns3:id="Re03ad85c684243a9"/>
    <ns0:sldLayoutId id="2147483711" ns3:id="Rb7eab78539f04e10"/>
    <ns0:sldLayoutId id="2147483712" ns3:id="R55701c4d027b41b2"/>
    <ns0:sldLayoutId id="2147483713" ns3:id="Ra41a542318e04508"/>
    <ns0:sldLayoutId id="2147483714" ns3:id="R535974cb7e844887"/>
    <ns0:sldLayoutId id="2147483715" ns3:id="R5fede56cfb034755"/>
    <ns0:sldLayoutId id="2147483716" ns3:id="Rcd16d52b7aef4bdb"/>
    <ns0:sldLayoutId id="2147483717" ns3:id="R33b35335c1084265"/>
    <ns0:sldLayoutId id="2147483718" ns3:id="Rb8be9af4b960482f"/>
  </ns0:sldLayoutIdLst>
  <ns0:hf hdr="0" dt="0"/>
  <ns0:txStyles>
    <ns0:titleStyle>
      <ns1:lvl1pPr algn="ctr" defTabSz="914400">
        <ns1:lnSpc>
          <ns1:spcPct val="80000"/>
        </ns1:lnSpc>
        <ns1:spcBef>
          <ns1:spcPct val="0"/>
        </ns1:spcBef>
        <ns1:buNone/>
        <ns1:defRPr sz="6600" b="0" i="0" kern="1200">
          <ns1:solidFill>
            <ns1:schemeClr val="tx1"/>
          </ns1:solidFill>
          <ns1:latin typeface="Golos Text SemiBold"/>
          <ns1:ea typeface="Golos Text SemiBold"/>
          <ns1:cs typeface="Golos Text SemiBold"/>
        </ns1:defRPr>
      </ns1:lvl1pPr>
    </ns0:titleStyle>
    <ns0:bodyStyle>
      <ns1:lvl1pPr marL="0" indent="0" algn="l" defTabSz="914400">
        <ns1:spcBef>
          <ns1:spcPct val="20000"/>
        </ns1:spcBef>
        <ns1:buFont typeface="Golos Text"/>
        <ns1:buNone/>
        <ns1:defRPr sz="32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1pPr>
      <ns1:lvl2pPr marL="742950" indent="-285750" algn="l" defTabSz="914400">
        <ns1:spcBef>
          <ns1:spcPct val="20000"/>
        </ns1:spcBef>
        <ns1:buFont typeface="Golos Text"/>
        <ns1:buChar char="–"/>
        <ns1:defRPr sz="28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2pPr>
      <ns1:lvl3pPr marL="1143000" indent="-228600" algn="l" defTabSz="914400">
        <ns1:spcBef>
          <ns1:spcPct val="20000"/>
        </ns1:spcBef>
        <ns1:buFont typeface="Golos Text"/>
        <ns1:buChar char="•"/>
        <ns1:defRPr sz="24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3pPr>
      <ns1:lvl4pPr marL="1600200" indent="-228600" algn="l" defTabSz="914400">
        <ns1:spcBef>
          <ns1:spcPct val="20000"/>
        </ns1:spcBef>
        <ns1:buFont typeface="Golos Text"/>
        <ns1:buChar char="–"/>
        <ns1:defRPr sz="20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4pPr>
      <ns1:lvl5pPr marL="2057400" indent="-228600" algn="l" defTabSz="914400">
        <ns1:spcBef>
          <ns1:spcPct val="20000"/>
        </ns1:spcBef>
        <ns1:buFont typeface="Golos Text"/>
        <ns1:buChar char="»"/>
        <ns1:defRPr sz="20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5pPr>
      <ns1:lvl6pPr marL="25146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6pPr>
      <ns1:lvl7pPr marL="29718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7pPr>
      <ns1:lvl8pPr marL="34290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8pPr>
      <ns1:lvl9pPr marL="38862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9pPr>
    </ns0:bodyStyle>
    <ns0:otherStyle>
      <ns1:lvl1pPr marL="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1pPr>
      <ns1:lvl2pPr marL="4572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2pPr>
      <ns1:lvl3pPr marL="9144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3pPr>
      <ns1:lvl4pPr marL="13716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4pPr>
      <ns1:lvl5pPr marL="18288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5pPr>
      <ns1:lvl6pPr marL="22860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6pPr>
      <ns1:lvl7pPr marL="27432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7pPr>
      <ns1:lvl8pPr marL="32004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8pPr>
      <ns1:lvl9pPr marL="36576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9pPr>
    </ns0:otherStyle>
  </ns0:txStyles>
</ns0:sldMaster>
</file>

<file path=ppt/slideMasters/slideMaster10.xml><?xml version="1.0" encoding="utf-8"?>
<ns0:sldMaster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2/main">
  <ns0:cSld>
    <ns0:bg>
      <ns0:bgPr>
        <ns1:solidFill>
          <ns1:srgbClr val="FF254A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Заголовок 1">
            <ns1:extLst>
              <ns1:ext uri="{FF2B5EF4-FFF2-40B4-BE49-F238E27FC236}">
                <ns2:creationId id="{F775790B-444F-1EA3-729B-0BD19D910E3A}"/>
              </ns1:ext>
            </ns1:extLst>
          </ns0:cNvPr>
          <ns0:cNvSpPr>
            <ns1:spLocks noGrp="1"/>
          </ns0:cNvSpPr>
          <ns0:nvPr>
            <ns0:ph type="title" idx="0"/>
          </ns0:nvPr>
        </ns0:nvSpPr>
        <ns0:spPr>
          <ns1:xfrm>
            <ns1:off x="1257300" y="547688"/>
            <ns1:ext cx="15773400" cy="1989137"/>
          </ns1:xfrm>
          <ns1:prstGeom prst="rect">
            <ns1:avLst/>
          </ns1:prstGeom>
        </ns0:spPr>
        <ns0:txBody>
          <ns1:bodyPr vert="horz" lIns="91440" tIns="45720" rIns="91440" bIns="45720" anchor="t">
            <ns1:normAutofit/>
          </ns1:bodyPr>
          <ns1:lstStyle/>
          <ns1:p>
            <ns1:r>
              <ns1:t>Обложки</ns1:t>
            </ns1:r>
          </ns1:p>
        </ns0:txBody>
      </ns0:sp>
      <ns0:sp>
        <ns0:nvSpPr>
          <ns0:cNvPr id="3" name="Текст 2">
            <ns1:extLst>
              <ns1:ext uri="{FF2B5EF4-FFF2-40B4-BE49-F238E27FC236}">
                <ns2:creationId id="{B6B3F736-09C6-E20F-451F-2A50903669BF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>
          <ns1:xfrm>
            <ns1:off x="1257300" y="2738438"/>
            <ns1:ext cx="15773400" cy="6527800"/>
          </ns1:xfrm>
          <ns1:prstGeom prst="rect">
            <ns1:avLst/>
          </ns1:prstGeom>
        </ns0:spPr>
        <ns0:txBody>
          <ns1:bodyPr vert="horz" lIns="91440" tIns="45720" rIns="91440" bIns="45720">
            <ns1:normAutofit/>
          </ns1:bodyPr>
          <ns1:lstStyle/>
          <ns1:p>
            <ns1:pPr lvl="0">
              <ns1:buNone/>
            </ns1:pPr>
            <ns1:r>
              <ns1:t>Слайды с обложками</ns1:t>
            </ns1:r>
          </ns1:p>
        </ns0:txBody>
      </ns0:sp>
      <ns0:sp>
        <ns0:nvSpPr>
          <ns0:cNvPr id="5" name="Нижний колонтитул 4">
            <ns1:extLst>
              <ns1:ext uri="{FF2B5EF4-FFF2-40B4-BE49-F238E27FC236}">
                <ns2:creationId id="{A55B4AEB-E303-C341-72E2-9778121FB2FA}"/>
              </ns1:ext>
            </ns1:extLst>
          </ns0:cNvPr>
          <ns0:cNvSpPr>
            <ns1:spLocks noGrp="1"/>
          </ns0:cNvSpPr>
          <ns0:nvPr>
            <ns0:ph type="ftr" idx="3"/>
          </ns0:nvPr>
        </ns0:nvSpPr>
        <ns0:spPr>
          <ns1:xfrm>
            <ns1:off x="6057900" y="9534525"/>
            <ns1:ext cx="6172200" cy="547688"/>
          </ns1:xfrm>
          <ns1:prstGeom prst="rect">
            <ns1:avLst/>
          </ns1:prstGeom>
        </ns0:spPr>
        <ns0:txBody>
          <ns1:bodyPr vert="horz" lIns="91440" tIns="45720" rIns="91440" bIns="45720" anchor="ctr"/>
          <ns1:lstStyle>
            <ns1:lvl1pPr algn="ctr">
              <ns1:buNone/>
              <ns1:defRPr sz="1800">
                <ns1:solidFill>
                  <ns1:schemeClr val="tx1">
                    <ns1:lumMod val="75000"/>
                    <ns1:lumOff val="25000"/>
                  </ns1:schemeClr>
                </ns1:solidFill>
                <ns1:latin typeface="Golos Text"/>
                <ns1:ea typeface="Golos Text"/>
                <ns1:cs typeface="Golos Text"/>
              </ns1:defRPr>
            </ns1:lvl1pPr>
          </ns1:lstStyle>
          <ns1:p>
            <ns1:r>
              <ns1:t>ДИТ Москвы</ns1:t>
            </ns1:r>
            <ns1:endParaRPr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720" ns3:id="R9c168cc591ac4230"/>
    <ns0:sldLayoutId id="2147483721" ns3:id="Ra4ac0745b2004816"/>
    <ns0:sldLayoutId id="2147483722" ns3:id="R30ee7972a7224c86"/>
    <ns0:sldLayoutId id="2147483723" ns3:id="R4fe9c8b78aec4bbd"/>
  </ns0:sldLayoutIdLst>
  <ns0:hf hdr="0" dt="0"/>
  <ns0:txStyles>
    <ns0:titleStyle>
      <ns1:lvl1pPr algn="ctr" defTabSz="914400">
        <ns1:lnSpc>
          <ns1:spcPct val="80000"/>
        </ns1:lnSpc>
        <ns1:spcBef>
          <ns1:spcPct val="0"/>
        </ns1:spcBef>
        <ns1:buNone/>
        <ns1:defRPr sz="6600" b="0" i="0" kern="1200">
          <ns1:solidFill>
            <ns1:schemeClr val="tx1"/>
          </ns1:solidFill>
          <ns1:latin typeface="Golos Text SemiBold"/>
          <ns1:ea typeface="Golos Text SemiBold"/>
          <ns1:cs typeface="Golos Text SemiBold"/>
        </ns1:defRPr>
      </ns1:lvl1pPr>
    </ns0:titleStyle>
    <ns0:bodyStyle>
      <ns1:lvl1pPr marL="0" indent="0" algn="l" defTabSz="914400">
        <ns1:spcBef>
          <ns1:spcPct val="20000"/>
        </ns1:spcBef>
        <ns1:buFont typeface="Golos Text"/>
        <ns1:buNone/>
        <ns1:defRPr sz="32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1pPr>
      <ns1:lvl2pPr marL="742950" indent="-285750" algn="l" defTabSz="914400">
        <ns1:spcBef>
          <ns1:spcPct val="20000"/>
        </ns1:spcBef>
        <ns1:buFont typeface="Golos Text"/>
        <ns1:buChar char="–"/>
        <ns1:defRPr sz="28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2pPr>
      <ns1:lvl3pPr marL="1143000" indent="-228600" algn="l" defTabSz="914400">
        <ns1:spcBef>
          <ns1:spcPct val="20000"/>
        </ns1:spcBef>
        <ns1:buFont typeface="Golos Text"/>
        <ns1:buChar char="•"/>
        <ns1:defRPr sz="24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3pPr>
      <ns1:lvl4pPr marL="1600200" indent="-228600" algn="l" defTabSz="914400">
        <ns1:spcBef>
          <ns1:spcPct val="20000"/>
        </ns1:spcBef>
        <ns1:buFont typeface="Golos Text"/>
        <ns1:buChar char="–"/>
        <ns1:defRPr sz="20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4pPr>
      <ns1:lvl5pPr marL="2057400" indent="-228600" algn="l" defTabSz="914400">
        <ns1:spcBef>
          <ns1:spcPct val="20000"/>
        </ns1:spcBef>
        <ns1:buFont typeface="Golos Text"/>
        <ns1:buChar char="»"/>
        <ns1:defRPr sz="20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5pPr>
      <ns1:lvl6pPr marL="25146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6pPr>
      <ns1:lvl7pPr marL="29718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7pPr>
      <ns1:lvl8pPr marL="34290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8pPr>
      <ns1:lvl9pPr marL="38862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9pPr>
    </ns0:bodyStyle>
    <ns0:otherStyle>
      <ns1:lvl1pPr marL="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1pPr>
      <ns1:lvl2pPr marL="4572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2pPr>
      <ns1:lvl3pPr marL="9144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3pPr>
      <ns1:lvl4pPr marL="13716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4pPr>
      <ns1:lvl5pPr marL="18288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5pPr>
      <ns1:lvl6pPr marL="22860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6pPr>
      <ns1:lvl7pPr marL="27432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7pPr>
      <ns1:lvl8pPr marL="32004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8pPr>
      <ns1:lvl9pPr marL="36576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9pPr>
    </ns0:otherStyle>
  </ns0:txStyles>
  <ns0:extLst>
    <ns0:ext uri="{27BBF7A9-308A-43DC-89C8-2F10F3537804}">
      <ns4:sldGuideLst>
        <ns4:guide id="1" orient="horz" pos="3240" userDrawn="1">
          <ns4:clr>
            <ns1:srgbClr val="F26B43"/>
          </ns4:clr>
        </ns4:guide>
        <ns4:guide id="2" pos="5760" userDrawn="1">
          <ns4:clr>
            <ns1:srgbClr val="F26B43"/>
          </ns4:clr>
        </ns4:guide>
      </ns4:sldGuideLst>
    </ns0:ext>
  </ns0:extLst>
</ns0:sldMaster>
</file>

<file path=ppt/slideMasters/slideMaster11.xml><?xml version="1.0" encoding="utf-8"?>
<ns0:sldMaster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>
  <ns0:cSld>
    <ns0:bg>
      <ns0:bgPr>
        <ns1:solidFill>
          <ns1:srgbClr val="FF254A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Заголовок 1">
            <ns1:extLst>
              <ns1:ext uri="{FF2B5EF4-FFF2-40B4-BE49-F238E27FC236}">
                <ns2:creationId id="{F775790B-444F-1EA3-729B-0BD19D910E3A}"/>
              </ns1:ext>
            </ns1:extLst>
          </ns0:cNvPr>
          <ns0:cNvSpPr>
            <ns1:spLocks noGrp="1"/>
          </ns0:cNvSpPr>
          <ns0:nvPr>
            <ns0:ph type="title" idx="0"/>
          </ns0:nvPr>
        </ns0:nvSpPr>
        <ns0:spPr>
          <ns1:xfrm>
            <ns1:off x="1257300" y="547688"/>
            <ns1:ext cx="15773400" cy="1989137"/>
          </ns1:xfrm>
          <ns1:prstGeom prst="rect">
            <ns1:avLst/>
          </ns1:prstGeom>
        </ns0:spPr>
        <ns0:txBody>
          <ns1:bodyPr vert="horz" lIns="91440" tIns="45720" rIns="91440" bIns="45720" anchor="t">
            <ns1:normAutofit/>
          </ns1:bodyPr>
          <ns1:lstStyle/>
          <ns1:p>
            <ns1:r>
              <ns1:t>Обложки</ns1:t>
            </ns1:r>
          </ns1:p>
        </ns0:txBody>
      </ns0:sp>
      <ns0:sp>
        <ns0:nvSpPr>
          <ns0:cNvPr id="3" name="Текст 2">
            <ns1:extLst>
              <ns1:ext uri="{FF2B5EF4-FFF2-40B4-BE49-F238E27FC236}">
                <ns2:creationId id="{B6B3F736-09C6-E20F-451F-2A50903669BF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>
          <ns1:xfrm>
            <ns1:off x="1257300" y="2738438"/>
            <ns1:ext cx="15773400" cy="6527800"/>
          </ns1:xfrm>
          <ns1:prstGeom prst="rect">
            <ns1:avLst/>
          </ns1:prstGeom>
        </ns0:spPr>
        <ns0:txBody>
          <ns1:bodyPr vert="horz" lIns="91440" tIns="45720" rIns="91440" bIns="45720">
            <ns1:normAutofit/>
          </ns1:bodyPr>
          <ns1:lstStyle/>
          <ns1:p>
            <ns1:pPr lvl="0">
              <ns1:buNone/>
            </ns1:pPr>
            <ns1:r>
              <ns1:t>Слайды с обложками</ns1:t>
            </ns1:r>
          </ns1:p>
        </ns0:txBody>
      </ns0:sp>
      <ns0:sp>
        <ns0:nvSpPr>
          <ns0:cNvPr id="5" name="Нижний колонтитул 4">
            <ns1:extLst>
              <ns1:ext uri="{FF2B5EF4-FFF2-40B4-BE49-F238E27FC236}">
                <ns2:creationId id="{A55B4AEB-E303-C341-72E2-9778121FB2FA}"/>
              </ns1:ext>
            </ns1:extLst>
          </ns0:cNvPr>
          <ns0:cNvSpPr>
            <ns1:spLocks noGrp="1"/>
          </ns0:cNvSpPr>
          <ns0:nvPr>
            <ns0:ph type="ftr" idx="3"/>
          </ns0:nvPr>
        </ns0:nvSpPr>
        <ns0:spPr>
          <ns1:xfrm>
            <ns1:off x="6057900" y="9534525"/>
            <ns1:ext cx="6172200" cy="547688"/>
          </ns1:xfrm>
          <ns1:prstGeom prst="rect">
            <ns1:avLst/>
          </ns1:prstGeom>
        </ns0:spPr>
        <ns0:txBody>
          <ns1:bodyPr vert="horz" lIns="91440" tIns="45720" rIns="91440" bIns="45720" anchor="ctr"/>
          <ns1:lstStyle>
            <ns1:lvl1pPr algn="ctr">
              <ns1:buNone/>
              <ns1:defRPr sz="1800">
                <ns1:solidFill>
                  <ns1:schemeClr val="tx1">
                    <ns1:lumMod val="75000"/>
                    <ns1:lumOff val="25000"/>
                  </ns1:schemeClr>
                </ns1:solidFill>
                <ns1:latin typeface="Golos Text"/>
                <ns1:ea typeface="Golos Text"/>
                <ns1:cs typeface="Golos Text"/>
              </ns1:defRPr>
            </ns1:lvl1pPr>
          </ns1:lstStyle>
          <ns1:p>
            <ns1:r>
              <ns1:t>ДИТ Москвы</ns1:t>
            </ns1:r>
            <ns1:endParaRPr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725" ns3:id="R7ea6c57c9b6d42f3"/>
    <ns0:sldLayoutId id="2147483726" ns3:id="R5d504e06d4904d10"/>
  </ns0:sldLayoutIdLst>
  <ns0:hf hdr="0" dt="0"/>
  <ns0:txStyles>
    <ns0:titleStyle>
      <ns1:lvl1pPr algn="ctr" defTabSz="914400">
        <ns1:lnSpc>
          <ns1:spcPct val="80000"/>
        </ns1:lnSpc>
        <ns1:spcBef>
          <ns1:spcPct val="0"/>
        </ns1:spcBef>
        <ns1:buNone/>
        <ns1:defRPr sz="6600" b="0" i="0" kern="1200">
          <ns1:solidFill>
            <ns1:schemeClr val="tx1"/>
          </ns1:solidFill>
          <ns1:latin typeface="Golos Text SemiBold"/>
          <ns1:ea typeface="Golos Text SemiBold"/>
          <ns1:cs typeface="Golos Text SemiBold"/>
        </ns1:defRPr>
      </ns1:lvl1pPr>
    </ns0:titleStyle>
    <ns0:bodyStyle>
      <ns1:lvl1pPr marL="0" indent="0" algn="l" defTabSz="914400">
        <ns1:spcBef>
          <ns1:spcPct val="20000"/>
        </ns1:spcBef>
        <ns1:buFont typeface="Golos Text"/>
        <ns1:buNone/>
        <ns1:defRPr sz="32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1pPr>
      <ns1:lvl2pPr marL="742950" indent="-285750" algn="l" defTabSz="914400">
        <ns1:spcBef>
          <ns1:spcPct val="20000"/>
        </ns1:spcBef>
        <ns1:buFont typeface="Golos Text"/>
        <ns1:buChar char="–"/>
        <ns1:defRPr sz="28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2pPr>
      <ns1:lvl3pPr marL="1143000" indent="-228600" algn="l" defTabSz="914400">
        <ns1:spcBef>
          <ns1:spcPct val="20000"/>
        </ns1:spcBef>
        <ns1:buFont typeface="Golos Text"/>
        <ns1:buChar char="•"/>
        <ns1:defRPr sz="24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3pPr>
      <ns1:lvl4pPr marL="1600200" indent="-228600" algn="l" defTabSz="914400">
        <ns1:spcBef>
          <ns1:spcPct val="20000"/>
        </ns1:spcBef>
        <ns1:buFont typeface="Golos Text"/>
        <ns1:buChar char="–"/>
        <ns1:defRPr sz="20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4pPr>
      <ns1:lvl5pPr marL="2057400" indent="-228600" algn="l" defTabSz="914400">
        <ns1:spcBef>
          <ns1:spcPct val="20000"/>
        </ns1:spcBef>
        <ns1:buFont typeface="Golos Text"/>
        <ns1:buChar char="»"/>
        <ns1:defRPr sz="20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5pPr>
      <ns1:lvl6pPr marL="25146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6pPr>
      <ns1:lvl7pPr marL="29718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7pPr>
      <ns1:lvl8pPr marL="34290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8pPr>
      <ns1:lvl9pPr marL="38862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9pPr>
    </ns0:bodyStyle>
    <ns0:otherStyle>
      <ns1:lvl1pPr marL="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1pPr>
      <ns1:lvl2pPr marL="4572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2pPr>
      <ns1:lvl3pPr marL="9144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3pPr>
      <ns1:lvl4pPr marL="13716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4pPr>
      <ns1:lvl5pPr marL="18288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5pPr>
      <ns1:lvl6pPr marL="22860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6pPr>
      <ns1:lvl7pPr marL="27432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7pPr>
      <ns1:lvl8pPr marL="32004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8pPr>
      <ns1:lvl9pPr marL="36576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9pPr>
    </ns0:otherStyle>
  </ns0:txStyles>
</ns0:sldMaster>
</file>

<file path=ppt/slideMasters/slideMaster12.xml><?xml version="1.0" encoding="utf-8"?>
<ns0:sldMaster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>
  <ns0:cSld>
    <ns0:bg>
      <ns0:bgPr>
        <ns1:solidFill>
          <ns1:srgbClr val="FF254A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Заголовок 1">
            <ns1:extLst>
              <ns1:ext uri="{FF2B5EF4-FFF2-40B4-BE49-F238E27FC236}">
                <ns2:creationId id="{F775790B-444F-1EA3-729B-0BD19D910E3A}"/>
              </ns1:ext>
            </ns1:extLst>
          </ns0:cNvPr>
          <ns0:cNvSpPr>
            <ns1:spLocks noGrp="1"/>
          </ns0:cNvSpPr>
          <ns0:nvPr>
            <ns0:ph type="title" idx="0"/>
          </ns0:nvPr>
        </ns0:nvSpPr>
        <ns0:spPr>
          <ns1:xfrm>
            <ns1:off x="1257300" y="547688"/>
            <ns1:ext cx="15773400" cy="1989137"/>
          </ns1:xfrm>
          <ns1:prstGeom prst="rect">
            <ns1:avLst/>
          </ns1:prstGeom>
        </ns0:spPr>
        <ns0:txBody>
          <ns1:bodyPr vert="horz" lIns="91440" tIns="45720" rIns="91440" bIns="45720" anchor="t">
            <ns1:normAutofit/>
          </ns1:bodyPr>
          <ns1:lstStyle/>
          <ns1:p>
            <ns1:r>
              <ns1:t>Обложки</ns1:t>
            </ns1:r>
          </ns1:p>
        </ns0:txBody>
      </ns0:sp>
      <ns0:sp>
        <ns0:nvSpPr>
          <ns0:cNvPr id="3" name="Текст 2">
            <ns1:extLst>
              <ns1:ext uri="{FF2B5EF4-FFF2-40B4-BE49-F238E27FC236}">
                <ns2:creationId id="{B6B3F736-09C6-E20F-451F-2A50903669BF}"/>
              </ns1:ext>
            </ns1:extLst>
          </ns0:cNvPr>
          <ns0:cNvSpPr>
            <ns1:spLocks noGrp="1"/>
          </ns0:cNvSpPr>
          <ns0:nvPr>
            <ns0:ph type="body" idx="1"/>
          </ns0:nvPr>
        </ns0:nvSpPr>
        <ns0:spPr>
          <ns1:xfrm>
            <ns1:off x="1257300" y="2738438"/>
            <ns1:ext cx="15773400" cy="6527800"/>
          </ns1:xfrm>
          <ns1:prstGeom prst="rect">
            <ns1:avLst/>
          </ns1:prstGeom>
        </ns0:spPr>
        <ns0:txBody>
          <ns1:bodyPr vert="horz" lIns="91440" tIns="45720" rIns="91440" bIns="45720">
            <ns1:normAutofit/>
          </ns1:bodyPr>
          <ns1:lstStyle/>
          <ns1:p>
            <ns1:pPr lvl="0">
              <ns1:buNone/>
            </ns1:pPr>
            <ns1:r>
              <ns1:t>Слайды с обложками</ns1:t>
            </ns1:r>
          </ns1:p>
        </ns0:txBody>
      </ns0:sp>
      <ns0:sp>
        <ns0:nvSpPr>
          <ns0:cNvPr id="5" name="Нижний колонтитул 4">
            <ns1:extLst>
              <ns1:ext uri="{FF2B5EF4-FFF2-40B4-BE49-F238E27FC236}">
                <ns2:creationId id="{A55B4AEB-E303-C341-72E2-9778121FB2FA}"/>
              </ns1:ext>
            </ns1:extLst>
          </ns0:cNvPr>
          <ns0:cNvSpPr>
            <ns1:spLocks noGrp="1"/>
          </ns0:cNvSpPr>
          <ns0:nvPr>
            <ns0:ph type="ftr" idx="3"/>
          </ns0:nvPr>
        </ns0:nvSpPr>
        <ns0:spPr>
          <ns1:xfrm>
            <ns1:off x="6057900" y="9534525"/>
            <ns1:ext cx="6172200" cy="547688"/>
          </ns1:xfrm>
          <ns1:prstGeom prst="rect">
            <ns1:avLst/>
          </ns1:prstGeom>
        </ns0:spPr>
        <ns0:txBody>
          <ns1:bodyPr vert="horz" lIns="91440" tIns="45720" rIns="91440" bIns="45720" anchor="ctr"/>
          <ns1:lstStyle>
            <ns1:lvl1pPr algn="ctr">
              <ns1:buNone/>
              <ns1:defRPr sz="1800">
                <ns1:solidFill>
                  <ns1:schemeClr val="tx1">
                    <ns1:lumMod val="75000"/>
                    <ns1:lumOff val="25000"/>
                  </ns1:schemeClr>
                </ns1:solidFill>
                <ns1:latin typeface="Golos Text"/>
                <ns1:ea typeface="Golos Text"/>
                <ns1:cs typeface="Golos Text"/>
              </ns1:defRPr>
            </ns1:lvl1pPr>
          </ns1:lstStyle>
          <ns1:p>
            <ns1:r>
              <ns1:t>ДИТ Москвы</ns1:t>
            </ns1:r>
            <ns1:endParaRPr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728" ns3:id="R959831d60b774c0a"/>
    <ns0:sldLayoutId id="2147483729" ns3:id="R50ccc5fdde104ec6"/>
    <ns0:sldLayoutId id="2147483730" ns3:id="R42b003d930504934"/>
    <ns0:sldLayoutId id="2147483731" ns3:id="R562e98f91c1c4ec7"/>
    <ns0:sldLayoutId id="2147483732" ns3:id="R93d285d5555a4afc"/>
    <ns0:sldLayoutId id="2147483733" ns3:id="Ra77d0d0a2f21471f"/>
    <ns0:sldLayoutId id="2147483734" ns3:id="R9316f7cf897d4327"/>
    <ns0:sldLayoutId id="2147483735" ns3:id="R802fc12f206f4f91"/>
    <ns0:sldLayoutId id="2147483736" ns3:id="Rcf79b7b6493042bb"/>
  </ns0:sldLayoutIdLst>
  <ns0:hf hdr="0" dt="0"/>
  <ns0:txStyles>
    <ns0:titleStyle>
      <ns1:lvl1pPr algn="ctr" defTabSz="914400">
        <ns1:lnSpc>
          <ns1:spcPct val="80000"/>
        </ns1:lnSpc>
        <ns1:spcBef>
          <ns1:spcPct val="0"/>
        </ns1:spcBef>
        <ns1:buNone/>
        <ns1:defRPr sz="6600" b="0" i="0" kern="1200">
          <ns1:solidFill>
            <ns1:schemeClr val="tx1"/>
          </ns1:solidFill>
          <ns1:latin typeface="Golos Text SemiBold"/>
          <ns1:ea typeface="Golos Text SemiBold"/>
          <ns1:cs typeface="Golos Text SemiBold"/>
        </ns1:defRPr>
      </ns1:lvl1pPr>
    </ns0:titleStyle>
    <ns0:bodyStyle>
      <ns1:lvl1pPr marL="0" indent="0" algn="l" defTabSz="914400">
        <ns1:spcBef>
          <ns1:spcPct val="20000"/>
        </ns1:spcBef>
        <ns1:buFont typeface="Golos Text"/>
        <ns1:buNone/>
        <ns1:defRPr sz="32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1pPr>
      <ns1:lvl2pPr marL="742950" indent="-285750" algn="l" defTabSz="914400">
        <ns1:spcBef>
          <ns1:spcPct val="20000"/>
        </ns1:spcBef>
        <ns1:buFont typeface="Golos Text"/>
        <ns1:buChar char="–"/>
        <ns1:defRPr sz="28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2pPr>
      <ns1:lvl3pPr marL="1143000" indent="-228600" algn="l" defTabSz="914400">
        <ns1:spcBef>
          <ns1:spcPct val="20000"/>
        </ns1:spcBef>
        <ns1:buFont typeface="Golos Text"/>
        <ns1:buChar char="•"/>
        <ns1:defRPr sz="24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3pPr>
      <ns1:lvl4pPr marL="1600200" indent="-228600" algn="l" defTabSz="914400">
        <ns1:spcBef>
          <ns1:spcPct val="20000"/>
        </ns1:spcBef>
        <ns1:buFont typeface="Golos Text"/>
        <ns1:buChar char="–"/>
        <ns1:defRPr sz="20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4pPr>
      <ns1:lvl5pPr marL="2057400" indent="-228600" algn="l" defTabSz="914400">
        <ns1:spcBef>
          <ns1:spcPct val="20000"/>
        </ns1:spcBef>
        <ns1:buFont typeface="Golos Text"/>
        <ns1:buChar char="»"/>
        <ns1:defRPr sz="2000" b="0" i="0" kern="1200">
          <ns1:solidFill>
            <ns1:schemeClr val="tx1"/>
          </ns1:solidFill>
          <ns1:latin typeface="Golos Text"/>
          <ns1:ea typeface="Golos Text"/>
          <ns1:cs typeface="Golos Text"/>
        </ns1:defRPr>
      </ns1:lvl5pPr>
      <ns1:lvl6pPr marL="25146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6pPr>
      <ns1:lvl7pPr marL="29718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7pPr>
      <ns1:lvl8pPr marL="34290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8pPr>
      <ns1:lvl9pPr marL="3886200" indent="-228600" algn="l" defTabSz="914400">
        <ns1:spcBef>
          <ns1:spcPct val="20000"/>
        </ns1:spcBef>
        <ns1:buFont typeface="Golos Text"/>
        <ns1:buChar char="•"/>
        <ns1:defRPr sz="2000" kern="1200">
          <ns1:solidFill>
            <ns1:schemeClr val="tx1"/>
          </ns1:solidFill>
          <ns1:latin typeface="Golos Text"/>
          <ns1:ea typeface="Golos Text"/>
          <ns1:cs typeface="Golos Text"/>
        </ns1:defRPr>
      </ns1:lvl9pPr>
    </ns0:bodyStyle>
    <ns0:otherStyle>
      <ns1:lvl1pPr marL="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1pPr>
      <ns1:lvl2pPr marL="4572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2pPr>
      <ns1:lvl3pPr marL="9144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3pPr>
      <ns1:lvl4pPr marL="13716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4pPr>
      <ns1:lvl5pPr marL="18288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5pPr>
      <ns1:lvl6pPr marL="22860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6pPr>
      <ns1:lvl7pPr marL="27432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7pPr>
      <ns1:lvl8pPr marL="32004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8pPr>
      <ns1:lvl9pPr marL="3657600" algn="l" defTabSz="914400">
        <ns1:buNone/>
        <ns1:defRPr sz="1800" kern="1200">
          <ns1:solidFill>
            <ns1:schemeClr val="tx1"/>
          </ns1:solidFill>
          <ns1:latin typeface="Golos Text"/>
          <ns1:ea typeface="Golos Text"/>
          <ns1:cs typeface="Golos Text"/>
        </ns1:defRPr>
      </ns1:lvl9pPr>
    </ns0:otherStyle>
  </ns0:txStyles>
</ns0:sldMaster>
</file>

<file path=ppt/slideMasters/theme/theme2.xml><?xml version="1.0" encoding="utf-8"?>
<ns0:theme xmlns:ns0="http://schemas.openxmlformats.org/drawingml/2006/main" name="Обложки">
  <ns0:themeElements>
    <ns0:clrScheme name="ЦГУ">
      <ns0:dk1>
        <ns0:srgbClr val="000000"/>
      </ns0:dk1>
      <ns0:lt1>
        <ns0:srgbClr val="FFFFFF"/>
      </ns0:lt1>
      <ns0:dk2>
        <ns0:srgbClr val="85868A"/>
      </ns0:dk2>
      <ns0:lt2>
        <ns0:srgbClr val="F1F1F1"/>
      </ns0:lt2>
      <ns0:accent1>
        <ns0:srgbClr val="FB2548"/>
      </ns0:accent1>
      <ns0:accent2>
        <ns0:srgbClr val="FE2C48"/>
      </ns0:accent2>
      <ns0:accent3>
        <ns0:srgbClr val="EB0A4A"/>
      </ns0:accent3>
      <ns0:accent4>
        <ns0:srgbClr val="E50E59"/>
      </ns0:accent4>
      <ns0:accent5>
        <ns0:srgbClr val="FEE9E8"/>
      </ns0:accent5>
      <ns0:accent6>
        <ns0:srgbClr val="E5CCD2"/>
      </ns0:accent6>
      <ns0:hlink>
        <ns0:srgbClr val="EC0944"/>
      </ns0:hlink>
      <ns0:folHlink>
        <ns0:srgbClr val="85868A"/>
      </ns0:folHlink>
    </ns0:clrScheme>
    <ns0:fontScheme name="Office">
      <ns0:majorFont>
        <ns0:latin typeface="Golos Text"/>
        <ns0:ea typeface="Golos Text"/>
        <ns0:cs typeface="Golos Text"/>
        <ns0:font script="Jpan" typeface="Golos Text"/>
        <ns0:font script="Hang" typeface="Golos Text"/>
        <ns0:font script="Hans" typeface="Golos Text"/>
        <ns0:font script="Hant" typeface="Golos Text"/>
        <ns0:font script="Arab" typeface="Golos Text"/>
        <ns0:font script="Hebr" typeface="Golos Text"/>
        <ns0:font script="Thai" typeface="Golos Text"/>
        <ns0:font script="Ethi" typeface="Golos Text"/>
        <ns0:font script="Beng" typeface="Golos Text"/>
        <ns0:font script="Gujr" typeface="Golos Text"/>
        <ns0:font script="Khmr" typeface="Golos Text"/>
        <ns0:font script="Knda" typeface="Golos Text"/>
        <ns0:font script="Guru" typeface="Golos Text"/>
        <ns0:font script="Cans" typeface="Golos Text"/>
        <ns0:font script="Cher" typeface="Golos Text"/>
        <ns0:font script="Yiii" typeface="Golos Text"/>
        <ns0:font script="Tibt" typeface="Golos Text"/>
        <ns0:font script="Thaa" typeface="Golos Text"/>
        <ns0:font script="Deva" typeface="Golos Text"/>
        <ns0:font script="Telu" typeface="Golos Text"/>
        <ns0:font script="Taml" typeface="Golos Text"/>
        <ns0:font script="Syrc" typeface="Golos Text"/>
        <ns0:font script="Orya" typeface="Golos Text"/>
        <ns0:font script="Mlym" typeface="Golos Text"/>
        <ns0:font script="Laoo" typeface="Golos Text"/>
        <ns0:font script="Sinh" typeface="Golos Text"/>
        <ns0:font script="Mong" typeface="Golos Text"/>
        <ns0:font script="Viet" typeface="Golos Text"/>
        <ns0:font script="Uigh" typeface="Golos Text"/>
        <ns0:font script="Geor" typeface="Golos Text"/>
        <ns0:font script="Armn" typeface="Golos Text"/>
        <ns0:font script="Bugi" typeface="Golos Text"/>
        <ns0:font script="Bopo" typeface="Golos Text"/>
        <ns0:font script="Java" typeface="Golos Text"/>
        <ns0:font script="Lisu" typeface="Golos Text"/>
        <ns0:font script="Mymr" typeface="Golos Text"/>
        <ns0:font script="Nkoo" typeface="Golos Text"/>
        <ns0:font script="Olck" typeface="Golos Text"/>
        <ns0:font script="Osma" typeface="Golos Text"/>
        <ns0:font script="Phag" typeface="Golos Text"/>
        <ns0:font script="Syrn" typeface="Golos Text"/>
        <ns0:font script="Syrj" typeface="Golos Text"/>
        <ns0:font script="Syre" typeface="Golos Text"/>
        <ns0:font script="Sora" typeface="Golos Text"/>
        <ns0:font script="Tale" typeface="Golos Text"/>
        <ns0:font script="Talu" typeface="Golos Text"/>
        <ns0:font script="Tfng" typeface="Golos Text"/>
      </ns0:majorFont>
      <ns0:minorFont>
        <ns0:latin typeface="Golos Text"/>
        <ns0:ea typeface="Golos Text"/>
        <ns0:cs typeface="Golos Text"/>
        <ns0:font script="Jpan" typeface="Golos Text"/>
        <ns0:font script="Hang" typeface="Golos Text"/>
        <ns0:font script="Hans" typeface="Golos Text"/>
        <ns0:font script="Hant" typeface="Golos Text"/>
        <ns0:font script="Arab" typeface="Golos Text"/>
        <ns0:font script="Hebr" typeface="Golos Text"/>
        <ns0:font script="Thai" typeface="Golos Text"/>
        <ns0:font script="Ethi" typeface="Golos Text"/>
        <ns0:font script="Beng" typeface="Golos Text"/>
        <ns0:font script="Gujr" typeface="Golos Text"/>
        <ns0:font script="Khmr" typeface="Golos Text"/>
        <ns0:font script="Knda" typeface="Golos Text"/>
        <ns0:font script="Guru" typeface="Golos Text"/>
        <ns0:font script="Cans" typeface="Golos Text"/>
        <ns0:font script="Cher" typeface="Golos Text"/>
        <ns0:font script="Yiii" typeface="Golos Text"/>
        <ns0:font script="Tibt" typeface="Golos Text"/>
        <ns0:font script="Thaa" typeface="Golos Text"/>
        <ns0:font script="Deva" typeface="Golos Text"/>
        <ns0:font script="Telu" typeface="Golos Text"/>
        <ns0:font script="Taml" typeface="Golos Text"/>
        <ns0:font script="Syrc" typeface="Golos Text"/>
        <ns0:font script="Orya" typeface="Golos Text"/>
        <ns0:font script="Mlym" typeface="Golos Text"/>
        <ns0:font script="Laoo" typeface="Golos Text"/>
        <ns0:font script="Sinh" typeface="Golos Text"/>
        <ns0:font script="Mong" typeface="Golos Text"/>
        <ns0:font script="Viet" typeface="Golos Text"/>
        <ns0:font script="Uigh" typeface="Golos Text"/>
        <ns0:font script="Geor" typeface="Golos Text"/>
        <ns0:font script="Armn" typeface="Golos Text"/>
        <ns0:font script="Bugi" typeface="Golos Text"/>
        <ns0:font script="Bopo" typeface="Golos Text"/>
        <ns0:font script="Java" typeface="Golos Text"/>
        <ns0:font script="Lisu" typeface="Golos Text"/>
        <ns0:font script="Mymr" typeface="Golos Text"/>
        <ns0:font script="Nkoo" typeface="Golos Text"/>
        <ns0:font script="Olck" typeface="Golos Text"/>
        <ns0:font script="Osma" typeface="Golos Text"/>
        <ns0:font script="Phag" typeface="Golos Text"/>
        <ns0:font script="Syrn" typeface="Golos Text"/>
        <ns0:font script="Syrj" typeface="Golos Text"/>
        <ns0:font script="Syre" typeface="Golos Text"/>
        <ns0:font script="Sora" typeface="Golos Text"/>
        <ns0:font script="Tale" typeface="Golos Text"/>
        <ns0:font script="Talu" typeface="Golos Text"/>
        <ns0:font script="Tfng" typeface="Golos Text"/>
      </ns0:minorFont>
    </ns0:fontScheme>
    <ns0:fmtScheme name="ЦГУ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67000"/>
                <ns0:lumMod val="110000"/>
                <ns0:satMod val="105000"/>
              </ns0:schemeClr>
            </ns0:gs>
            <ns0:gs pos="50000">
              <ns0:schemeClr val="phClr">
                <ns0:tint val="73000"/>
                <ns0:lumMod val="105000"/>
                <ns0:satMod val="103000"/>
              </ns0:schemeClr>
            </ns0:gs>
            <ns0:gs pos="100000">
              <ns0:schemeClr val="phClr">
                <ns0:tint val="81000"/>
                <ns0:lumMod val="105000"/>
                <ns0:satMod val="109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tint val="94000"/>
                <ns0:lumMod val="102000"/>
                <ns0:satMod val="103000"/>
              </ns0:schemeClr>
            </ns0:gs>
            <ns0:gs pos="50000">
              <ns0:schemeClr val="phClr">
                <ns0:shade val="100000"/>
                <ns0:lumMod val="100000"/>
                <ns0:satMod val="110000"/>
              </ns0:schemeClr>
            </ns0:gs>
            <ns0:gs pos="100000">
              <ns0:schemeClr val="phClr">
                <ns0:shade val="78000"/>
                <ns0:lumMod val="99000"/>
                <ns0:satMod val="120000"/>
              </ns0:schemeClr>
            </ns0:gs>
          </ns0:gsLst>
          <ns0:lin ang="5400000" scaled="0"/>
        </ns0:gradFill>
      </ns0:fillStyleLst>
      <ns0:lnStyleLst>
        <ns0:ln w="6350">
          <ns0:solidFill>
            <ns0:schemeClr val="phClr"/>
          </ns0:solidFill>
          <ns0:prstDash val="solid"/>
        </ns0:ln>
        <ns0:ln w="12700">
          <ns0:solidFill>
            <ns0:schemeClr val="phClr"/>
          </ns0:solidFill>
          <ns0:prstDash val="solid"/>
        </ns0:ln>
        <ns0:ln w="19050">
          <ns0:solidFill>
            <ns0:schemeClr val="phClr"/>
          </ns0:solidFill>
          <ns0:prstDash val="solid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hade val="98000"/>
                <ns0:lumMod val="102000"/>
                <ns0:satMod val="150000"/>
              </ns0:schemeClr>
            </ns0:gs>
            <ns0:gs pos="50000">
              <ns0:schemeClr val="phClr">
                <ns0:tint val="98000"/>
                <ns0:shade val="90000"/>
                <ns0:lumMod val="103000"/>
                <ns0:satMod val="130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</ns0:theme>
</file>

<file path=ppt/slideMasters/theme/theme3.xml><?xml version="1.0" encoding="utf-8"?>
<ns0:theme xmlns:ns0="http://schemas.openxmlformats.org/drawingml/2006/main" name="Этапы">
  <ns0:themeElements>
    <ns0:clrScheme name="ЦГУ">
      <ns0:dk1>
        <ns0:srgbClr val="000000"/>
      </ns0:dk1>
      <ns0:lt1>
        <ns0:srgbClr val="FFFFFF"/>
      </ns0:lt1>
      <ns0:dk2>
        <ns0:srgbClr val="85868A"/>
      </ns0:dk2>
      <ns0:lt2>
        <ns0:srgbClr val="F1F1F1"/>
      </ns0:lt2>
      <ns0:accent1>
        <ns0:srgbClr val="FB2548"/>
      </ns0:accent1>
      <ns0:accent2>
        <ns0:srgbClr val="FE2C48"/>
      </ns0:accent2>
      <ns0:accent3>
        <ns0:srgbClr val="EB0A4A"/>
      </ns0:accent3>
      <ns0:accent4>
        <ns0:srgbClr val="E50E59"/>
      </ns0:accent4>
      <ns0:accent5>
        <ns0:srgbClr val="FEE9E8"/>
      </ns0:accent5>
      <ns0:accent6>
        <ns0:srgbClr val="E5CCD2"/>
      </ns0:accent6>
      <ns0:hlink>
        <ns0:srgbClr val="EC0944"/>
      </ns0:hlink>
      <ns0:folHlink>
        <ns0:srgbClr val="85868A"/>
      </ns0:folHlink>
    </ns0:clrScheme>
    <ns0:fontScheme name="Office">
      <ns0:majorFont>
        <ns0:latin typeface="Golos Text"/>
        <ns0:ea typeface="Golos Text"/>
        <ns0:cs typeface="Golos Text"/>
        <ns0:font script="Jpan" typeface="Golos Text"/>
        <ns0:font script="Hang" typeface="Golos Text"/>
        <ns0:font script="Hans" typeface="Golos Text"/>
        <ns0:font script="Hant" typeface="Golos Text"/>
        <ns0:font script="Arab" typeface="Golos Text"/>
        <ns0:font script="Hebr" typeface="Golos Text"/>
        <ns0:font script="Thai" typeface="Golos Text"/>
        <ns0:font script="Ethi" typeface="Golos Text"/>
        <ns0:font script="Beng" typeface="Golos Text"/>
        <ns0:font script="Gujr" typeface="Golos Text"/>
        <ns0:font script="Khmr" typeface="Golos Text"/>
        <ns0:font script="Knda" typeface="Golos Text"/>
        <ns0:font script="Guru" typeface="Golos Text"/>
        <ns0:font script="Cans" typeface="Golos Text"/>
        <ns0:font script="Cher" typeface="Golos Text"/>
        <ns0:font script="Yiii" typeface="Golos Text"/>
        <ns0:font script="Tibt" typeface="Golos Text"/>
        <ns0:font script="Thaa" typeface="Golos Text"/>
        <ns0:font script="Deva" typeface="Golos Text"/>
        <ns0:font script="Telu" typeface="Golos Text"/>
        <ns0:font script="Taml" typeface="Golos Text"/>
        <ns0:font script="Syrc" typeface="Golos Text"/>
        <ns0:font script="Orya" typeface="Golos Text"/>
        <ns0:font script="Mlym" typeface="Golos Text"/>
        <ns0:font script="Laoo" typeface="Golos Text"/>
        <ns0:font script="Sinh" typeface="Golos Text"/>
        <ns0:font script="Mong" typeface="Golos Text"/>
        <ns0:font script="Viet" typeface="Golos Text"/>
        <ns0:font script="Uigh" typeface="Golos Text"/>
        <ns0:font script="Geor" typeface="Golos Text"/>
        <ns0:font script="Armn" typeface="Golos Text"/>
        <ns0:font script="Bugi" typeface="Golos Text"/>
        <ns0:font script="Bopo" typeface="Golos Text"/>
        <ns0:font script="Java" typeface="Golos Text"/>
        <ns0:font script="Lisu" typeface="Golos Text"/>
        <ns0:font script="Mymr" typeface="Golos Text"/>
        <ns0:font script="Nkoo" typeface="Golos Text"/>
        <ns0:font script="Olck" typeface="Golos Text"/>
        <ns0:font script="Osma" typeface="Golos Text"/>
        <ns0:font script="Phag" typeface="Golos Text"/>
        <ns0:font script="Syrn" typeface="Golos Text"/>
        <ns0:font script="Syrj" typeface="Golos Text"/>
        <ns0:font script="Syre" typeface="Golos Text"/>
        <ns0:font script="Sora" typeface="Golos Text"/>
        <ns0:font script="Tale" typeface="Golos Text"/>
        <ns0:font script="Talu" typeface="Golos Text"/>
        <ns0:font script="Tfng" typeface="Golos Text"/>
      </ns0:majorFont>
      <ns0:minorFont>
        <ns0:latin typeface="Golos Text"/>
        <ns0:ea typeface="Golos Text"/>
        <ns0:cs typeface="Golos Text"/>
        <ns0:font script="Jpan" typeface="Golos Text"/>
        <ns0:font script="Hang" typeface="Golos Text"/>
        <ns0:font script="Hans" typeface="Golos Text"/>
        <ns0:font script="Hant" typeface="Golos Text"/>
        <ns0:font script="Arab" typeface="Golos Text"/>
        <ns0:font script="Hebr" typeface="Golos Text"/>
        <ns0:font script="Thai" typeface="Golos Text"/>
        <ns0:font script="Ethi" typeface="Golos Text"/>
        <ns0:font script="Beng" typeface="Golos Text"/>
        <ns0:font script="Gujr" typeface="Golos Text"/>
        <ns0:font script="Khmr" typeface="Golos Text"/>
        <ns0:font script="Knda" typeface="Golos Text"/>
        <ns0:font script="Guru" typeface="Golos Text"/>
        <ns0:font script="Cans" typeface="Golos Text"/>
        <ns0:font script="Cher" typeface="Golos Text"/>
        <ns0:font script="Yiii" typeface="Golos Text"/>
        <ns0:font script="Tibt" typeface="Golos Text"/>
        <ns0:font script="Thaa" typeface="Golos Text"/>
        <ns0:font script="Deva" typeface="Golos Text"/>
        <ns0:font script="Telu" typeface="Golos Text"/>
        <ns0:font script="Taml" typeface="Golos Text"/>
        <ns0:font script="Syrc" typeface="Golos Text"/>
        <ns0:font script="Orya" typeface="Golos Text"/>
        <ns0:font script="Mlym" typeface="Golos Text"/>
        <ns0:font script="Laoo" typeface="Golos Text"/>
        <ns0:font script="Sinh" typeface="Golos Text"/>
        <ns0:font script="Mong" typeface="Golos Text"/>
        <ns0:font script="Viet" typeface="Golos Text"/>
        <ns0:font script="Uigh" typeface="Golos Text"/>
        <ns0:font script="Geor" typeface="Golos Text"/>
        <ns0:font script="Armn" typeface="Golos Text"/>
        <ns0:font script="Bugi" typeface="Golos Text"/>
        <ns0:font script="Bopo" typeface="Golos Text"/>
        <ns0:font script="Java" typeface="Golos Text"/>
        <ns0:font script="Lisu" typeface="Golos Text"/>
        <ns0:font script="Mymr" typeface="Golos Text"/>
        <ns0:font script="Nkoo" typeface="Golos Text"/>
        <ns0:font script="Olck" typeface="Golos Text"/>
        <ns0:font script="Osma" typeface="Golos Text"/>
        <ns0:font script="Phag" typeface="Golos Text"/>
        <ns0:font script="Syrn" typeface="Golos Text"/>
        <ns0:font script="Syrj" typeface="Golos Text"/>
        <ns0:font script="Syre" typeface="Golos Text"/>
        <ns0:font script="Sora" typeface="Golos Text"/>
        <ns0:font script="Tale" typeface="Golos Text"/>
        <ns0:font script="Talu" typeface="Golos Text"/>
        <ns0:font script="Tfng" typeface="Golos Text"/>
      </ns0:minorFont>
    </ns0:fontScheme>
    <ns0:fmtScheme name="ЦГУ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67000"/>
                <ns0:lumMod val="110000"/>
                <ns0:satMod val="105000"/>
              </ns0:schemeClr>
            </ns0:gs>
            <ns0:gs pos="50000">
              <ns0:schemeClr val="phClr">
                <ns0:tint val="73000"/>
                <ns0:lumMod val="105000"/>
                <ns0:satMod val="103000"/>
              </ns0:schemeClr>
            </ns0:gs>
            <ns0:gs pos="100000">
              <ns0:schemeClr val="phClr">
                <ns0:tint val="81000"/>
                <ns0:lumMod val="105000"/>
                <ns0:satMod val="109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tint val="94000"/>
                <ns0:lumMod val="102000"/>
                <ns0:satMod val="103000"/>
              </ns0:schemeClr>
            </ns0:gs>
            <ns0:gs pos="50000">
              <ns0:schemeClr val="phClr">
                <ns0:shade val="100000"/>
                <ns0:lumMod val="100000"/>
                <ns0:satMod val="110000"/>
              </ns0:schemeClr>
            </ns0:gs>
            <ns0:gs pos="100000">
              <ns0:schemeClr val="phClr">
                <ns0:shade val="78000"/>
                <ns0:lumMod val="99000"/>
                <ns0:satMod val="120000"/>
              </ns0:schemeClr>
            </ns0:gs>
          </ns0:gsLst>
          <ns0:lin ang="5400000" scaled="0"/>
        </ns0:gradFill>
      </ns0:fillStyleLst>
      <ns0:lnStyleLst>
        <ns0:ln w="6350">
          <ns0:solidFill>
            <ns0:schemeClr val="phClr"/>
          </ns0:solidFill>
          <ns0:prstDash val="solid"/>
        </ns0:ln>
        <ns0:ln w="12700">
          <ns0:solidFill>
            <ns0:schemeClr val="phClr"/>
          </ns0:solidFill>
          <ns0:prstDash val="solid"/>
        </ns0:ln>
        <ns0:ln w="19050">
          <ns0:solidFill>
            <ns0:schemeClr val="phClr"/>
          </ns0:solidFill>
          <ns0:prstDash val="solid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hade val="98000"/>
                <ns0:lumMod val="102000"/>
                <ns0:satMod val="150000"/>
              </ns0:schemeClr>
            </ns0:gs>
            <ns0:gs pos="50000">
              <ns0:schemeClr val="phClr">
                <ns0:tint val="98000"/>
                <ns0:shade val="90000"/>
                <ns0:lumMod val="103000"/>
                <ns0:satMod val="130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</ns0:theme>
</file>

<file path=ppt/slideMasters/theme/theme4.xml><?xml version="1.0" encoding="utf-8"?>
<ns0:theme xmlns:ns0="http://schemas.openxmlformats.org/drawingml/2006/main" name="Планы">
  <ns0:themeElements>
    <ns0:clrScheme name="ЦГУ">
      <ns0:dk1>
        <ns0:srgbClr val="000000"/>
      </ns0:dk1>
      <ns0:lt1>
        <ns0:srgbClr val="FFFFFF"/>
      </ns0:lt1>
      <ns0:dk2>
        <ns0:srgbClr val="85868A"/>
      </ns0:dk2>
      <ns0:lt2>
        <ns0:srgbClr val="F1F1F1"/>
      </ns0:lt2>
      <ns0:accent1>
        <ns0:srgbClr val="FB2548"/>
      </ns0:accent1>
      <ns0:accent2>
        <ns0:srgbClr val="FE2C48"/>
      </ns0:accent2>
      <ns0:accent3>
        <ns0:srgbClr val="EB0A4A"/>
      </ns0:accent3>
      <ns0:accent4>
        <ns0:srgbClr val="E50E59"/>
      </ns0:accent4>
      <ns0:accent5>
        <ns0:srgbClr val="FEE9E8"/>
      </ns0:accent5>
      <ns0:accent6>
        <ns0:srgbClr val="E5CCD2"/>
      </ns0:accent6>
      <ns0:hlink>
        <ns0:srgbClr val="EC0944"/>
      </ns0:hlink>
      <ns0:folHlink>
        <ns0:srgbClr val="85868A"/>
      </ns0:folHlink>
    </ns0:clrScheme>
    <ns0:fontScheme name="Office">
      <ns0:majorFont>
        <ns0:latin typeface="Golos Text"/>
        <ns0:ea typeface="Golos Text"/>
        <ns0:cs typeface="Golos Text"/>
        <ns0:font script="Jpan" typeface="Golos Text"/>
        <ns0:font script="Hang" typeface="Golos Text"/>
        <ns0:font script="Hans" typeface="Golos Text"/>
        <ns0:font script="Hant" typeface="Golos Text"/>
        <ns0:font script="Arab" typeface="Golos Text"/>
        <ns0:font script="Hebr" typeface="Golos Text"/>
        <ns0:font script="Thai" typeface="Golos Text"/>
        <ns0:font script="Ethi" typeface="Golos Text"/>
        <ns0:font script="Beng" typeface="Golos Text"/>
        <ns0:font script="Gujr" typeface="Golos Text"/>
        <ns0:font script="Khmr" typeface="Golos Text"/>
        <ns0:font script="Knda" typeface="Golos Text"/>
        <ns0:font script="Guru" typeface="Golos Text"/>
        <ns0:font script="Cans" typeface="Golos Text"/>
        <ns0:font script="Cher" typeface="Golos Text"/>
        <ns0:font script="Yiii" typeface="Golos Text"/>
        <ns0:font script="Tibt" typeface="Golos Text"/>
        <ns0:font script="Thaa" typeface="Golos Text"/>
        <ns0:font script="Deva" typeface="Golos Text"/>
        <ns0:font script="Telu" typeface="Golos Text"/>
        <ns0:font script="Taml" typeface="Golos Text"/>
        <ns0:font script="Syrc" typeface="Golos Text"/>
        <ns0:font script="Orya" typeface="Golos Text"/>
        <ns0:font script="Mlym" typeface="Golos Text"/>
        <ns0:font script="Laoo" typeface="Golos Text"/>
        <ns0:font script="Sinh" typeface="Golos Text"/>
        <ns0:font script="Mong" typeface="Golos Text"/>
        <ns0:font script="Viet" typeface="Golos Text"/>
        <ns0:font script="Uigh" typeface="Golos Text"/>
        <ns0:font script="Geor" typeface="Golos Text"/>
        <ns0:font script="Armn" typeface="Golos Text"/>
        <ns0:font script="Bugi" typeface="Golos Text"/>
        <ns0:font script="Bopo" typeface="Golos Text"/>
        <ns0:font script="Java" typeface="Golos Text"/>
        <ns0:font script="Lisu" typeface="Golos Text"/>
        <ns0:font script="Mymr" typeface="Golos Text"/>
        <ns0:font script="Nkoo" typeface="Golos Text"/>
        <ns0:font script="Olck" typeface="Golos Text"/>
        <ns0:font script="Osma" typeface="Golos Text"/>
        <ns0:font script="Phag" typeface="Golos Text"/>
        <ns0:font script="Syrn" typeface="Golos Text"/>
        <ns0:font script="Syrj" typeface="Golos Text"/>
        <ns0:font script="Syre" typeface="Golos Text"/>
        <ns0:font script="Sora" typeface="Golos Text"/>
        <ns0:font script="Tale" typeface="Golos Text"/>
        <ns0:font script="Talu" typeface="Golos Text"/>
        <ns0:font script="Tfng" typeface="Golos Text"/>
      </ns0:majorFont>
      <ns0:minorFont>
        <ns0:latin typeface="Golos Text"/>
        <ns0:ea typeface="Golos Text"/>
        <ns0:cs typeface="Golos Text"/>
        <ns0:font script="Jpan" typeface="Golos Text"/>
        <ns0:font script="Hang" typeface="Golos Text"/>
        <ns0:font script="Hans" typeface="Golos Text"/>
        <ns0:font script="Hant" typeface="Golos Text"/>
        <ns0:font script="Arab" typeface="Golos Text"/>
        <ns0:font script="Hebr" typeface="Golos Text"/>
        <ns0:font script="Thai" typeface="Golos Text"/>
        <ns0:font script="Ethi" typeface="Golos Text"/>
        <ns0:font script="Beng" typeface="Golos Text"/>
        <ns0:font script="Gujr" typeface="Golos Text"/>
        <ns0:font script="Khmr" typeface="Golos Text"/>
        <ns0:font script="Knda" typeface="Golos Text"/>
        <ns0:font script="Guru" typeface="Golos Text"/>
        <ns0:font script="Cans" typeface="Golos Text"/>
        <ns0:font script="Cher" typeface="Golos Text"/>
        <ns0:font script="Yiii" typeface="Golos Text"/>
        <ns0:font script="Tibt" typeface="Golos Text"/>
        <ns0:font script="Thaa" typeface="Golos Text"/>
        <ns0:font script="Deva" typeface="Golos Text"/>
        <ns0:font script="Telu" typeface="Golos Text"/>
        <ns0:font script="Taml" typeface="Golos Text"/>
        <ns0:font script="Syrc" typeface="Golos Text"/>
        <ns0:font script="Orya" typeface="Golos Text"/>
        <ns0:font script="Mlym" typeface="Golos Text"/>
        <ns0:font script="Laoo" typeface="Golos Text"/>
        <ns0:font script="Sinh" typeface="Golos Text"/>
        <ns0:font script="Mong" typeface="Golos Text"/>
        <ns0:font script="Viet" typeface="Golos Text"/>
        <ns0:font script="Uigh" typeface="Golos Text"/>
        <ns0:font script="Geor" typeface="Golos Text"/>
        <ns0:font script="Armn" typeface="Golos Text"/>
        <ns0:font script="Bugi" typeface="Golos Text"/>
        <ns0:font script="Bopo" typeface="Golos Text"/>
        <ns0:font script="Java" typeface="Golos Text"/>
        <ns0:font script="Lisu" typeface="Golos Text"/>
        <ns0:font script="Mymr" typeface="Golos Text"/>
        <ns0:font script="Nkoo" typeface="Golos Text"/>
        <ns0:font script="Olck" typeface="Golos Text"/>
        <ns0:font script="Osma" typeface="Golos Text"/>
        <ns0:font script="Phag" typeface="Golos Text"/>
        <ns0:font script="Syrn" typeface="Golos Text"/>
        <ns0:font script="Syrj" typeface="Golos Text"/>
        <ns0:font script="Syre" typeface="Golos Text"/>
        <ns0:font script="Sora" typeface="Golos Text"/>
        <ns0:font script="Tale" typeface="Golos Text"/>
        <ns0:font script="Talu" typeface="Golos Text"/>
        <ns0:font script="Tfng" typeface="Golos Text"/>
      </ns0:minorFont>
    </ns0:fontScheme>
    <ns0:fmtScheme name="ЦГУ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67000"/>
                <ns0:lumMod val="110000"/>
                <ns0:satMod val="105000"/>
              </ns0:schemeClr>
            </ns0:gs>
            <ns0:gs pos="50000">
              <ns0:schemeClr val="phClr">
                <ns0:tint val="73000"/>
                <ns0:lumMod val="105000"/>
                <ns0:satMod val="103000"/>
              </ns0:schemeClr>
            </ns0:gs>
            <ns0:gs pos="100000">
              <ns0:schemeClr val="phClr">
                <ns0:tint val="81000"/>
                <ns0:lumMod val="105000"/>
                <ns0:satMod val="109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tint val="94000"/>
                <ns0:lumMod val="102000"/>
                <ns0:satMod val="103000"/>
              </ns0:schemeClr>
            </ns0:gs>
            <ns0:gs pos="50000">
              <ns0:schemeClr val="phClr">
                <ns0:shade val="100000"/>
                <ns0:lumMod val="100000"/>
                <ns0:satMod val="110000"/>
              </ns0:schemeClr>
            </ns0:gs>
            <ns0:gs pos="100000">
              <ns0:schemeClr val="phClr">
                <ns0:shade val="78000"/>
                <ns0:lumMod val="99000"/>
                <ns0:satMod val="120000"/>
              </ns0:schemeClr>
            </ns0:gs>
          </ns0:gsLst>
          <ns0:lin ang="5400000" scaled="0"/>
        </ns0:gradFill>
      </ns0:fillStyleLst>
      <ns0:lnStyleLst>
        <ns0:ln w="6350">
          <ns0:solidFill>
            <ns0:schemeClr val="phClr"/>
          </ns0:solidFill>
          <ns0:prstDash val="solid"/>
        </ns0:ln>
        <ns0:ln w="12700">
          <ns0:solidFill>
            <ns0:schemeClr val="phClr"/>
          </ns0:solidFill>
          <ns0:prstDash val="solid"/>
        </ns0:ln>
        <ns0:ln w="19050">
          <ns0:solidFill>
            <ns0:schemeClr val="phClr"/>
          </ns0:solidFill>
          <ns0:prstDash val="solid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hade val="98000"/>
                <ns0:lumMod val="102000"/>
                <ns0:satMod val="150000"/>
              </ns0:schemeClr>
            </ns0:gs>
            <ns0:gs pos="50000">
              <ns0:schemeClr val="phClr">
                <ns0:tint val="98000"/>
                <ns0:shade val="90000"/>
                <ns0:lumMod val="103000"/>
                <ns0:satMod val="130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</ns0:theme>
</file>

<file path=ppt/slideMasters/theme/theme5.xml><?xml version="1.0" encoding="utf-8"?>
<ns0:theme xmlns:ns0="http://schemas.openxmlformats.org/drawingml/2006/main" name="Команда">
  <ns0:themeElements>
    <ns0:clrScheme name="ЦГУ">
      <ns0:dk1>
        <ns0:srgbClr val="000000"/>
      </ns0:dk1>
      <ns0:lt1>
        <ns0:srgbClr val="FFFFFF"/>
      </ns0:lt1>
      <ns0:dk2>
        <ns0:srgbClr val="85868A"/>
      </ns0:dk2>
      <ns0:lt2>
        <ns0:srgbClr val="F1F1F1"/>
      </ns0:lt2>
      <ns0:accent1>
        <ns0:srgbClr val="FB2548"/>
      </ns0:accent1>
      <ns0:accent2>
        <ns0:srgbClr val="FE2C48"/>
      </ns0:accent2>
      <ns0:accent3>
        <ns0:srgbClr val="EB0A4A"/>
      </ns0:accent3>
      <ns0:accent4>
        <ns0:srgbClr val="E50E59"/>
      </ns0:accent4>
      <ns0:accent5>
        <ns0:srgbClr val="FEE9E8"/>
      </ns0:accent5>
      <ns0:accent6>
        <ns0:srgbClr val="E5CCD2"/>
      </ns0:accent6>
      <ns0:hlink>
        <ns0:srgbClr val="EC0944"/>
      </ns0:hlink>
      <ns0:folHlink>
        <ns0:srgbClr val="85868A"/>
      </ns0:folHlink>
    </ns0:clrScheme>
    <ns0:fontScheme name="Office">
      <ns0:majorFont>
        <ns0:latin typeface="Golos Text"/>
        <ns0:ea typeface="Golos Text"/>
        <ns0:cs typeface="Golos Text"/>
        <ns0:font script="Jpan" typeface="Golos Text"/>
        <ns0:font script="Hang" typeface="Golos Text"/>
        <ns0:font script="Hans" typeface="Golos Text"/>
        <ns0:font script="Hant" typeface="Golos Text"/>
        <ns0:font script="Arab" typeface="Golos Text"/>
        <ns0:font script="Hebr" typeface="Golos Text"/>
        <ns0:font script="Thai" typeface="Golos Text"/>
        <ns0:font script="Ethi" typeface="Golos Text"/>
        <ns0:font script="Beng" typeface="Golos Text"/>
        <ns0:font script="Gujr" typeface="Golos Text"/>
        <ns0:font script="Khmr" typeface="Golos Text"/>
        <ns0:font script="Knda" typeface="Golos Text"/>
        <ns0:font script="Guru" typeface="Golos Text"/>
        <ns0:font script="Cans" typeface="Golos Text"/>
        <ns0:font script="Cher" typeface="Golos Text"/>
        <ns0:font script="Yiii" typeface="Golos Text"/>
        <ns0:font script="Tibt" typeface="Golos Text"/>
        <ns0:font script="Thaa" typeface="Golos Text"/>
        <ns0:font script="Deva" typeface="Golos Text"/>
        <ns0:font script="Telu" typeface="Golos Text"/>
        <ns0:font script="Taml" typeface="Golos Text"/>
        <ns0:font script="Syrc" typeface="Golos Text"/>
        <ns0:font script="Orya" typeface="Golos Text"/>
        <ns0:font script="Mlym" typeface="Golos Text"/>
        <ns0:font script="Laoo" typeface="Golos Text"/>
        <ns0:font script="Sinh" typeface="Golos Text"/>
        <ns0:font script="Mong" typeface="Golos Text"/>
        <ns0:font script="Viet" typeface="Golos Text"/>
        <ns0:font script="Uigh" typeface="Golos Text"/>
        <ns0:font script="Geor" typeface="Golos Text"/>
        <ns0:font script="Armn" typeface="Golos Text"/>
        <ns0:font script="Bugi" typeface="Golos Text"/>
        <ns0:font script="Bopo" typeface="Golos Text"/>
        <ns0:font script="Java" typeface="Golos Text"/>
        <ns0:font script="Lisu" typeface="Golos Text"/>
        <ns0:font script="Mymr" typeface="Golos Text"/>
        <ns0:font script="Nkoo" typeface="Golos Text"/>
        <ns0:font script="Olck" typeface="Golos Text"/>
        <ns0:font script="Osma" typeface="Golos Text"/>
        <ns0:font script="Phag" typeface="Golos Text"/>
        <ns0:font script="Syrn" typeface="Golos Text"/>
        <ns0:font script="Syrj" typeface="Golos Text"/>
        <ns0:font script="Syre" typeface="Golos Text"/>
        <ns0:font script="Sora" typeface="Golos Text"/>
        <ns0:font script="Tale" typeface="Golos Text"/>
        <ns0:font script="Talu" typeface="Golos Text"/>
        <ns0:font script="Tfng" typeface="Golos Text"/>
      </ns0:majorFont>
      <ns0:minorFont>
        <ns0:latin typeface="Golos Text"/>
        <ns0:ea typeface="Golos Text"/>
        <ns0:cs typeface="Golos Text"/>
        <ns0:font script="Jpan" typeface="Golos Text"/>
        <ns0:font script="Hang" typeface="Golos Text"/>
        <ns0:font script="Hans" typeface="Golos Text"/>
        <ns0:font script="Hant" typeface="Golos Text"/>
        <ns0:font script="Arab" typeface="Golos Text"/>
        <ns0:font script="Hebr" typeface="Golos Text"/>
        <ns0:font script="Thai" typeface="Golos Text"/>
        <ns0:font script="Ethi" typeface="Golos Text"/>
        <ns0:font script="Beng" typeface="Golos Text"/>
        <ns0:font script="Gujr" typeface="Golos Text"/>
        <ns0:font script="Khmr" typeface="Golos Text"/>
        <ns0:font script="Knda" typeface="Golos Text"/>
        <ns0:font script="Guru" typeface="Golos Text"/>
        <ns0:font script="Cans" typeface="Golos Text"/>
        <ns0:font script="Cher" typeface="Golos Text"/>
        <ns0:font script="Yiii" typeface="Golos Text"/>
        <ns0:font script="Tibt" typeface="Golos Text"/>
        <ns0:font script="Thaa" typeface="Golos Text"/>
        <ns0:font script="Deva" typeface="Golos Text"/>
        <ns0:font script="Telu" typeface="Golos Text"/>
        <ns0:font script="Taml" typeface="Golos Text"/>
        <ns0:font script="Syrc" typeface="Golos Text"/>
        <ns0:font script="Orya" typeface="Golos Text"/>
        <ns0:font script="Mlym" typeface="Golos Text"/>
        <ns0:font script="Laoo" typeface="Golos Text"/>
        <ns0:font script="Sinh" typeface="Golos Text"/>
        <ns0:font script="Mong" typeface="Golos Text"/>
        <ns0:font script="Viet" typeface="Golos Text"/>
        <ns0:font script="Uigh" typeface="Golos Text"/>
        <ns0:font script="Geor" typeface="Golos Text"/>
        <ns0:font script="Armn" typeface="Golos Text"/>
        <ns0:font script="Bugi" typeface="Golos Text"/>
        <ns0:font script="Bopo" typeface="Golos Text"/>
        <ns0:font script="Java" typeface="Golos Text"/>
        <ns0:font script="Lisu" typeface="Golos Text"/>
        <ns0:font script="Mymr" typeface="Golos Text"/>
        <ns0:font script="Nkoo" typeface="Golos Text"/>
        <ns0:font script="Olck" typeface="Golos Text"/>
        <ns0:font script="Osma" typeface="Golos Text"/>
        <ns0:font script="Phag" typeface="Golos Text"/>
        <ns0:font script="Syrn" typeface="Golos Text"/>
        <ns0:font script="Syrj" typeface="Golos Text"/>
        <ns0:font script="Syre" typeface="Golos Text"/>
        <ns0:font script="Sora" typeface="Golos Text"/>
        <ns0:font script="Tale" typeface="Golos Text"/>
        <ns0:font script="Talu" typeface="Golos Text"/>
        <ns0:font script="Tfng" typeface="Golos Text"/>
      </ns0:minorFont>
    </ns0:fontScheme>
    <ns0:fmtScheme name="ЦГУ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67000"/>
                <ns0:lumMod val="110000"/>
                <ns0:satMod val="105000"/>
              </ns0:schemeClr>
            </ns0:gs>
            <ns0:gs pos="50000">
              <ns0:schemeClr val="phClr">
                <ns0:tint val="73000"/>
                <ns0:lumMod val="105000"/>
                <ns0:satMod val="103000"/>
              </ns0:schemeClr>
            </ns0:gs>
            <ns0:gs pos="100000">
              <ns0:schemeClr val="phClr">
                <ns0:tint val="81000"/>
                <ns0:lumMod val="105000"/>
                <ns0:satMod val="109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tint val="94000"/>
                <ns0:lumMod val="102000"/>
                <ns0:satMod val="103000"/>
              </ns0:schemeClr>
            </ns0:gs>
            <ns0:gs pos="50000">
              <ns0:schemeClr val="phClr">
                <ns0:shade val="100000"/>
                <ns0:lumMod val="100000"/>
                <ns0:satMod val="110000"/>
              </ns0:schemeClr>
            </ns0:gs>
            <ns0:gs pos="100000">
              <ns0:schemeClr val="phClr">
                <ns0:shade val="78000"/>
                <ns0:lumMod val="99000"/>
                <ns0:satMod val="120000"/>
              </ns0:schemeClr>
            </ns0:gs>
          </ns0:gsLst>
          <ns0:lin ang="5400000" scaled="0"/>
        </ns0:gradFill>
      </ns0:fillStyleLst>
      <ns0:lnStyleLst>
        <ns0:ln w="6350">
          <ns0:solidFill>
            <ns0:schemeClr val="phClr"/>
          </ns0:solidFill>
          <ns0:prstDash val="solid"/>
        </ns0:ln>
        <ns0:ln w="12700">
          <ns0:solidFill>
            <ns0:schemeClr val="phClr"/>
          </ns0:solidFill>
          <ns0:prstDash val="solid"/>
        </ns0:ln>
        <ns0:ln w="19050">
          <ns0:solidFill>
            <ns0:schemeClr val="phClr"/>
          </ns0:solidFill>
          <ns0:prstDash val="solid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hade val="98000"/>
                <ns0:lumMod val="102000"/>
                <ns0:satMod val="150000"/>
              </ns0:schemeClr>
            </ns0:gs>
            <ns0:gs pos="50000">
              <ns0:schemeClr val="phClr">
                <ns0:tint val="98000"/>
                <ns0:shade val="90000"/>
                <ns0:lumMod val="103000"/>
                <ns0:satMod val="130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</ns0:theme>
</file>

<file path=ppt/slideMasters/theme/theme6.xml><?xml version="1.0" encoding="utf-8"?>
<ns0:theme xmlns:ns0="http://schemas.openxmlformats.org/drawingml/2006/main" name="Мокап">
  <ns0:themeElements>
    <ns0:clrScheme name="ЦГУ">
      <ns0:dk1>
        <ns0:srgbClr val="000000"/>
      </ns0:dk1>
      <ns0:lt1>
        <ns0:srgbClr val="FFFFFF"/>
      </ns0:lt1>
      <ns0:dk2>
        <ns0:srgbClr val="85868A"/>
      </ns0:dk2>
      <ns0:lt2>
        <ns0:srgbClr val="F1F1F1"/>
      </ns0:lt2>
      <ns0:accent1>
        <ns0:srgbClr val="FB2548"/>
      </ns0:accent1>
      <ns0:accent2>
        <ns0:srgbClr val="FE2C48"/>
      </ns0:accent2>
      <ns0:accent3>
        <ns0:srgbClr val="EB0A4A"/>
      </ns0:accent3>
      <ns0:accent4>
        <ns0:srgbClr val="E50E59"/>
      </ns0:accent4>
      <ns0:accent5>
        <ns0:srgbClr val="FEE9E8"/>
      </ns0:accent5>
      <ns0:accent6>
        <ns0:srgbClr val="E5CCD2"/>
      </ns0:accent6>
      <ns0:hlink>
        <ns0:srgbClr val="EC0944"/>
      </ns0:hlink>
      <ns0:folHlink>
        <ns0:srgbClr val="85868A"/>
      </ns0:folHlink>
    </ns0:clrScheme>
    <ns0:fontScheme name="Office">
      <ns0:majorFont>
        <ns0:latin typeface="Golos Text"/>
        <ns0:ea typeface="Golos Text"/>
        <ns0:cs typeface="Golos Text"/>
        <ns0:font script="Jpan" typeface="Golos Text"/>
        <ns0:font script="Hang" typeface="Golos Text"/>
        <ns0:font script="Hans" typeface="Golos Text"/>
        <ns0:font script="Hant" typeface="Golos Text"/>
        <ns0:font script="Arab" typeface="Golos Text"/>
        <ns0:font script="Hebr" typeface="Golos Text"/>
        <ns0:font script="Thai" typeface="Golos Text"/>
        <ns0:font script="Ethi" typeface="Golos Text"/>
        <ns0:font script="Beng" typeface="Golos Text"/>
        <ns0:font script="Gujr" typeface="Golos Text"/>
        <ns0:font script="Khmr" typeface="Golos Text"/>
        <ns0:font script="Knda" typeface="Golos Text"/>
        <ns0:font script="Guru" typeface="Golos Text"/>
        <ns0:font script="Cans" typeface="Golos Text"/>
        <ns0:font script="Cher" typeface="Golos Text"/>
        <ns0:font script="Yiii" typeface="Golos Text"/>
        <ns0:font script="Tibt" typeface="Golos Text"/>
        <ns0:font script="Thaa" typeface="Golos Text"/>
        <ns0:font script="Deva" typeface="Golos Text"/>
        <ns0:font script="Telu" typeface="Golos Text"/>
        <ns0:font script="Taml" typeface="Golos Text"/>
        <ns0:font script="Syrc" typeface="Golos Text"/>
        <ns0:font script="Orya" typeface="Golos Text"/>
        <ns0:font script="Mlym" typeface="Golos Text"/>
        <ns0:font script="Laoo" typeface="Golos Text"/>
        <ns0:font script="Sinh" typeface="Golos Text"/>
        <ns0:font script="Mong" typeface="Golos Text"/>
        <ns0:font script="Viet" typeface="Golos Text"/>
        <ns0:font script="Uigh" typeface="Golos Text"/>
        <ns0:font script="Geor" typeface="Golos Text"/>
        <ns0:font script="Armn" typeface="Golos Text"/>
        <ns0:font script="Bugi" typeface="Golos Text"/>
        <ns0:font script="Bopo" typeface="Golos Text"/>
        <ns0:font script="Java" typeface="Golos Text"/>
        <ns0:font script="Lisu" typeface="Golos Text"/>
        <ns0:font script="Mymr" typeface="Golos Text"/>
        <ns0:font script="Nkoo" typeface="Golos Text"/>
        <ns0:font script="Olck" typeface="Golos Text"/>
        <ns0:font script="Osma" typeface="Golos Text"/>
        <ns0:font script="Phag" typeface="Golos Text"/>
        <ns0:font script="Syrn" typeface="Golos Text"/>
        <ns0:font script="Syrj" typeface="Golos Text"/>
        <ns0:font script="Syre" typeface="Golos Text"/>
        <ns0:font script="Sora" typeface="Golos Text"/>
        <ns0:font script="Tale" typeface="Golos Text"/>
        <ns0:font script="Talu" typeface="Golos Text"/>
        <ns0:font script="Tfng" typeface="Golos Text"/>
      </ns0:majorFont>
      <ns0:minorFont>
        <ns0:latin typeface="Golos Text"/>
        <ns0:ea typeface="Golos Text"/>
        <ns0:cs typeface="Golos Text"/>
        <ns0:font script="Jpan" typeface="Golos Text"/>
        <ns0:font script="Hang" typeface="Golos Text"/>
        <ns0:font script="Hans" typeface="Golos Text"/>
        <ns0:font script="Hant" typeface="Golos Text"/>
        <ns0:font script="Arab" typeface="Golos Text"/>
        <ns0:font script="Hebr" typeface="Golos Text"/>
        <ns0:font script="Thai" typeface="Golos Text"/>
        <ns0:font script="Ethi" typeface="Golos Text"/>
        <ns0:font script="Beng" typeface="Golos Text"/>
        <ns0:font script="Gujr" typeface="Golos Text"/>
        <ns0:font script="Khmr" typeface="Golos Text"/>
        <ns0:font script="Knda" typeface="Golos Text"/>
        <ns0:font script="Guru" typeface="Golos Text"/>
        <ns0:font script="Cans" typeface="Golos Text"/>
        <ns0:font script="Cher" typeface="Golos Text"/>
        <ns0:font script="Yiii" typeface="Golos Text"/>
        <ns0:font script="Tibt" typeface="Golos Text"/>
        <ns0:font script="Thaa" typeface="Golos Text"/>
        <ns0:font script="Deva" typeface="Golos Text"/>
        <ns0:font script="Telu" typeface="Golos Text"/>
        <ns0:font script="Taml" typeface="Golos Text"/>
        <ns0:font script="Syrc" typeface="Golos Text"/>
        <ns0:font script="Orya" typeface="Golos Text"/>
        <ns0:font script="Mlym" typeface="Golos Text"/>
        <ns0:font script="Laoo" typeface="Golos Text"/>
        <ns0:font script="Sinh" typeface="Golos Text"/>
        <ns0:font script="Mong" typeface="Golos Text"/>
        <ns0:font script="Viet" typeface="Golos Text"/>
        <ns0:font script="Uigh" typeface="Golos Text"/>
        <ns0:font script="Geor" typeface="Golos Text"/>
        <ns0:font script="Armn" typeface="Golos Text"/>
        <ns0:font script="Bugi" typeface="Golos Text"/>
        <ns0:font script="Bopo" typeface="Golos Text"/>
        <ns0:font script="Java" typeface="Golos Text"/>
        <ns0:font script="Lisu" typeface="Golos Text"/>
        <ns0:font script="Mymr" typeface="Golos Text"/>
        <ns0:font script="Nkoo" typeface="Golos Text"/>
        <ns0:font script="Olck" typeface="Golos Text"/>
        <ns0:font script="Osma" typeface="Golos Text"/>
        <ns0:font script="Phag" typeface="Golos Text"/>
        <ns0:font script="Syrn" typeface="Golos Text"/>
        <ns0:font script="Syrj" typeface="Golos Text"/>
        <ns0:font script="Syre" typeface="Golos Text"/>
        <ns0:font script="Sora" typeface="Golos Text"/>
        <ns0:font script="Tale" typeface="Golos Text"/>
        <ns0:font script="Talu" typeface="Golos Text"/>
        <ns0:font script="Tfng" typeface="Golos Text"/>
      </ns0:minorFont>
    </ns0:fontScheme>
    <ns0:fmtScheme name="ЦГУ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67000"/>
                <ns0:lumMod val="110000"/>
                <ns0:satMod val="105000"/>
              </ns0:schemeClr>
            </ns0:gs>
            <ns0:gs pos="50000">
              <ns0:schemeClr val="phClr">
                <ns0:tint val="73000"/>
                <ns0:lumMod val="105000"/>
                <ns0:satMod val="103000"/>
              </ns0:schemeClr>
            </ns0:gs>
            <ns0:gs pos="100000">
              <ns0:schemeClr val="phClr">
                <ns0:tint val="81000"/>
                <ns0:lumMod val="105000"/>
                <ns0:satMod val="109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tint val="94000"/>
                <ns0:lumMod val="102000"/>
                <ns0:satMod val="103000"/>
              </ns0:schemeClr>
            </ns0:gs>
            <ns0:gs pos="50000">
              <ns0:schemeClr val="phClr">
                <ns0:shade val="100000"/>
                <ns0:lumMod val="100000"/>
                <ns0:satMod val="110000"/>
              </ns0:schemeClr>
            </ns0:gs>
            <ns0:gs pos="100000">
              <ns0:schemeClr val="phClr">
                <ns0:shade val="78000"/>
                <ns0:lumMod val="99000"/>
                <ns0:satMod val="120000"/>
              </ns0:schemeClr>
            </ns0:gs>
          </ns0:gsLst>
          <ns0:lin ang="5400000" scaled="0"/>
        </ns0:gradFill>
      </ns0:fillStyleLst>
      <ns0:lnStyleLst>
        <ns0:ln w="6350">
          <ns0:solidFill>
            <ns0:schemeClr val="phClr"/>
          </ns0:solidFill>
          <ns0:prstDash val="solid"/>
        </ns0:ln>
        <ns0:ln w="12700">
          <ns0:solidFill>
            <ns0:schemeClr val="phClr"/>
          </ns0:solidFill>
          <ns0:prstDash val="solid"/>
        </ns0:ln>
        <ns0:ln w="19050">
          <ns0:solidFill>
            <ns0:schemeClr val="phClr"/>
          </ns0:solidFill>
          <ns0:prstDash val="solid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hade val="98000"/>
                <ns0:lumMod val="102000"/>
                <ns0:satMod val="150000"/>
              </ns0:schemeClr>
            </ns0:gs>
            <ns0:gs pos="50000">
              <ns0:schemeClr val="phClr">
                <ns0:tint val="98000"/>
                <ns0:shade val="90000"/>
                <ns0:lumMod val="103000"/>
                <ns0:satMod val="130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</ns0:theme>
</file>

<file path=ppt/slideMasters/theme/theme7.xml><?xml version="1.0" encoding="utf-8"?>
<ns0:theme xmlns:ns0="http://schemas.openxmlformats.org/drawingml/2006/main" name="Цифры">
  <ns0:themeElements>
    <ns0:clrScheme name="ЦГУ">
      <ns0:dk1>
        <ns0:srgbClr val="000000"/>
      </ns0:dk1>
      <ns0:lt1>
        <ns0:srgbClr val="FFFFFF"/>
      </ns0:lt1>
      <ns0:dk2>
        <ns0:srgbClr val="85868A"/>
      </ns0:dk2>
      <ns0:lt2>
        <ns0:srgbClr val="F1F1F1"/>
      </ns0:lt2>
      <ns0:accent1>
        <ns0:srgbClr val="FB2548"/>
      </ns0:accent1>
      <ns0:accent2>
        <ns0:srgbClr val="FE2C48"/>
      </ns0:accent2>
      <ns0:accent3>
        <ns0:srgbClr val="EB0A4A"/>
      </ns0:accent3>
      <ns0:accent4>
        <ns0:srgbClr val="E50E59"/>
      </ns0:accent4>
      <ns0:accent5>
        <ns0:srgbClr val="FEE9E8"/>
      </ns0:accent5>
      <ns0:accent6>
        <ns0:srgbClr val="E5CCD2"/>
      </ns0:accent6>
      <ns0:hlink>
        <ns0:srgbClr val="EC0944"/>
      </ns0:hlink>
      <ns0:folHlink>
        <ns0:srgbClr val="85868A"/>
      </ns0:folHlink>
    </ns0:clrScheme>
    <ns0:fontScheme name="Office">
      <ns0:majorFont>
        <ns0:latin typeface="Golos Text"/>
        <ns0:ea typeface="Golos Text"/>
        <ns0:cs typeface="Golos Text"/>
        <ns0:font script="Jpan" typeface="Golos Text"/>
        <ns0:font script="Hang" typeface="Golos Text"/>
        <ns0:font script="Hans" typeface="Golos Text"/>
        <ns0:font script="Hant" typeface="Golos Text"/>
        <ns0:font script="Arab" typeface="Golos Text"/>
        <ns0:font script="Hebr" typeface="Golos Text"/>
        <ns0:font script="Thai" typeface="Golos Text"/>
        <ns0:font script="Ethi" typeface="Golos Text"/>
        <ns0:font script="Beng" typeface="Golos Text"/>
        <ns0:font script="Gujr" typeface="Golos Text"/>
        <ns0:font script="Khmr" typeface="Golos Text"/>
        <ns0:font script="Knda" typeface="Golos Text"/>
        <ns0:font script="Guru" typeface="Golos Text"/>
        <ns0:font script="Cans" typeface="Golos Text"/>
        <ns0:font script="Cher" typeface="Golos Text"/>
        <ns0:font script="Yiii" typeface="Golos Text"/>
        <ns0:font script="Tibt" typeface="Golos Text"/>
        <ns0:font script="Thaa" typeface="Golos Text"/>
        <ns0:font script="Deva" typeface="Golos Text"/>
        <ns0:font script="Telu" typeface="Golos Text"/>
        <ns0:font script="Taml" typeface="Golos Text"/>
        <ns0:font script="Syrc" typeface="Golos Text"/>
        <ns0:font script="Orya" typeface="Golos Text"/>
        <ns0:font script="Mlym" typeface="Golos Text"/>
        <ns0:font script="Laoo" typeface="Golos Text"/>
        <ns0:font script="Sinh" typeface="Golos Text"/>
        <ns0:font script="Mong" typeface="Golos Text"/>
        <ns0:font script="Viet" typeface="Golos Text"/>
        <ns0:font script="Uigh" typeface="Golos Text"/>
        <ns0:font script="Geor" typeface="Golos Text"/>
        <ns0:font script="Armn" typeface="Golos Text"/>
        <ns0:font script="Bugi" typeface="Golos Text"/>
        <ns0:font script="Bopo" typeface="Golos Text"/>
        <ns0:font script="Java" typeface="Golos Text"/>
        <ns0:font script="Lisu" typeface="Golos Text"/>
        <ns0:font script="Mymr" typeface="Golos Text"/>
        <ns0:font script="Nkoo" typeface="Golos Text"/>
        <ns0:font script="Olck" typeface="Golos Text"/>
        <ns0:font script="Osma" typeface="Golos Text"/>
        <ns0:font script="Phag" typeface="Golos Text"/>
        <ns0:font script="Syrn" typeface="Golos Text"/>
        <ns0:font script="Syrj" typeface="Golos Text"/>
        <ns0:font script="Syre" typeface="Golos Text"/>
        <ns0:font script="Sora" typeface="Golos Text"/>
        <ns0:font script="Tale" typeface="Golos Text"/>
        <ns0:font script="Talu" typeface="Golos Text"/>
        <ns0:font script="Tfng" typeface="Golos Text"/>
      </ns0:majorFont>
      <ns0:minorFont>
        <ns0:latin typeface="Golos Text"/>
        <ns0:ea typeface="Golos Text"/>
        <ns0:cs typeface="Golos Text"/>
        <ns0:font script="Jpan" typeface="Golos Text"/>
        <ns0:font script="Hang" typeface="Golos Text"/>
        <ns0:font script="Hans" typeface="Golos Text"/>
        <ns0:font script="Hant" typeface="Golos Text"/>
        <ns0:font script="Arab" typeface="Golos Text"/>
        <ns0:font script="Hebr" typeface="Golos Text"/>
        <ns0:font script="Thai" typeface="Golos Text"/>
        <ns0:font script="Ethi" typeface="Golos Text"/>
        <ns0:font script="Beng" typeface="Golos Text"/>
        <ns0:font script="Gujr" typeface="Golos Text"/>
        <ns0:font script="Khmr" typeface="Golos Text"/>
        <ns0:font script="Knda" typeface="Golos Text"/>
        <ns0:font script="Guru" typeface="Golos Text"/>
        <ns0:font script="Cans" typeface="Golos Text"/>
        <ns0:font script="Cher" typeface="Golos Text"/>
        <ns0:font script="Yiii" typeface="Golos Text"/>
        <ns0:font script="Tibt" typeface="Golos Text"/>
        <ns0:font script="Thaa" typeface="Golos Text"/>
        <ns0:font script="Deva" typeface="Golos Text"/>
        <ns0:font script="Telu" typeface="Golos Text"/>
        <ns0:font script="Taml" typeface="Golos Text"/>
        <ns0:font script="Syrc" typeface="Golos Text"/>
        <ns0:font script="Orya" typeface="Golos Text"/>
        <ns0:font script="Mlym" typeface="Golos Text"/>
        <ns0:font script="Laoo" typeface="Golos Text"/>
        <ns0:font script="Sinh" typeface="Golos Text"/>
        <ns0:font script="Mong" typeface="Golos Text"/>
        <ns0:font script="Viet" typeface="Golos Text"/>
        <ns0:font script="Uigh" typeface="Golos Text"/>
        <ns0:font script="Geor" typeface="Golos Text"/>
        <ns0:font script="Armn" typeface="Golos Text"/>
        <ns0:font script="Bugi" typeface="Golos Text"/>
        <ns0:font script="Bopo" typeface="Golos Text"/>
        <ns0:font script="Java" typeface="Golos Text"/>
        <ns0:font script="Lisu" typeface="Golos Text"/>
        <ns0:font script="Mymr" typeface="Golos Text"/>
        <ns0:font script="Nkoo" typeface="Golos Text"/>
        <ns0:font script="Olck" typeface="Golos Text"/>
        <ns0:font script="Osma" typeface="Golos Text"/>
        <ns0:font script="Phag" typeface="Golos Text"/>
        <ns0:font script="Syrn" typeface="Golos Text"/>
        <ns0:font script="Syrj" typeface="Golos Text"/>
        <ns0:font script="Syre" typeface="Golos Text"/>
        <ns0:font script="Sora" typeface="Golos Text"/>
        <ns0:font script="Tale" typeface="Golos Text"/>
        <ns0:font script="Talu" typeface="Golos Text"/>
        <ns0:font script="Tfng" typeface="Golos Text"/>
      </ns0:minorFont>
    </ns0:fontScheme>
    <ns0:fmtScheme name="ЦГУ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67000"/>
                <ns0:lumMod val="110000"/>
                <ns0:satMod val="105000"/>
              </ns0:schemeClr>
            </ns0:gs>
            <ns0:gs pos="50000">
              <ns0:schemeClr val="phClr">
                <ns0:tint val="73000"/>
                <ns0:lumMod val="105000"/>
                <ns0:satMod val="103000"/>
              </ns0:schemeClr>
            </ns0:gs>
            <ns0:gs pos="100000">
              <ns0:schemeClr val="phClr">
                <ns0:tint val="81000"/>
                <ns0:lumMod val="105000"/>
                <ns0:satMod val="109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tint val="94000"/>
                <ns0:lumMod val="102000"/>
                <ns0:satMod val="103000"/>
              </ns0:schemeClr>
            </ns0:gs>
            <ns0:gs pos="50000">
              <ns0:schemeClr val="phClr">
                <ns0:shade val="100000"/>
                <ns0:lumMod val="100000"/>
                <ns0:satMod val="110000"/>
              </ns0:schemeClr>
            </ns0:gs>
            <ns0:gs pos="100000">
              <ns0:schemeClr val="phClr">
                <ns0:shade val="78000"/>
                <ns0:lumMod val="99000"/>
                <ns0:satMod val="120000"/>
              </ns0:schemeClr>
            </ns0:gs>
          </ns0:gsLst>
          <ns0:lin ang="5400000" scaled="0"/>
        </ns0:gradFill>
      </ns0:fillStyleLst>
      <ns0:lnStyleLst>
        <ns0:ln w="6350">
          <ns0:solidFill>
            <ns0:schemeClr val="phClr"/>
          </ns0:solidFill>
          <ns0:prstDash val="solid"/>
        </ns0:ln>
        <ns0:ln w="12700">
          <ns0:solidFill>
            <ns0:schemeClr val="phClr"/>
          </ns0:solidFill>
          <ns0:prstDash val="solid"/>
        </ns0:ln>
        <ns0:ln w="19050">
          <ns0:solidFill>
            <ns0:schemeClr val="phClr"/>
          </ns0:solidFill>
          <ns0:prstDash val="solid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hade val="98000"/>
                <ns0:lumMod val="102000"/>
                <ns0:satMod val="150000"/>
              </ns0:schemeClr>
            </ns0:gs>
            <ns0:gs pos="50000">
              <ns0:schemeClr val="phClr">
                <ns0:tint val="98000"/>
                <ns0:shade val="90000"/>
                <ns0:lumMod val="103000"/>
                <ns0:satMod val="130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</ns0:theme>
</file>

<file path=ppt/slideMasters/theme/theme8.xml><?xml version="1.0" encoding="utf-8"?>
<ns0:theme xmlns:ns0="http://schemas.openxmlformats.org/drawingml/2006/main" name="Слайды с фото">
  <ns0:themeElements>
    <ns0:clrScheme name="ЦГУ">
      <ns0:dk1>
        <ns0:srgbClr val="000000"/>
      </ns0:dk1>
      <ns0:lt1>
        <ns0:srgbClr val="FFFFFF"/>
      </ns0:lt1>
      <ns0:dk2>
        <ns0:srgbClr val="85868A"/>
      </ns0:dk2>
      <ns0:lt2>
        <ns0:srgbClr val="F1F1F1"/>
      </ns0:lt2>
      <ns0:accent1>
        <ns0:srgbClr val="FB2548"/>
      </ns0:accent1>
      <ns0:accent2>
        <ns0:srgbClr val="FE2C48"/>
      </ns0:accent2>
      <ns0:accent3>
        <ns0:srgbClr val="EB0A4A"/>
      </ns0:accent3>
      <ns0:accent4>
        <ns0:srgbClr val="E50E59"/>
      </ns0:accent4>
      <ns0:accent5>
        <ns0:srgbClr val="FEE9E8"/>
      </ns0:accent5>
      <ns0:accent6>
        <ns0:srgbClr val="E5CCD2"/>
      </ns0:accent6>
      <ns0:hlink>
        <ns0:srgbClr val="EC0944"/>
      </ns0:hlink>
      <ns0:folHlink>
        <ns0:srgbClr val="85868A"/>
      </ns0:folHlink>
    </ns0:clrScheme>
    <ns0:fontScheme name="Office">
      <ns0:majorFont>
        <ns0:latin typeface="Golos Text"/>
        <ns0:ea typeface="Golos Text"/>
        <ns0:cs typeface="Golos Text"/>
        <ns0:font script="Jpan" typeface="Golos Text"/>
        <ns0:font script="Hang" typeface="Golos Text"/>
        <ns0:font script="Hans" typeface="Golos Text"/>
        <ns0:font script="Hant" typeface="Golos Text"/>
        <ns0:font script="Arab" typeface="Golos Text"/>
        <ns0:font script="Hebr" typeface="Golos Text"/>
        <ns0:font script="Thai" typeface="Golos Text"/>
        <ns0:font script="Ethi" typeface="Golos Text"/>
        <ns0:font script="Beng" typeface="Golos Text"/>
        <ns0:font script="Gujr" typeface="Golos Text"/>
        <ns0:font script="Khmr" typeface="Golos Text"/>
        <ns0:font script="Knda" typeface="Golos Text"/>
        <ns0:font script="Guru" typeface="Golos Text"/>
        <ns0:font script="Cans" typeface="Golos Text"/>
        <ns0:font script="Cher" typeface="Golos Text"/>
        <ns0:font script="Yiii" typeface="Golos Text"/>
        <ns0:font script="Tibt" typeface="Golos Text"/>
        <ns0:font script="Thaa" typeface="Golos Text"/>
        <ns0:font script="Deva" typeface="Golos Text"/>
        <ns0:font script="Telu" typeface="Golos Text"/>
        <ns0:font script="Taml" typeface="Golos Text"/>
        <ns0:font script="Syrc" typeface="Golos Text"/>
        <ns0:font script="Orya" typeface="Golos Text"/>
        <ns0:font script="Mlym" typeface="Golos Text"/>
        <ns0:font script="Laoo" typeface="Golos Text"/>
        <ns0:font script="Sinh" typeface="Golos Text"/>
        <ns0:font script="Mong" typeface="Golos Text"/>
        <ns0:font script="Viet" typeface="Golos Text"/>
        <ns0:font script="Uigh" typeface="Golos Text"/>
        <ns0:font script="Geor" typeface="Golos Text"/>
        <ns0:font script="Armn" typeface="Golos Text"/>
        <ns0:font script="Bugi" typeface="Golos Text"/>
        <ns0:font script="Bopo" typeface="Golos Text"/>
        <ns0:font script="Java" typeface="Golos Text"/>
        <ns0:font script="Lisu" typeface="Golos Text"/>
        <ns0:font script="Mymr" typeface="Golos Text"/>
        <ns0:font script="Nkoo" typeface="Golos Text"/>
        <ns0:font script="Olck" typeface="Golos Text"/>
        <ns0:font script="Osma" typeface="Golos Text"/>
        <ns0:font script="Phag" typeface="Golos Text"/>
        <ns0:font script="Syrn" typeface="Golos Text"/>
        <ns0:font script="Syrj" typeface="Golos Text"/>
        <ns0:font script="Syre" typeface="Golos Text"/>
        <ns0:font script="Sora" typeface="Golos Text"/>
        <ns0:font script="Tale" typeface="Golos Text"/>
        <ns0:font script="Talu" typeface="Golos Text"/>
        <ns0:font script="Tfng" typeface="Golos Text"/>
      </ns0:majorFont>
      <ns0:minorFont>
        <ns0:latin typeface="Golos Text"/>
        <ns0:ea typeface="Golos Text"/>
        <ns0:cs typeface="Golos Text"/>
        <ns0:font script="Jpan" typeface="Golos Text"/>
        <ns0:font script="Hang" typeface="Golos Text"/>
        <ns0:font script="Hans" typeface="Golos Text"/>
        <ns0:font script="Hant" typeface="Golos Text"/>
        <ns0:font script="Arab" typeface="Golos Text"/>
        <ns0:font script="Hebr" typeface="Golos Text"/>
        <ns0:font script="Thai" typeface="Golos Text"/>
        <ns0:font script="Ethi" typeface="Golos Text"/>
        <ns0:font script="Beng" typeface="Golos Text"/>
        <ns0:font script="Gujr" typeface="Golos Text"/>
        <ns0:font script="Khmr" typeface="Golos Text"/>
        <ns0:font script="Knda" typeface="Golos Text"/>
        <ns0:font script="Guru" typeface="Golos Text"/>
        <ns0:font script="Cans" typeface="Golos Text"/>
        <ns0:font script="Cher" typeface="Golos Text"/>
        <ns0:font script="Yiii" typeface="Golos Text"/>
        <ns0:font script="Tibt" typeface="Golos Text"/>
        <ns0:font script="Thaa" typeface="Golos Text"/>
        <ns0:font script="Deva" typeface="Golos Text"/>
        <ns0:font script="Telu" typeface="Golos Text"/>
        <ns0:font script="Taml" typeface="Golos Text"/>
        <ns0:font script="Syrc" typeface="Golos Text"/>
        <ns0:font script="Orya" typeface="Golos Text"/>
        <ns0:font script="Mlym" typeface="Golos Text"/>
        <ns0:font script="Laoo" typeface="Golos Text"/>
        <ns0:font script="Sinh" typeface="Golos Text"/>
        <ns0:font script="Mong" typeface="Golos Text"/>
        <ns0:font script="Viet" typeface="Golos Text"/>
        <ns0:font script="Uigh" typeface="Golos Text"/>
        <ns0:font script="Geor" typeface="Golos Text"/>
        <ns0:font script="Armn" typeface="Golos Text"/>
        <ns0:font script="Bugi" typeface="Golos Text"/>
        <ns0:font script="Bopo" typeface="Golos Text"/>
        <ns0:font script="Java" typeface="Golos Text"/>
        <ns0:font script="Lisu" typeface="Golos Text"/>
        <ns0:font script="Mymr" typeface="Golos Text"/>
        <ns0:font script="Nkoo" typeface="Golos Text"/>
        <ns0:font script="Olck" typeface="Golos Text"/>
        <ns0:font script="Osma" typeface="Golos Text"/>
        <ns0:font script="Phag" typeface="Golos Text"/>
        <ns0:font script="Syrn" typeface="Golos Text"/>
        <ns0:font script="Syrj" typeface="Golos Text"/>
        <ns0:font script="Syre" typeface="Golos Text"/>
        <ns0:font script="Sora" typeface="Golos Text"/>
        <ns0:font script="Tale" typeface="Golos Text"/>
        <ns0:font script="Talu" typeface="Golos Text"/>
        <ns0:font script="Tfng" typeface="Golos Text"/>
      </ns0:minorFont>
    </ns0:fontScheme>
    <ns0:fmtScheme name="ЦГУ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67000"/>
                <ns0:lumMod val="110000"/>
                <ns0:satMod val="105000"/>
              </ns0:schemeClr>
            </ns0:gs>
            <ns0:gs pos="50000">
              <ns0:schemeClr val="phClr">
                <ns0:tint val="73000"/>
                <ns0:lumMod val="105000"/>
                <ns0:satMod val="103000"/>
              </ns0:schemeClr>
            </ns0:gs>
            <ns0:gs pos="100000">
              <ns0:schemeClr val="phClr">
                <ns0:tint val="81000"/>
                <ns0:lumMod val="105000"/>
                <ns0:satMod val="109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tint val="94000"/>
                <ns0:lumMod val="102000"/>
                <ns0:satMod val="103000"/>
              </ns0:schemeClr>
            </ns0:gs>
            <ns0:gs pos="50000">
              <ns0:schemeClr val="phClr">
                <ns0:shade val="100000"/>
                <ns0:lumMod val="100000"/>
                <ns0:satMod val="110000"/>
              </ns0:schemeClr>
            </ns0:gs>
            <ns0:gs pos="100000">
              <ns0:schemeClr val="phClr">
                <ns0:shade val="78000"/>
                <ns0:lumMod val="99000"/>
                <ns0:satMod val="120000"/>
              </ns0:schemeClr>
            </ns0:gs>
          </ns0:gsLst>
          <ns0:lin ang="5400000" scaled="0"/>
        </ns0:gradFill>
      </ns0:fillStyleLst>
      <ns0:lnStyleLst>
        <ns0:ln w="6350">
          <ns0:solidFill>
            <ns0:schemeClr val="phClr"/>
          </ns0:solidFill>
          <ns0:prstDash val="solid"/>
        </ns0:ln>
        <ns0:ln w="12700">
          <ns0:solidFill>
            <ns0:schemeClr val="phClr"/>
          </ns0:solidFill>
          <ns0:prstDash val="solid"/>
        </ns0:ln>
        <ns0:ln w="19050">
          <ns0:solidFill>
            <ns0:schemeClr val="phClr"/>
          </ns0:solidFill>
          <ns0:prstDash val="solid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hade val="98000"/>
                <ns0:lumMod val="102000"/>
                <ns0:satMod val="150000"/>
              </ns0:schemeClr>
            </ns0:gs>
            <ns0:gs pos="50000">
              <ns0:schemeClr val="phClr">
                <ns0:tint val="98000"/>
                <ns0:shade val="90000"/>
                <ns0:lumMod val="103000"/>
                <ns0:satMod val="130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</ns0:theme>
</file>

<file path=ppt/slideMasters/theme/theme9.xml><?xml version="1.0" encoding="utf-8"?>
<ns0:theme xmlns:ns0="http://schemas.openxmlformats.org/drawingml/2006/main" name="Сравнение">
  <ns0:themeElements>
    <ns0:clrScheme name="ЦГУ">
      <ns0:dk1>
        <ns0:srgbClr val="000000"/>
      </ns0:dk1>
      <ns0:lt1>
        <ns0:srgbClr val="FFFFFF"/>
      </ns0:lt1>
      <ns0:dk2>
        <ns0:srgbClr val="85868A"/>
      </ns0:dk2>
      <ns0:lt2>
        <ns0:srgbClr val="F1F1F1"/>
      </ns0:lt2>
      <ns0:accent1>
        <ns0:srgbClr val="FB2548"/>
      </ns0:accent1>
      <ns0:accent2>
        <ns0:srgbClr val="FE2C48"/>
      </ns0:accent2>
      <ns0:accent3>
        <ns0:srgbClr val="EB0A4A"/>
      </ns0:accent3>
      <ns0:accent4>
        <ns0:srgbClr val="E50E59"/>
      </ns0:accent4>
      <ns0:accent5>
        <ns0:srgbClr val="FEE9E8"/>
      </ns0:accent5>
      <ns0:accent6>
        <ns0:srgbClr val="E5CCD2"/>
      </ns0:accent6>
      <ns0:hlink>
        <ns0:srgbClr val="EC0944"/>
      </ns0:hlink>
      <ns0:folHlink>
        <ns0:srgbClr val="85868A"/>
      </ns0:folHlink>
    </ns0:clrScheme>
    <ns0:fontScheme name="Стандартная">
      <ns0:majorFont>
        <ns0:latin typeface="Golos Text"/>
        <ns0:ea typeface="Golos Text"/>
        <ns0:cs typeface="Golos Text"/>
        <ns0:font script="Jpan" typeface="Golos Text"/>
        <ns0:font script="Hang" typeface="Golos Text"/>
        <ns0:font script="Hans" typeface="Golos Text"/>
        <ns0:font script="Hant" typeface="Golos Text"/>
        <ns0:font script="Arab" typeface="Golos Text"/>
        <ns0:font script="Hebr" typeface="Golos Text"/>
        <ns0:font script="Thai" typeface="Golos Text"/>
        <ns0:font script="Ethi" typeface="Golos Text"/>
        <ns0:font script="Beng" typeface="Golos Text"/>
        <ns0:font script="Gujr" typeface="Golos Text"/>
        <ns0:font script="Khmr" typeface="Golos Text"/>
        <ns0:font script="Knda" typeface="Golos Text"/>
        <ns0:font script="Guru" typeface="Golos Text"/>
        <ns0:font script="Cans" typeface="Golos Text"/>
        <ns0:font script="Cher" typeface="Golos Text"/>
        <ns0:font script="Yiii" typeface="Golos Text"/>
        <ns0:font script="Tibt" typeface="Golos Text"/>
        <ns0:font script="Thaa" typeface="Golos Text"/>
        <ns0:font script="Deva" typeface="Golos Text"/>
        <ns0:font script="Telu" typeface="Golos Text"/>
        <ns0:font script="Taml" typeface="Golos Text"/>
        <ns0:font script="Syrc" typeface="Golos Text"/>
        <ns0:font script="Orya" typeface="Golos Text"/>
        <ns0:font script="Mlym" typeface="Golos Text"/>
        <ns0:font script="Laoo" typeface="Golos Text"/>
        <ns0:font script="Sinh" typeface="Golos Text"/>
        <ns0:font script="Mong" typeface="Golos Text"/>
        <ns0:font script="Viet" typeface="Golos Text"/>
        <ns0:font script="Uigh" typeface="Golos Text"/>
        <ns0:font script="Geor" typeface="Golos Text"/>
        <ns0:font script="Armn" typeface="Golos Text"/>
        <ns0:font script="Bugi" typeface="Golos Text"/>
        <ns0:font script="Bopo" typeface="Golos Text"/>
        <ns0:font script="Java" typeface="Golos Text"/>
        <ns0:font script="Lisu" typeface="Golos Text"/>
        <ns0:font script="Mymr" typeface="Golos Text"/>
        <ns0:font script="Nkoo" typeface="Golos Text"/>
        <ns0:font script="Olck" typeface="Golos Text"/>
        <ns0:font script="Osma" typeface="Golos Text"/>
        <ns0:font script="Phag" typeface="Golos Text"/>
        <ns0:font script="Syrn" typeface="Golos Text"/>
        <ns0:font script="Syrj" typeface="Golos Text"/>
        <ns0:font script="Syre" typeface="Golos Text"/>
        <ns0:font script="Sora" typeface="Golos Text"/>
        <ns0:font script="Tale" typeface="Golos Text"/>
        <ns0:font script="Talu" typeface="Golos Text"/>
        <ns0:font script="Tfng" typeface="Golos Text"/>
      </ns0:majorFont>
      <ns0:minorFont>
        <ns0:latin typeface="Golos Text"/>
        <ns0:ea typeface="Golos Text"/>
        <ns0:cs typeface="Golos Text"/>
        <ns0:font script="Jpan" typeface="Golos Text"/>
        <ns0:font script="Hang" typeface="Golos Text"/>
        <ns0:font script="Hans" typeface="Golos Text"/>
        <ns0:font script="Hant" typeface="Golos Text"/>
        <ns0:font script="Arab" typeface="Golos Text"/>
        <ns0:font script="Hebr" typeface="Golos Text"/>
        <ns0:font script="Thai" typeface="Golos Text"/>
        <ns0:font script="Ethi" typeface="Golos Text"/>
        <ns0:font script="Beng" typeface="Golos Text"/>
        <ns0:font script="Gujr" typeface="Golos Text"/>
        <ns0:font script="Khmr" typeface="Golos Text"/>
        <ns0:font script="Knda" typeface="Golos Text"/>
        <ns0:font script="Guru" typeface="Golos Text"/>
        <ns0:font script="Cans" typeface="Golos Text"/>
        <ns0:font script="Cher" typeface="Golos Text"/>
        <ns0:font script="Yiii" typeface="Golos Text"/>
        <ns0:font script="Tibt" typeface="Golos Text"/>
        <ns0:font script="Thaa" typeface="Golos Text"/>
        <ns0:font script="Deva" typeface="Golos Text"/>
        <ns0:font script="Telu" typeface="Golos Text"/>
        <ns0:font script="Taml" typeface="Golos Text"/>
        <ns0:font script="Syrc" typeface="Golos Text"/>
        <ns0:font script="Orya" typeface="Golos Text"/>
        <ns0:font script="Mlym" typeface="Golos Text"/>
        <ns0:font script="Laoo" typeface="Golos Text"/>
        <ns0:font script="Sinh" typeface="Golos Text"/>
        <ns0:font script="Mong" typeface="Golos Text"/>
        <ns0:font script="Viet" typeface="Golos Text"/>
        <ns0:font script="Uigh" typeface="Golos Text"/>
        <ns0:font script="Geor" typeface="Golos Text"/>
        <ns0:font script="Armn" typeface="Golos Text"/>
        <ns0:font script="Bugi" typeface="Golos Text"/>
        <ns0:font script="Bopo" typeface="Golos Text"/>
        <ns0:font script="Java" typeface="Golos Text"/>
        <ns0:font script="Lisu" typeface="Golos Text"/>
        <ns0:font script="Mymr" typeface="Golos Text"/>
        <ns0:font script="Nkoo" typeface="Golos Text"/>
        <ns0:font script="Olck" typeface="Golos Text"/>
        <ns0:font script="Osma" typeface="Golos Text"/>
        <ns0:font script="Phag" typeface="Golos Text"/>
        <ns0:font script="Syrn" typeface="Golos Text"/>
        <ns0:font script="Syrj" typeface="Golos Text"/>
        <ns0:font script="Syre" typeface="Golos Text"/>
        <ns0:font script="Sora" typeface="Golos Text"/>
        <ns0:font script="Tale" typeface="Golos Text"/>
        <ns0:font script="Talu" typeface="Golos Text"/>
        <ns0:font script="Tfng" typeface="Golos Text"/>
      </ns0:minorFont>
    </ns0:fontScheme>
    <ns0:fmtScheme name="ЦГУ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67000"/>
                <ns0:lumMod val="110000"/>
                <ns0:satMod val="105000"/>
              </ns0:schemeClr>
            </ns0:gs>
            <ns0:gs pos="50000">
              <ns0:schemeClr val="phClr">
                <ns0:tint val="73000"/>
                <ns0:lumMod val="105000"/>
                <ns0:satMod val="103000"/>
              </ns0:schemeClr>
            </ns0:gs>
            <ns0:gs pos="100000">
              <ns0:schemeClr val="phClr">
                <ns0:tint val="81000"/>
                <ns0:lumMod val="105000"/>
                <ns0:satMod val="109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tint val="94000"/>
                <ns0:lumMod val="102000"/>
                <ns0:satMod val="103000"/>
              </ns0:schemeClr>
            </ns0:gs>
            <ns0:gs pos="50000">
              <ns0:schemeClr val="phClr">
                <ns0:shade val="100000"/>
                <ns0:lumMod val="100000"/>
                <ns0:satMod val="110000"/>
              </ns0:schemeClr>
            </ns0:gs>
            <ns0:gs pos="100000">
              <ns0:schemeClr val="phClr">
                <ns0:shade val="78000"/>
                <ns0:lumMod val="99000"/>
                <ns0:satMod val="120000"/>
              </ns0:schemeClr>
            </ns0:gs>
          </ns0:gsLst>
          <ns0:lin ang="5400000" scaled="0"/>
        </ns0:gradFill>
      </ns0:fillStyleLst>
      <ns0:lnStyleLst>
        <ns0:ln w="6350">
          <ns0:solidFill>
            <ns0:schemeClr val="phClr"/>
          </ns0:solidFill>
          <ns0:prstDash val="solid"/>
        </ns0:ln>
        <ns0:ln w="12700">
          <ns0:solidFill>
            <ns0:schemeClr val="phClr"/>
          </ns0:solidFill>
          <ns0:prstDash val="solid"/>
        </ns0:ln>
        <ns0:ln w="19050">
          <ns0:solidFill>
            <ns0:schemeClr val="phClr"/>
          </ns0:solidFill>
          <ns0:prstDash val="solid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hade val="98000"/>
                <ns0:lumMod val="102000"/>
                <ns0:satMod val="150000"/>
              </ns0:schemeClr>
            </ns0:gs>
            <ns0:gs pos="50000">
              <ns0:schemeClr val="phClr">
                <ns0:tint val="98000"/>
                <ns0:shade val="90000"/>
                <ns0:lumMod val="103000"/>
                <ns0:satMod val="130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</ns0:theme>
</file>

<file path=ppt/slideMasters/theme/theme10.xml><?xml version="1.0" encoding="utf-8"?>
<ns0:theme xmlns:ns0="http://schemas.openxmlformats.org/drawingml/2006/main" name="Инфографика">
  <ns0:themeElements>
    <ns0:clrScheme name="ЦГУ">
      <ns0:dk1>
        <ns0:srgbClr val="000000"/>
      </ns0:dk1>
      <ns0:lt1>
        <ns0:srgbClr val="FFFFFF"/>
      </ns0:lt1>
      <ns0:dk2>
        <ns0:srgbClr val="85868A"/>
      </ns0:dk2>
      <ns0:lt2>
        <ns0:srgbClr val="F1F1F1"/>
      </ns0:lt2>
      <ns0:accent1>
        <ns0:srgbClr val="FB2548"/>
      </ns0:accent1>
      <ns0:accent2>
        <ns0:srgbClr val="FE2C48"/>
      </ns0:accent2>
      <ns0:accent3>
        <ns0:srgbClr val="EB0A4A"/>
      </ns0:accent3>
      <ns0:accent4>
        <ns0:srgbClr val="E50E59"/>
      </ns0:accent4>
      <ns0:accent5>
        <ns0:srgbClr val="FEE9E8"/>
      </ns0:accent5>
      <ns0:accent6>
        <ns0:srgbClr val="E5CCD2"/>
      </ns0:accent6>
      <ns0:hlink>
        <ns0:srgbClr val="EC0944"/>
      </ns0:hlink>
      <ns0:folHlink>
        <ns0:srgbClr val="85868A"/>
      </ns0:folHlink>
    </ns0:clrScheme>
    <ns0:fontScheme name="Office">
      <ns0:majorFont>
        <ns0:latin typeface="Golos Text"/>
        <ns0:ea typeface="Golos Text"/>
        <ns0:cs typeface="Golos Text"/>
        <ns0:font script="Jpan" typeface="Golos Text"/>
        <ns0:font script="Hang" typeface="Golos Text"/>
        <ns0:font script="Hans" typeface="Golos Text"/>
        <ns0:font script="Hant" typeface="Golos Text"/>
        <ns0:font script="Arab" typeface="Golos Text"/>
        <ns0:font script="Hebr" typeface="Golos Text"/>
        <ns0:font script="Thai" typeface="Golos Text"/>
        <ns0:font script="Ethi" typeface="Golos Text"/>
        <ns0:font script="Beng" typeface="Golos Text"/>
        <ns0:font script="Gujr" typeface="Golos Text"/>
        <ns0:font script="Khmr" typeface="Golos Text"/>
        <ns0:font script="Knda" typeface="Golos Text"/>
        <ns0:font script="Guru" typeface="Golos Text"/>
        <ns0:font script="Cans" typeface="Golos Text"/>
        <ns0:font script="Cher" typeface="Golos Text"/>
        <ns0:font script="Yiii" typeface="Golos Text"/>
        <ns0:font script="Tibt" typeface="Golos Text"/>
        <ns0:font script="Thaa" typeface="Golos Text"/>
        <ns0:font script="Deva" typeface="Golos Text"/>
        <ns0:font script="Telu" typeface="Golos Text"/>
        <ns0:font script="Taml" typeface="Golos Text"/>
        <ns0:font script="Syrc" typeface="Golos Text"/>
        <ns0:font script="Orya" typeface="Golos Text"/>
        <ns0:font script="Mlym" typeface="Golos Text"/>
        <ns0:font script="Laoo" typeface="Golos Text"/>
        <ns0:font script="Sinh" typeface="Golos Text"/>
        <ns0:font script="Mong" typeface="Golos Text"/>
        <ns0:font script="Viet" typeface="Golos Text"/>
        <ns0:font script="Uigh" typeface="Golos Text"/>
        <ns0:font script="Geor" typeface="Golos Text"/>
        <ns0:font script="Armn" typeface="Golos Text"/>
        <ns0:font script="Bugi" typeface="Golos Text"/>
        <ns0:font script="Bopo" typeface="Golos Text"/>
        <ns0:font script="Java" typeface="Golos Text"/>
        <ns0:font script="Lisu" typeface="Golos Text"/>
        <ns0:font script="Mymr" typeface="Golos Text"/>
        <ns0:font script="Nkoo" typeface="Golos Text"/>
        <ns0:font script="Olck" typeface="Golos Text"/>
        <ns0:font script="Osma" typeface="Golos Text"/>
        <ns0:font script="Phag" typeface="Golos Text"/>
        <ns0:font script="Syrn" typeface="Golos Text"/>
        <ns0:font script="Syrj" typeface="Golos Text"/>
        <ns0:font script="Syre" typeface="Golos Text"/>
        <ns0:font script="Sora" typeface="Golos Text"/>
        <ns0:font script="Tale" typeface="Golos Text"/>
        <ns0:font script="Talu" typeface="Golos Text"/>
        <ns0:font script="Tfng" typeface="Golos Text"/>
      </ns0:majorFont>
      <ns0:minorFont>
        <ns0:latin typeface="Golos Text"/>
        <ns0:ea typeface="Golos Text"/>
        <ns0:cs typeface="Golos Text"/>
        <ns0:font script="Jpan" typeface="Golos Text"/>
        <ns0:font script="Hang" typeface="Golos Text"/>
        <ns0:font script="Hans" typeface="Golos Text"/>
        <ns0:font script="Hant" typeface="Golos Text"/>
        <ns0:font script="Arab" typeface="Golos Text"/>
        <ns0:font script="Hebr" typeface="Golos Text"/>
        <ns0:font script="Thai" typeface="Golos Text"/>
        <ns0:font script="Ethi" typeface="Golos Text"/>
        <ns0:font script="Beng" typeface="Golos Text"/>
        <ns0:font script="Gujr" typeface="Golos Text"/>
        <ns0:font script="Khmr" typeface="Golos Text"/>
        <ns0:font script="Knda" typeface="Golos Text"/>
        <ns0:font script="Guru" typeface="Golos Text"/>
        <ns0:font script="Cans" typeface="Golos Text"/>
        <ns0:font script="Cher" typeface="Golos Text"/>
        <ns0:font script="Yiii" typeface="Golos Text"/>
        <ns0:font script="Tibt" typeface="Golos Text"/>
        <ns0:font script="Thaa" typeface="Golos Text"/>
        <ns0:font script="Deva" typeface="Golos Text"/>
        <ns0:font script="Telu" typeface="Golos Text"/>
        <ns0:font script="Taml" typeface="Golos Text"/>
        <ns0:font script="Syrc" typeface="Golos Text"/>
        <ns0:font script="Orya" typeface="Golos Text"/>
        <ns0:font script="Mlym" typeface="Golos Text"/>
        <ns0:font script="Laoo" typeface="Golos Text"/>
        <ns0:font script="Sinh" typeface="Golos Text"/>
        <ns0:font script="Mong" typeface="Golos Text"/>
        <ns0:font script="Viet" typeface="Golos Text"/>
        <ns0:font script="Uigh" typeface="Golos Text"/>
        <ns0:font script="Geor" typeface="Golos Text"/>
        <ns0:font script="Armn" typeface="Golos Text"/>
        <ns0:font script="Bugi" typeface="Golos Text"/>
        <ns0:font script="Bopo" typeface="Golos Text"/>
        <ns0:font script="Java" typeface="Golos Text"/>
        <ns0:font script="Lisu" typeface="Golos Text"/>
        <ns0:font script="Mymr" typeface="Golos Text"/>
        <ns0:font script="Nkoo" typeface="Golos Text"/>
        <ns0:font script="Olck" typeface="Golos Text"/>
        <ns0:font script="Osma" typeface="Golos Text"/>
        <ns0:font script="Phag" typeface="Golos Text"/>
        <ns0:font script="Syrn" typeface="Golos Text"/>
        <ns0:font script="Syrj" typeface="Golos Text"/>
        <ns0:font script="Syre" typeface="Golos Text"/>
        <ns0:font script="Sora" typeface="Golos Text"/>
        <ns0:font script="Tale" typeface="Golos Text"/>
        <ns0:font script="Talu" typeface="Golos Text"/>
        <ns0:font script="Tfng" typeface="Golos Text"/>
      </ns0:minorFont>
    </ns0:fontScheme>
    <ns0:fmtScheme name="ЦГУ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67000"/>
                <ns0:lumMod val="110000"/>
                <ns0:satMod val="105000"/>
              </ns0:schemeClr>
            </ns0:gs>
            <ns0:gs pos="50000">
              <ns0:schemeClr val="phClr">
                <ns0:tint val="73000"/>
                <ns0:lumMod val="105000"/>
                <ns0:satMod val="103000"/>
              </ns0:schemeClr>
            </ns0:gs>
            <ns0:gs pos="100000">
              <ns0:schemeClr val="phClr">
                <ns0:tint val="81000"/>
                <ns0:lumMod val="105000"/>
                <ns0:satMod val="109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tint val="94000"/>
                <ns0:lumMod val="102000"/>
                <ns0:satMod val="103000"/>
              </ns0:schemeClr>
            </ns0:gs>
            <ns0:gs pos="50000">
              <ns0:schemeClr val="phClr">
                <ns0:shade val="100000"/>
                <ns0:lumMod val="100000"/>
                <ns0:satMod val="110000"/>
              </ns0:schemeClr>
            </ns0:gs>
            <ns0:gs pos="100000">
              <ns0:schemeClr val="phClr">
                <ns0:shade val="78000"/>
                <ns0:lumMod val="99000"/>
                <ns0:satMod val="120000"/>
              </ns0:schemeClr>
            </ns0:gs>
          </ns0:gsLst>
          <ns0:lin ang="5400000" scaled="0"/>
        </ns0:gradFill>
      </ns0:fillStyleLst>
      <ns0:lnStyleLst>
        <ns0:ln w="6350">
          <ns0:solidFill>
            <ns0:schemeClr val="phClr"/>
          </ns0:solidFill>
          <ns0:prstDash val="solid"/>
        </ns0:ln>
        <ns0:ln w="12700">
          <ns0:solidFill>
            <ns0:schemeClr val="phClr"/>
          </ns0:solidFill>
          <ns0:prstDash val="solid"/>
        </ns0:ln>
        <ns0:ln w="19050">
          <ns0:solidFill>
            <ns0:schemeClr val="phClr"/>
          </ns0:solidFill>
          <ns0:prstDash val="solid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hade val="98000"/>
                <ns0:lumMod val="102000"/>
                <ns0:satMod val="150000"/>
              </ns0:schemeClr>
            </ns0:gs>
            <ns0:gs pos="50000">
              <ns0:schemeClr val="phClr">
                <ns0:tint val="98000"/>
                <ns0:shade val="90000"/>
                <ns0:lumMod val="103000"/>
                <ns0:satMod val="130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</ns0:theme>
</file>

<file path=ppt/slideMasters/theme/theme11.xml><?xml version="1.0" encoding="utf-8"?>
<ns0:theme xmlns:ns0="http://schemas.openxmlformats.org/drawingml/2006/main" name="Текстовые">
  <ns0:themeElements>
    <ns0:clrScheme name="ЦГУ">
      <ns0:dk1>
        <ns0:srgbClr val="000000"/>
      </ns0:dk1>
      <ns0:lt1>
        <ns0:srgbClr val="FFFFFF"/>
      </ns0:lt1>
      <ns0:dk2>
        <ns0:srgbClr val="85868A"/>
      </ns0:dk2>
      <ns0:lt2>
        <ns0:srgbClr val="F1F1F1"/>
      </ns0:lt2>
      <ns0:accent1>
        <ns0:srgbClr val="FB2548"/>
      </ns0:accent1>
      <ns0:accent2>
        <ns0:srgbClr val="FE2C48"/>
      </ns0:accent2>
      <ns0:accent3>
        <ns0:srgbClr val="EB0A4A"/>
      </ns0:accent3>
      <ns0:accent4>
        <ns0:srgbClr val="E50E59"/>
      </ns0:accent4>
      <ns0:accent5>
        <ns0:srgbClr val="FEE9E8"/>
      </ns0:accent5>
      <ns0:accent6>
        <ns0:srgbClr val="E5CCD2"/>
      </ns0:accent6>
      <ns0:hlink>
        <ns0:srgbClr val="EC0944"/>
      </ns0:hlink>
      <ns0:folHlink>
        <ns0:srgbClr val="85868A"/>
      </ns0:folHlink>
    </ns0:clrScheme>
    <ns0:fontScheme name="Office">
      <ns0:majorFont>
        <ns0:latin typeface="Golos Text"/>
        <ns0:ea typeface="Golos Text"/>
        <ns0:cs typeface="Golos Text"/>
        <ns0:font script="Jpan" typeface="Golos Text"/>
        <ns0:font script="Hang" typeface="Golos Text"/>
        <ns0:font script="Hans" typeface="Golos Text"/>
        <ns0:font script="Hant" typeface="Golos Text"/>
        <ns0:font script="Arab" typeface="Golos Text"/>
        <ns0:font script="Hebr" typeface="Golos Text"/>
        <ns0:font script="Thai" typeface="Golos Text"/>
        <ns0:font script="Ethi" typeface="Golos Text"/>
        <ns0:font script="Beng" typeface="Golos Text"/>
        <ns0:font script="Gujr" typeface="Golos Text"/>
        <ns0:font script="Khmr" typeface="Golos Text"/>
        <ns0:font script="Knda" typeface="Golos Text"/>
        <ns0:font script="Guru" typeface="Golos Text"/>
        <ns0:font script="Cans" typeface="Golos Text"/>
        <ns0:font script="Cher" typeface="Golos Text"/>
        <ns0:font script="Yiii" typeface="Golos Text"/>
        <ns0:font script="Tibt" typeface="Golos Text"/>
        <ns0:font script="Thaa" typeface="Golos Text"/>
        <ns0:font script="Deva" typeface="Golos Text"/>
        <ns0:font script="Telu" typeface="Golos Text"/>
        <ns0:font script="Taml" typeface="Golos Text"/>
        <ns0:font script="Syrc" typeface="Golos Text"/>
        <ns0:font script="Orya" typeface="Golos Text"/>
        <ns0:font script="Mlym" typeface="Golos Text"/>
        <ns0:font script="Laoo" typeface="Golos Text"/>
        <ns0:font script="Sinh" typeface="Golos Text"/>
        <ns0:font script="Mong" typeface="Golos Text"/>
        <ns0:font script="Viet" typeface="Golos Text"/>
        <ns0:font script="Uigh" typeface="Golos Text"/>
        <ns0:font script="Geor" typeface="Golos Text"/>
        <ns0:font script="Armn" typeface="Golos Text"/>
        <ns0:font script="Bugi" typeface="Golos Text"/>
        <ns0:font script="Bopo" typeface="Golos Text"/>
        <ns0:font script="Java" typeface="Golos Text"/>
        <ns0:font script="Lisu" typeface="Golos Text"/>
        <ns0:font script="Mymr" typeface="Golos Text"/>
        <ns0:font script="Nkoo" typeface="Golos Text"/>
        <ns0:font script="Olck" typeface="Golos Text"/>
        <ns0:font script="Osma" typeface="Golos Text"/>
        <ns0:font script="Phag" typeface="Golos Text"/>
        <ns0:font script="Syrn" typeface="Golos Text"/>
        <ns0:font script="Syrj" typeface="Golos Text"/>
        <ns0:font script="Syre" typeface="Golos Text"/>
        <ns0:font script="Sora" typeface="Golos Text"/>
        <ns0:font script="Tale" typeface="Golos Text"/>
        <ns0:font script="Talu" typeface="Golos Text"/>
        <ns0:font script="Tfng" typeface="Golos Text"/>
      </ns0:majorFont>
      <ns0:minorFont>
        <ns0:latin typeface="Golos Text"/>
        <ns0:ea typeface="Golos Text"/>
        <ns0:cs typeface="Golos Text"/>
        <ns0:font script="Jpan" typeface="Golos Text"/>
        <ns0:font script="Hang" typeface="Golos Text"/>
        <ns0:font script="Hans" typeface="Golos Text"/>
        <ns0:font script="Hant" typeface="Golos Text"/>
        <ns0:font script="Arab" typeface="Golos Text"/>
        <ns0:font script="Hebr" typeface="Golos Text"/>
        <ns0:font script="Thai" typeface="Golos Text"/>
        <ns0:font script="Ethi" typeface="Golos Text"/>
        <ns0:font script="Beng" typeface="Golos Text"/>
        <ns0:font script="Gujr" typeface="Golos Text"/>
        <ns0:font script="Khmr" typeface="Golos Text"/>
        <ns0:font script="Knda" typeface="Golos Text"/>
        <ns0:font script="Guru" typeface="Golos Text"/>
        <ns0:font script="Cans" typeface="Golos Text"/>
        <ns0:font script="Cher" typeface="Golos Text"/>
        <ns0:font script="Yiii" typeface="Golos Text"/>
        <ns0:font script="Tibt" typeface="Golos Text"/>
        <ns0:font script="Thaa" typeface="Golos Text"/>
        <ns0:font script="Deva" typeface="Golos Text"/>
        <ns0:font script="Telu" typeface="Golos Text"/>
        <ns0:font script="Taml" typeface="Golos Text"/>
        <ns0:font script="Syrc" typeface="Golos Text"/>
        <ns0:font script="Orya" typeface="Golos Text"/>
        <ns0:font script="Mlym" typeface="Golos Text"/>
        <ns0:font script="Laoo" typeface="Golos Text"/>
        <ns0:font script="Sinh" typeface="Golos Text"/>
        <ns0:font script="Mong" typeface="Golos Text"/>
        <ns0:font script="Viet" typeface="Golos Text"/>
        <ns0:font script="Uigh" typeface="Golos Text"/>
        <ns0:font script="Geor" typeface="Golos Text"/>
        <ns0:font script="Armn" typeface="Golos Text"/>
        <ns0:font script="Bugi" typeface="Golos Text"/>
        <ns0:font script="Bopo" typeface="Golos Text"/>
        <ns0:font script="Java" typeface="Golos Text"/>
        <ns0:font script="Lisu" typeface="Golos Text"/>
        <ns0:font script="Mymr" typeface="Golos Text"/>
        <ns0:font script="Nkoo" typeface="Golos Text"/>
        <ns0:font script="Olck" typeface="Golos Text"/>
        <ns0:font script="Osma" typeface="Golos Text"/>
        <ns0:font script="Phag" typeface="Golos Text"/>
        <ns0:font script="Syrn" typeface="Golos Text"/>
        <ns0:font script="Syrj" typeface="Golos Text"/>
        <ns0:font script="Syre" typeface="Golos Text"/>
        <ns0:font script="Sora" typeface="Golos Text"/>
        <ns0:font script="Tale" typeface="Golos Text"/>
        <ns0:font script="Talu" typeface="Golos Text"/>
        <ns0:font script="Tfng" typeface="Golos Text"/>
      </ns0:minorFont>
    </ns0:fontScheme>
    <ns0:fmtScheme name="ЦГУ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67000"/>
                <ns0:lumMod val="110000"/>
                <ns0:satMod val="105000"/>
              </ns0:schemeClr>
            </ns0:gs>
            <ns0:gs pos="50000">
              <ns0:schemeClr val="phClr">
                <ns0:tint val="73000"/>
                <ns0:lumMod val="105000"/>
                <ns0:satMod val="103000"/>
              </ns0:schemeClr>
            </ns0:gs>
            <ns0:gs pos="100000">
              <ns0:schemeClr val="phClr">
                <ns0:tint val="81000"/>
                <ns0:lumMod val="105000"/>
                <ns0:satMod val="109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tint val="94000"/>
                <ns0:lumMod val="102000"/>
                <ns0:satMod val="103000"/>
              </ns0:schemeClr>
            </ns0:gs>
            <ns0:gs pos="50000">
              <ns0:schemeClr val="phClr">
                <ns0:shade val="100000"/>
                <ns0:lumMod val="100000"/>
                <ns0:satMod val="110000"/>
              </ns0:schemeClr>
            </ns0:gs>
            <ns0:gs pos="100000">
              <ns0:schemeClr val="phClr">
                <ns0:shade val="78000"/>
                <ns0:lumMod val="99000"/>
                <ns0:satMod val="120000"/>
              </ns0:schemeClr>
            </ns0:gs>
          </ns0:gsLst>
          <ns0:lin ang="5400000" scaled="0"/>
        </ns0:gradFill>
      </ns0:fillStyleLst>
      <ns0:lnStyleLst>
        <ns0:ln w="6350">
          <ns0:solidFill>
            <ns0:schemeClr val="phClr"/>
          </ns0:solidFill>
          <ns0:prstDash val="solid"/>
        </ns0:ln>
        <ns0:ln w="12700">
          <ns0:solidFill>
            <ns0:schemeClr val="phClr"/>
          </ns0:solidFill>
          <ns0:prstDash val="solid"/>
        </ns0:ln>
        <ns0:ln w="19050">
          <ns0:solidFill>
            <ns0:schemeClr val="phClr"/>
          </ns0:solidFill>
          <ns0:prstDash val="solid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hade val="98000"/>
                <ns0:lumMod val="102000"/>
                <ns0:satMod val="150000"/>
              </ns0:schemeClr>
            </ns0:gs>
            <ns0:gs pos="50000">
              <ns0:schemeClr val="phClr">
                <ns0:tint val="98000"/>
                <ns0:shade val="90000"/>
                <ns0:lumMod val="103000"/>
                <ns0:satMod val="130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</ns0:theme>
</file>

<file path=ppt/slideMasters/theme/theme12.xml><?xml version="1.0" encoding="utf-8"?>
<ns0:theme xmlns:ns0="http://schemas.openxmlformats.org/drawingml/2006/main" name="Цитаты">
  <ns0:themeElements>
    <ns0:clrScheme name="ЦГУ">
      <ns0:dk1>
        <ns0:srgbClr val="000000"/>
      </ns0:dk1>
      <ns0:lt1>
        <ns0:srgbClr val="FFFFFF"/>
      </ns0:lt1>
      <ns0:dk2>
        <ns0:srgbClr val="85868A"/>
      </ns0:dk2>
      <ns0:lt2>
        <ns0:srgbClr val="F1F1F1"/>
      </ns0:lt2>
      <ns0:accent1>
        <ns0:srgbClr val="FB2548"/>
      </ns0:accent1>
      <ns0:accent2>
        <ns0:srgbClr val="FE2C48"/>
      </ns0:accent2>
      <ns0:accent3>
        <ns0:srgbClr val="EB0A4A"/>
      </ns0:accent3>
      <ns0:accent4>
        <ns0:srgbClr val="E50E59"/>
      </ns0:accent4>
      <ns0:accent5>
        <ns0:srgbClr val="FEE9E8"/>
      </ns0:accent5>
      <ns0:accent6>
        <ns0:srgbClr val="E5CCD2"/>
      </ns0:accent6>
      <ns0:hlink>
        <ns0:srgbClr val="EC0944"/>
      </ns0:hlink>
      <ns0:folHlink>
        <ns0:srgbClr val="85868A"/>
      </ns0:folHlink>
    </ns0:clrScheme>
    <ns0:fontScheme name="Office">
      <ns0:majorFont>
        <ns0:latin typeface="Golos Text"/>
        <ns0:ea typeface="Golos Text"/>
        <ns0:cs typeface="Golos Text"/>
        <ns0:font script="Jpan" typeface="Golos Text"/>
        <ns0:font script="Hang" typeface="Golos Text"/>
        <ns0:font script="Hans" typeface="Golos Text"/>
        <ns0:font script="Hant" typeface="Golos Text"/>
        <ns0:font script="Arab" typeface="Golos Text"/>
        <ns0:font script="Hebr" typeface="Golos Text"/>
        <ns0:font script="Thai" typeface="Golos Text"/>
        <ns0:font script="Ethi" typeface="Golos Text"/>
        <ns0:font script="Beng" typeface="Golos Text"/>
        <ns0:font script="Gujr" typeface="Golos Text"/>
        <ns0:font script="Khmr" typeface="Golos Text"/>
        <ns0:font script="Knda" typeface="Golos Text"/>
        <ns0:font script="Guru" typeface="Golos Text"/>
        <ns0:font script="Cans" typeface="Golos Text"/>
        <ns0:font script="Cher" typeface="Golos Text"/>
        <ns0:font script="Yiii" typeface="Golos Text"/>
        <ns0:font script="Tibt" typeface="Golos Text"/>
        <ns0:font script="Thaa" typeface="Golos Text"/>
        <ns0:font script="Deva" typeface="Golos Text"/>
        <ns0:font script="Telu" typeface="Golos Text"/>
        <ns0:font script="Taml" typeface="Golos Text"/>
        <ns0:font script="Syrc" typeface="Golos Text"/>
        <ns0:font script="Orya" typeface="Golos Text"/>
        <ns0:font script="Mlym" typeface="Golos Text"/>
        <ns0:font script="Laoo" typeface="Golos Text"/>
        <ns0:font script="Sinh" typeface="Golos Text"/>
        <ns0:font script="Mong" typeface="Golos Text"/>
        <ns0:font script="Viet" typeface="Golos Text"/>
        <ns0:font script="Uigh" typeface="Golos Text"/>
        <ns0:font script="Geor" typeface="Golos Text"/>
        <ns0:font script="Armn" typeface="Golos Text"/>
        <ns0:font script="Bugi" typeface="Golos Text"/>
        <ns0:font script="Bopo" typeface="Golos Text"/>
        <ns0:font script="Java" typeface="Golos Text"/>
        <ns0:font script="Lisu" typeface="Golos Text"/>
        <ns0:font script="Mymr" typeface="Golos Text"/>
        <ns0:font script="Nkoo" typeface="Golos Text"/>
        <ns0:font script="Olck" typeface="Golos Text"/>
        <ns0:font script="Osma" typeface="Golos Text"/>
        <ns0:font script="Phag" typeface="Golos Text"/>
        <ns0:font script="Syrn" typeface="Golos Text"/>
        <ns0:font script="Syrj" typeface="Golos Text"/>
        <ns0:font script="Syre" typeface="Golos Text"/>
        <ns0:font script="Sora" typeface="Golos Text"/>
        <ns0:font script="Tale" typeface="Golos Text"/>
        <ns0:font script="Talu" typeface="Golos Text"/>
        <ns0:font script="Tfng" typeface="Golos Text"/>
      </ns0:majorFont>
      <ns0:minorFont>
        <ns0:latin typeface="Golos Text"/>
        <ns0:ea typeface="Golos Text"/>
        <ns0:cs typeface="Golos Text"/>
        <ns0:font script="Jpan" typeface="Golos Text"/>
        <ns0:font script="Hang" typeface="Golos Text"/>
        <ns0:font script="Hans" typeface="Golos Text"/>
        <ns0:font script="Hant" typeface="Golos Text"/>
        <ns0:font script="Arab" typeface="Golos Text"/>
        <ns0:font script="Hebr" typeface="Golos Text"/>
        <ns0:font script="Thai" typeface="Golos Text"/>
        <ns0:font script="Ethi" typeface="Golos Text"/>
        <ns0:font script="Beng" typeface="Golos Text"/>
        <ns0:font script="Gujr" typeface="Golos Text"/>
        <ns0:font script="Khmr" typeface="Golos Text"/>
        <ns0:font script="Knda" typeface="Golos Text"/>
        <ns0:font script="Guru" typeface="Golos Text"/>
        <ns0:font script="Cans" typeface="Golos Text"/>
        <ns0:font script="Cher" typeface="Golos Text"/>
        <ns0:font script="Yiii" typeface="Golos Text"/>
        <ns0:font script="Tibt" typeface="Golos Text"/>
        <ns0:font script="Thaa" typeface="Golos Text"/>
        <ns0:font script="Deva" typeface="Golos Text"/>
        <ns0:font script="Telu" typeface="Golos Text"/>
        <ns0:font script="Taml" typeface="Golos Text"/>
        <ns0:font script="Syrc" typeface="Golos Text"/>
        <ns0:font script="Orya" typeface="Golos Text"/>
        <ns0:font script="Mlym" typeface="Golos Text"/>
        <ns0:font script="Laoo" typeface="Golos Text"/>
        <ns0:font script="Sinh" typeface="Golos Text"/>
        <ns0:font script="Mong" typeface="Golos Text"/>
        <ns0:font script="Viet" typeface="Golos Text"/>
        <ns0:font script="Uigh" typeface="Golos Text"/>
        <ns0:font script="Geor" typeface="Golos Text"/>
        <ns0:font script="Armn" typeface="Golos Text"/>
        <ns0:font script="Bugi" typeface="Golos Text"/>
        <ns0:font script="Bopo" typeface="Golos Text"/>
        <ns0:font script="Java" typeface="Golos Text"/>
        <ns0:font script="Lisu" typeface="Golos Text"/>
        <ns0:font script="Mymr" typeface="Golos Text"/>
        <ns0:font script="Nkoo" typeface="Golos Text"/>
        <ns0:font script="Olck" typeface="Golos Text"/>
        <ns0:font script="Osma" typeface="Golos Text"/>
        <ns0:font script="Phag" typeface="Golos Text"/>
        <ns0:font script="Syrn" typeface="Golos Text"/>
        <ns0:font script="Syrj" typeface="Golos Text"/>
        <ns0:font script="Syre" typeface="Golos Text"/>
        <ns0:font script="Sora" typeface="Golos Text"/>
        <ns0:font script="Tale" typeface="Golos Text"/>
        <ns0:font script="Talu" typeface="Golos Text"/>
        <ns0:font script="Tfng" typeface="Golos Text"/>
      </ns0:minorFont>
    </ns0:fontScheme>
    <ns0:fmtScheme name="ЦГУ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67000"/>
                <ns0:lumMod val="110000"/>
                <ns0:satMod val="105000"/>
              </ns0:schemeClr>
            </ns0:gs>
            <ns0:gs pos="50000">
              <ns0:schemeClr val="phClr">
                <ns0:tint val="73000"/>
                <ns0:lumMod val="105000"/>
                <ns0:satMod val="103000"/>
              </ns0:schemeClr>
            </ns0:gs>
            <ns0:gs pos="100000">
              <ns0:schemeClr val="phClr">
                <ns0:tint val="81000"/>
                <ns0:lumMod val="105000"/>
                <ns0:satMod val="109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tint val="94000"/>
                <ns0:lumMod val="102000"/>
                <ns0:satMod val="103000"/>
              </ns0:schemeClr>
            </ns0:gs>
            <ns0:gs pos="50000">
              <ns0:schemeClr val="phClr">
                <ns0:shade val="100000"/>
                <ns0:lumMod val="100000"/>
                <ns0:satMod val="110000"/>
              </ns0:schemeClr>
            </ns0:gs>
            <ns0:gs pos="100000">
              <ns0:schemeClr val="phClr">
                <ns0:shade val="78000"/>
                <ns0:lumMod val="99000"/>
                <ns0:satMod val="120000"/>
              </ns0:schemeClr>
            </ns0:gs>
          </ns0:gsLst>
          <ns0:lin ang="5400000" scaled="0"/>
        </ns0:gradFill>
      </ns0:fillStyleLst>
      <ns0:lnStyleLst>
        <ns0:ln w="6350">
          <ns0:solidFill>
            <ns0:schemeClr val="phClr"/>
          </ns0:solidFill>
          <ns0:prstDash val="solid"/>
        </ns0:ln>
        <ns0:ln w="12700">
          <ns0:solidFill>
            <ns0:schemeClr val="phClr"/>
          </ns0:solidFill>
          <ns0:prstDash val="solid"/>
        </ns0:ln>
        <ns0:ln w="19050">
          <ns0:solidFill>
            <ns0:schemeClr val="phClr"/>
          </ns0:solidFill>
          <ns0:prstDash val="solid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hade val="98000"/>
                <ns0:lumMod val="102000"/>
                <ns0:satMod val="150000"/>
              </ns0:schemeClr>
            </ns0:gs>
            <ns0:gs pos="50000">
              <ns0:schemeClr val="phClr">
                <ns0:tint val="98000"/>
                <ns0:shade val="90000"/>
                <ns0:lumMod val="103000"/>
                <ns0:satMod val="130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</ns0:theme>
</file>

<file path=ppt/slideMasters/theme/theme13.xml><?xml version="1.0" encoding="utf-8"?>
<ns0:theme xmlns:ns0="http://schemas.openxmlformats.org/drawingml/2006/main" name="Большие слайды">
  <ns0:themeElements>
    <ns0:clrScheme name="ЦГУ">
      <ns0:dk1>
        <ns0:srgbClr val="000000"/>
      </ns0:dk1>
      <ns0:lt1>
        <ns0:srgbClr val="FFFFFF"/>
      </ns0:lt1>
      <ns0:dk2>
        <ns0:srgbClr val="85868A"/>
      </ns0:dk2>
      <ns0:lt2>
        <ns0:srgbClr val="F1F1F1"/>
      </ns0:lt2>
      <ns0:accent1>
        <ns0:srgbClr val="FB2548"/>
      </ns0:accent1>
      <ns0:accent2>
        <ns0:srgbClr val="FE2C48"/>
      </ns0:accent2>
      <ns0:accent3>
        <ns0:srgbClr val="EB0A4A"/>
      </ns0:accent3>
      <ns0:accent4>
        <ns0:srgbClr val="E50E59"/>
      </ns0:accent4>
      <ns0:accent5>
        <ns0:srgbClr val="FEE9E8"/>
      </ns0:accent5>
      <ns0:accent6>
        <ns0:srgbClr val="E5CCD2"/>
      </ns0:accent6>
      <ns0:hlink>
        <ns0:srgbClr val="EC0944"/>
      </ns0:hlink>
      <ns0:folHlink>
        <ns0:srgbClr val="85868A"/>
      </ns0:folHlink>
    </ns0:clrScheme>
    <ns0:fontScheme name="Office">
      <ns0:majorFont>
        <ns0:latin typeface="Golos Text"/>
        <ns0:ea typeface="Golos Text"/>
        <ns0:cs typeface="Golos Text"/>
        <ns0:font script="Jpan" typeface="Golos Text"/>
        <ns0:font script="Hang" typeface="Golos Text"/>
        <ns0:font script="Hans" typeface="Golos Text"/>
        <ns0:font script="Hant" typeface="Golos Text"/>
        <ns0:font script="Arab" typeface="Golos Text"/>
        <ns0:font script="Hebr" typeface="Golos Text"/>
        <ns0:font script="Thai" typeface="Golos Text"/>
        <ns0:font script="Ethi" typeface="Golos Text"/>
        <ns0:font script="Beng" typeface="Golos Text"/>
        <ns0:font script="Gujr" typeface="Golos Text"/>
        <ns0:font script="Khmr" typeface="Golos Text"/>
        <ns0:font script="Knda" typeface="Golos Text"/>
        <ns0:font script="Guru" typeface="Golos Text"/>
        <ns0:font script="Cans" typeface="Golos Text"/>
        <ns0:font script="Cher" typeface="Golos Text"/>
        <ns0:font script="Yiii" typeface="Golos Text"/>
        <ns0:font script="Tibt" typeface="Golos Text"/>
        <ns0:font script="Thaa" typeface="Golos Text"/>
        <ns0:font script="Deva" typeface="Golos Text"/>
        <ns0:font script="Telu" typeface="Golos Text"/>
        <ns0:font script="Taml" typeface="Golos Text"/>
        <ns0:font script="Syrc" typeface="Golos Text"/>
        <ns0:font script="Orya" typeface="Golos Text"/>
        <ns0:font script="Mlym" typeface="Golos Text"/>
        <ns0:font script="Laoo" typeface="Golos Text"/>
        <ns0:font script="Sinh" typeface="Golos Text"/>
        <ns0:font script="Mong" typeface="Golos Text"/>
        <ns0:font script="Viet" typeface="Golos Text"/>
        <ns0:font script="Uigh" typeface="Golos Text"/>
        <ns0:font script="Geor" typeface="Golos Text"/>
        <ns0:font script="Armn" typeface="Golos Text"/>
        <ns0:font script="Bugi" typeface="Golos Text"/>
        <ns0:font script="Bopo" typeface="Golos Text"/>
        <ns0:font script="Java" typeface="Golos Text"/>
        <ns0:font script="Lisu" typeface="Golos Text"/>
        <ns0:font script="Mymr" typeface="Golos Text"/>
        <ns0:font script="Nkoo" typeface="Golos Text"/>
        <ns0:font script="Olck" typeface="Golos Text"/>
        <ns0:font script="Osma" typeface="Golos Text"/>
        <ns0:font script="Phag" typeface="Golos Text"/>
        <ns0:font script="Syrn" typeface="Golos Text"/>
        <ns0:font script="Syrj" typeface="Golos Text"/>
        <ns0:font script="Syre" typeface="Golos Text"/>
        <ns0:font script="Sora" typeface="Golos Text"/>
        <ns0:font script="Tale" typeface="Golos Text"/>
        <ns0:font script="Talu" typeface="Golos Text"/>
        <ns0:font script="Tfng" typeface="Golos Text"/>
      </ns0:majorFont>
      <ns0:minorFont>
        <ns0:latin typeface="Golos Text"/>
        <ns0:ea typeface="Golos Text"/>
        <ns0:cs typeface="Golos Text"/>
        <ns0:font script="Jpan" typeface="Golos Text"/>
        <ns0:font script="Hang" typeface="Golos Text"/>
        <ns0:font script="Hans" typeface="Golos Text"/>
        <ns0:font script="Hant" typeface="Golos Text"/>
        <ns0:font script="Arab" typeface="Golos Text"/>
        <ns0:font script="Hebr" typeface="Golos Text"/>
        <ns0:font script="Thai" typeface="Golos Text"/>
        <ns0:font script="Ethi" typeface="Golos Text"/>
        <ns0:font script="Beng" typeface="Golos Text"/>
        <ns0:font script="Gujr" typeface="Golos Text"/>
        <ns0:font script="Khmr" typeface="Golos Text"/>
        <ns0:font script="Knda" typeface="Golos Text"/>
        <ns0:font script="Guru" typeface="Golos Text"/>
        <ns0:font script="Cans" typeface="Golos Text"/>
        <ns0:font script="Cher" typeface="Golos Text"/>
        <ns0:font script="Yiii" typeface="Golos Text"/>
        <ns0:font script="Tibt" typeface="Golos Text"/>
        <ns0:font script="Thaa" typeface="Golos Text"/>
        <ns0:font script="Deva" typeface="Golos Text"/>
        <ns0:font script="Telu" typeface="Golos Text"/>
        <ns0:font script="Taml" typeface="Golos Text"/>
        <ns0:font script="Syrc" typeface="Golos Text"/>
        <ns0:font script="Orya" typeface="Golos Text"/>
        <ns0:font script="Mlym" typeface="Golos Text"/>
        <ns0:font script="Laoo" typeface="Golos Text"/>
        <ns0:font script="Sinh" typeface="Golos Text"/>
        <ns0:font script="Mong" typeface="Golos Text"/>
        <ns0:font script="Viet" typeface="Golos Text"/>
        <ns0:font script="Uigh" typeface="Golos Text"/>
        <ns0:font script="Geor" typeface="Golos Text"/>
        <ns0:font script="Armn" typeface="Golos Text"/>
        <ns0:font script="Bugi" typeface="Golos Text"/>
        <ns0:font script="Bopo" typeface="Golos Text"/>
        <ns0:font script="Java" typeface="Golos Text"/>
        <ns0:font script="Lisu" typeface="Golos Text"/>
        <ns0:font script="Mymr" typeface="Golos Text"/>
        <ns0:font script="Nkoo" typeface="Golos Text"/>
        <ns0:font script="Olck" typeface="Golos Text"/>
        <ns0:font script="Osma" typeface="Golos Text"/>
        <ns0:font script="Phag" typeface="Golos Text"/>
        <ns0:font script="Syrn" typeface="Golos Text"/>
        <ns0:font script="Syrj" typeface="Golos Text"/>
        <ns0:font script="Syre" typeface="Golos Text"/>
        <ns0:font script="Sora" typeface="Golos Text"/>
        <ns0:font script="Tale" typeface="Golos Text"/>
        <ns0:font script="Talu" typeface="Golos Text"/>
        <ns0:font script="Tfng" typeface="Golos Text"/>
      </ns0:minorFont>
    </ns0:fontScheme>
    <ns0:fmtScheme name="ЦГУ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67000"/>
                <ns0:lumMod val="110000"/>
                <ns0:satMod val="105000"/>
              </ns0:schemeClr>
            </ns0:gs>
            <ns0:gs pos="50000">
              <ns0:schemeClr val="phClr">
                <ns0:tint val="73000"/>
                <ns0:lumMod val="105000"/>
                <ns0:satMod val="103000"/>
              </ns0:schemeClr>
            </ns0:gs>
            <ns0:gs pos="100000">
              <ns0:schemeClr val="phClr">
                <ns0:tint val="81000"/>
                <ns0:lumMod val="105000"/>
                <ns0:satMod val="109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tint val="94000"/>
                <ns0:lumMod val="102000"/>
                <ns0:satMod val="103000"/>
              </ns0:schemeClr>
            </ns0:gs>
            <ns0:gs pos="50000">
              <ns0:schemeClr val="phClr">
                <ns0:shade val="100000"/>
                <ns0:lumMod val="100000"/>
                <ns0:satMod val="110000"/>
              </ns0:schemeClr>
            </ns0:gs>
            <ns0:gs pos="100000">
              <ns0:schemeClr val="phClr">
                <ns0:shade val="78000"/>
                <ns0:lumMod val="99000"/>
                <ns0:satMod val="120000"/>
              </ns0:schemeClr>
            </ns0:gs>
          </ns0:gsLst>
          <ns0:lin ang="5400000" scaled="0"/>
        </ns0:gradFill>
      </ns0:fillStyleLst>
      <ns0:lnStyleLst>
        <ns0:ln w="6350">
          <ns0:solidFill>
            <ns0:schemeClr val="phClr"/>
          </ns0:solidFill>
          <ns0:prstDash val="solid"/>
        </ns0:ln>
        <ns0:ln w="12700">
          <ns0:solidFill>
            <ns0:schemeClr val="phClr"/>
          </ns0:solidFill>
          <ns0:prstDash val="solid"/>
        </ns0:ln>
        <ns0:ln w="19050">
          <ns0:solidFill>
            <ns0:schemeClr val="phClr"/>
          </ns0:solidFill>
          <ns0:prstDash val="solid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hade val="98000"/>
                <ns0:lumMod val="102000"/>
                <ns0:satMod val="150000"/>
              </ns0:schemeClr>
            </ns0:gs>
            <ns0:gs pos="50000">
              <ns0:schemeClr val="phClr">
                <ns0:tint val="98000"/>
                <ns0:shade val="90000"/>
                <ns0:lumMod val="103000"/>
                <ns0:satMod val="130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</ns0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5.xml" Id="R4c956ca225954806" /><Relationship Type="http://schemas.openxmlformats.org/officeDocument/2006/relationships/image" Target="/ppt/media/image3.png" Id="R792c98cb0c204b14" /><Relationship Type="http://schemas.openxmlformats.org/officeDocument/2006/relationships/image" Target="/ppt/media/image3.svg" Id="R8666925d9bdf4ec5" /><Relationship Type="http://schemas.openxmlformats.org/officeDocument/2006/relationships/image" Target="/ppt/media/image4.png" Id="Rcaaada471b9c47d3" /><Relationship Type="http://schemas.openxmlformats.org/officeDocument/2006/relationships/image" Target="/ppt/media/image4.svg" Id="R49f195fcb2a945f2" /><Relationship Type="http://schemas.openxmlformats.org/officeDocument/2006/relationships/notesSlide" Target="/ppt/notesSlides/notesSlide1.xml" Id="R57ef1eced21c4140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5.xml" Id="Ref9e8370bcc24722" /><Relationship Type="http://schemas.openxmlformats.org/officeDocument/2006/relationships/image" Target="/ppt/media/image3.png" Id="Rb1a96551ad744a44" /><Relationship Type="http://schemas.openxmlformats.org/officeDocument/2006/relationships/image" Target="/ppt/media/image3.svg" Id="Rbd8fff3904944a7f" /><Relationship Type="http://schemas.openxmlformats.org/officeDocument/2006/relationships/image" Target="/ppt/media/image4.png" Id="R90fa0e2af83c485e" /><Relationship Type="http://schemas.openxmlformats.org/officeDocument/2006/relationships/image" Target="/ppt/media/image4.svg" Id="R8114896b5bf54779" /><Relationship Type="http://schemas.openxmlformats.org/officeDocument/2006/relationships/notesSlide" Target="/ppt/notesSlides/notesSlide2.xml" Id="R9585852596ed43ed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5.xml" Id="R5504fa8e6e1e4585" /><Relationship Type="http://schemas.openxmlformats.org/officeDocument/2006/relationships/image" Target="/ppt/media/image3.png" Id="R9b283919d23b42a3" /><Relationship Type="http://schemas.openxmlformats.org/officeDocument/2006/relationships/image" Target="/ppt/media/image3.svg" Id="Re9ea3ea90bac4801" /><Relationship Type="http://schemas.openxmlformats.org/officeDocument/2006/relationships/image" Target="/ppt/media/image4.png" Id="R440a2cca9aaf4707" /><Relationship Type="http://schemas.openxmlformats.org/officeDocument/2006/relationships/image" Target="/ppt/media/image4.svg" Id="R19e7c006f1114ddb" /><Relationship Type="http://schemas.openxmlformats.org/officeDocument/2006/relationships/notesSlide" Target="/ppt/notesSlides/notesSlide3.xml" Id="R562e82b551244d7f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5.xml" Id="R57bec8a096b14de6" /><Relationship Type="http://schemas.openxmlformats.org/officeDocument/2006/relationships/image" Target="/ppt/media/image3.png" Id="R312c92b2b83e4de5" /><Relationship Type="http://schemas.openxmlformats.org/officeDocument/2006/relationships/image" Target="/ppt/media/image3.svg" Id="R4182455fb11442c4" /><Relationship Type="http://schemas.openxmlformats.org/officeDocument/2006/relationships/image" Target="/ppt/media/image4.png" Id="R6ccbcfcf808447a8" /><Relationship Type="http://schemas.openxmlformats.org/officeDocument/2006/relationships/image" Target="/ppt/media/image4.svg" Id="R57e1c8e83bac42ba" /><Relationship Type="http://schemas.openxmlformats.org/officeDocument/2006/relationships/notesSlide" Target="/ppt/notesSlides/notesSlide4.xml" Id="Rb932b3cfdb20411f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65.xml" Id="Rc688bbd2c79f42c6" /><Relationship Type="http://schemas.openxmlformats.org/officeDocument/2006/relationships/image" Target="/ppt/media/image3.png" Id="R3f82cc3289fb4c22" /><Relationship Type="http://schemas.openxmlformats.org/officeDocument/2006/relationships/image" Target="/ppt/media/image3.svg" Id="Rc011d3f3567b497b" /><Relationship Type="http://schemas.openxmlformats.org/officeDocument/2006/relationships/image" Target="/ppt/media/image4.png" Id="R84e1ec112d7b4b2f" /><Relationship Type="http://schemas.openxmlformats.org/officeDocument/2006/relationships/image" Target="/ppt/media/image4.svg" Id="R1a52f44e43dd4527" /><Relationship Type="http://schemas.openxmlformats.org/officeDocument/2006/relationships/notesSlide" Target="/ppt/notesSlides/notesSlide5.xml" Id="Rbe41ad4065ad4fb7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5.xml" Id="R05ff4c39409c42d1" /><Relationship Type="http://schemas.openxmlformats.org/officeDocument/2006/relationships/image" Target="/ppt/media/image3.png" Id="Rcf54959fb10148d8" /><Relationship Type="http://schemas.openxmlformats.org/officeDocument/2006/relationships/image" Target="/ppt/media/image3.svg" Id="Rb7f84f6eed104014" /><Relationship Type="http://schemas.openxmlformats.org/officeDocument/2006/relationships/image" Target="/ppt/media/image4.png" Id="Rc2317c72b8e34cc3" /><Relationship Type="http://schemas.openxmlformats.org/officeDocument/2006/relationships/image" Target="/ppt/media/image4.svg" Id="Ra427cbc39d534624" /><Relationship Type="http://schemas.openxmlformats.org/officeDocument/2006/relationships/notesSlide" Target="/ppt/notesSlides/notesSlide6.xml" Id="R32807cc703d642c8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33" name="Заголовок 32">
            <ns1:extLst>
              <ns1:ext uri="{FF2B5EF4-FFF2-40B4-BE49-F238E27FC236}">
                <ns2:creationId id="{4C880861-29C1-1BAE-1BF1-A672637EDB25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2001500" cy="1381125"/>
          </ns1:xfrm>
        </ns0:spPr>
        <ns0:txBody>
          <ns1:bodyPr wrap="square" lIns="0" tIns="0" rIns="0" bIns="0" anchor="t">
            <ns1:noAutofit/>
          </ns1:bodyPr>
          <ns1:lstStyle>
            <ns1:lvl1pPr algn="l">
              <ns1:buNone/>
              <ns1:defRPr sz="4400"/>
            </ns1:lvl1pPr>
          </ns1:lstStyle>
          <ns1:p>
            <ns1:pPr algn="l">
              <ns1:defRPr sz="44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44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rPr>
              <ns1:t>Три самостоятельных тезиса</ns1:t>
            </ns1:r>
          </ns1:p>
        </ns0:txBody>
      </ns0:sp>
      <ns0:sp>
        <ns0:nvSpPr>
          <ns0:cNvPr id="48" name="Текст 16">
            <ns1:extLst>
              <ns1:ext uri="{FF2B5EF4-FFF2-40B4-BE49-F238E27FC236}">
                <ns2:creationId id="{10955D0A-A4CF-7EF9-1EEE-58F49B460E47}"/>
              </ns1:ext>
            </ns1:extLst>
          </ns0:cNvPr>
          <ns0:cNvSpPr>
            <ns1:spLocks noGrp="1"/>
          </ns0:cNvSpPr>
          <ns0:nvPr/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792c98cb0c204b14">
              <ns1:extLst>
                <ns1:ext uri="{96DAC541-7B7A-43D3-8B79-37D633B846F1}">
                  <ns4:svgBlip ns3:embed="R8666925d9bdf4ec5"/>
                </ns1:ext>
              </ns1:extLst>
            </ns1:blip>
            <ns1:stretch>
              <ns1:fillRect l="0" t="0" r="0" b="0"/>
            </ns1:stretch>
          </ns1:blipFill>
        </ns0:spPr>
        <ns0:txBody>
          <ns1:bodyPr vert="horz" lIns="91440" tIns="45720" rIns="91440" bIns="45720">
            <ns1:normAutofit/>
          </ns1:bodyPr>
          <ns1:lstStyle>
            <ns1:lvl1pPr marL="0" indent="0" algn="l" defTabSz="914400">
              <ns1:spcBef>
                <ns1:spcPct val="20000"/>
              </ns1:spcBef>
              <ns1:buFont typeface="Golos Text"/>
              <ns1:buNone/>
              <ns1:defRPr sz="14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 marL="742950" indent="-285750" algn="l" defTabSz="914400">
              <ns1:spcBef>
                <ns1:spcPct val="20000"/>
              </ns1:spcBef>
              <ns1:buFont typeface="Golos Text"/>
              <ns1:buChar char="–"/>
              <ns1:defRPr sz="28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2pPr>
            <ns1:lvl3pPr marL="1143000" indent="-228600" algn="l" defTabSz="914400">
              <ns1:spcBef>
                <ns1:spcPct val="20000"/>
              </ns1:spcBef>
              <ns1:buFont typeface="Golos Text"/>
              <ns1:buChar char="•"/>
              <ns1:defRPr sz="24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3pPr>
            <ns1:lvl4pPr marL="1600200" indent="-228600" algn="l" defTabSz="914400">
              <ns1:spcBef>
                <ns1:spcPct val="20000"/>
              </ns1:spcBef>
              <ns1:buFont typeface="Golos Text"/>
              <ns1:buChar char="–"/>
              <ns1:defRPr sz="20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4pPr>
            <ns1:lvl5pPr marL="2057400" indent="-228600" algn="l" defTabSz="914400">
              <ns1:spcBef>
                <ns1:spcPct val="20000"/>
              </ns1:spcBef>
              <ns1:buFont typeface="Golos Text"/>
              <ns1:buChar char="»"/>
              <ns1:defRPr sz="20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5pPr>
            <ns1:lvl6pPr marL="25146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6pPr>
            <ns1:lvl7pPr marL="29718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7pPr>
            <ns1:lvl8pPr marL="34290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8pPr>
            <ns1:lvl9pPr marL="38862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9pPr>
          </ns1:lstStyle>
          <ns1:p>
            <ns1:r>
              <ns1:t> </ns1:t>
            </ns1:r>
            <ns1:endParaRPr/>
          </ns1:p>
        </ns0:txBody>
      </ns0:sp>
      <ns0:sp>
        <ns0:nvSpPr>
          <ns0:cNvPr id="49" name="Текст 16">
            <ns1:extLst>
              <ns1:ext uri="{FF2B5EF4-FFF2-40B4-BE49-F238E27FC236}">
                <ns2:creationId id="{955F22DB-5BFC-CB54-35BE-E495AB99C3F9}"/>
              </ns1:ext>
            </ns1:extLst>
          </ns0:cNvPr>
          <ns0:cNvSpPr>
            <ns1:spLocks noGrp="1"/>
          </ns0:cNvSpPr>
          <ns0:nvPr/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caaada471b9c47d3">
              <ns1:extLst>
                <ns1:ext uri="{96DAC541-7B7A-43D3-8B79-37D633B846F1}">
                  <ns4:svgBlip ns3:embed="R49f195fcb2a945f2"/>
                </ns1:ext>
              </ns1:extLst>
            </ns1:blip>
            <ns1:stretch>
              <ns1:fillRect l="0" t="0" r="0" b="0"/>
            </ns1:stretch>
          </ns1:blipFill>
        </ns0:spPr>
        <ns0:txBody>
          <ns1:bodyPr vert="horz" lIns="91440" tIns="45720" rIns="91440" bIns="45720">
            <ns1:normAutofit/>
          </ns1:bodyPr>
          <ns1:lstStyle>
            <ns1:lvl1pPr marL="0" indent="0" algn="l" defTabSz="914400">
              <ns1:spcBef>
                <ns1:spcPct val="20000"/>
              </ns1:spcBef>
              <ns1:buFont typeface="Golos Text"/>
              <ns1:buNone/>
              <ns1:defRPr sz="14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 marL="742950" indent="-285750" algn="l" defTabSz="914400">
              <ns1:spcBef>
                <ns1:spcPct val="20000"/>
              </ns1:spcBef>
              <ns1:buFont typeface="Golos Text"/>
              <ns1:buChar char="–"/>
              <ns1:defRPr sz="28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2pPr>
            <ns1:lvl3pPr marL="1143000" indent="-228600" algn="l" defTabSz="914400">
              <ns1:spcBef>
                <ns1:spcPct val="20000"/>
              </ns1:spcBef>
              <ns1:buFont typeface="Golos Text"/>
              <ns1:buChar char="•"/>
              <ns1:defRPr sz="24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3pPr>
            <ns1:lvl4pPr marL="1600200" indent="-228600" algn="l" defTabSz="914400">
              <ns1:spcBef>
                <ns1:spcPct val="20000"/>
              </ns1:spcBef>
              <ns1:buFont typeface="Golos Text"/>
              <ns1:buChar char="–"/>
              <ns1:defRPr sz="20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4pPr>
            <ns1:lvl5pPr marL="2057400" indent="-228600" algn="l" defTabSz="914400">
              <ns1:spcBef>
                <ns1:spcPct val="20000"/>
              </ns1:spcBef>
              <ns1:buFont typeface="Golos Text"/>
              <ns1:buChar char="»"/>
              <ns1:defRPr sz="20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5pPr>
            <ns1:lvl6pPr marL="25146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6pPr>
            <ns1:lvl7pPr marL="29718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7pPr>
            <ns1:lvl8pPr marL="34290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8pPr>
            <ns1:lvl9pPr marL="38862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9pPr>
          </ns1:lstStyle>
          <ns1:p>
            <ns1:r>
              <ns1:t> </ns1:t>
            </ns1:r>
            <ns1:endParaRPr/>
          </ns1:p>
        </ns0:txBody>
      </ns0:sp>
      <ns0:sp>
        <ns0:nvSpPr>
          <ns0:cNvPr id="50" name="block-number-0">
            <ns1:extLst>
              <ns1:ext uri="{FF2B5EF4-FFF2-40B4-BE49-F238E27FC236}">
                <ns2:creationId id="{5F2756DD-9A3D-4338-9465-93559B04BACF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3238500"/>
            <ns1:ext cx="5048250" cy="1428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9000" b="0">
                <ns1:solidFill>
                  <ns1:srgbClr val="FF254A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9000" b="1">
                <ns1:solidFill>
                  <ns1:srgbClr val="FF254A"/>
                </ns1:solidFill>
                <ns1:latin typeface="Golos Text"/>
                <ns1:ea typeface="Golos Text"/>
                <ns1:cs typeface="Golos Text"/>
              </ns1:rPr>
              <ns1:t>01</ns1:t>
            </ns1:r>
          </ns1:p>
        </ns0:txBody>
      </ns0:sp>
      <ns0:sp>
        <ns0:nvSpPr>
          <ns0:cNvPr id="51" name="block-title-0">
            <ns1:extLst>
              <ns1:ext uri="{FF2B5EF4-FFF2-40B4-BE49-F238E27FC236}">
                <ns2:creationId id="{F50FCABC-54FD-4E00-92CB-32D227B3042D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5191125"/>
            <ns1:ext cx="5048250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rPr>
              <ns1:t>Название блока </ns1:t>
            </ns1:r>
            <ns1:r>
              <ns1:rPr sz="2600" b="1">
                <ns1:solidFill>
                  <ns1:srgbClr val="000000"/>
                </ns1:solidFill>
                <ns1:latin typeface="Golos Text"/>
                <ns1:ea typeface="Golos Text"/>
                <ns1:cs typeface="Golos Text"/>
              </ns1:rPr>
              <ns1:t>1</ns1:t>
            </ns1:r>
          </ns1:p>
        </ns0:txBody>
      </ns0:sp>
      <ns0:sp>
        <ns0:nvSpPr>
          <ns0:cNvPr id="52" name="block-body-0">
            <ns1:extLst>
              <ns1:ext uri="{FF2B5EF4-FFF2-40B4-BE49-F238E27FC236}">
                <ns2:creationId id="{A41265B0-191D-47CA-9EAC-C51E3B502881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6029325"/>
            <ns1:ext cx="5048250" cy="24765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Краткое пояснение к тезису. Здесь можно раскрыть одну самостоятельную мысль.</ns1:t>
            </ns1:r>
          </ns1:p>
        </ns0:txBody>
      </ns0:sp>
      <ns0:sp>
        <ns0:nvSpPr>
          <ns0:cNvPr id="53" name="block-number-1">
            <ns1:extLst>
              <ns1:ext uri="{FF2B5EF4-FFF2-40B4-BE49-F238E27FC236}">
                <ns2:creationId id="{E1B29B83-35CB-43B2-AF64-D4DF1C03FCE7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3238500"/>
            <ns1:ext cx="5048250" cy="1428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9000" b="0">
                <ns1:solidFill>
                  <ns1:srgbClr val="FF254A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9000" b="1">
                <ns1:solidFill>
                  <ns1:srgbClr val="FF254A"/>
                </ns1:solidFill>
                <ns1:latin typeface="Golos Text"/>
                <ns1:ea typeface="Golos Text"/>
                <ns1:cs typeface="Golos Text"/>
              </ns1:rPr>
              <ns1:t>02</ns1:t>
            </ns1:r>
          </ns1:p>
        </ns0:txBody>
      </ns0:sp>
      <ns0:sp>
        <ns0:nvSpPr>
          <ns0:cNvPr id="54" name="block-title-1">
            <ns1:extLst>
              <ns1:ext uri="{FF2B5EF4-FFF2-40B4-BE49-F238E27FC236}">
                <ns2:creationId id="{DD258114-8EB2-4240-A3AE-BF7A3C30C12E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5191125"/>
            <ns1:ext cx="5048250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rPr>
              <ns1:t>Название блока </ns1:t>
            </ns1:r>
            <ns1:r>
              <ns1:rPr sz="2600" b="1">
                <ns1:solidFill>
                  <ns1:srgbClr val="000000"/>
                </ns1:solidFill>
                <ns1:latin typeface="Golos Text"/>
                <ns1:ea typeface="Golos Text"/>
                <ns1:cs typeface="Golos Text"/>
              </ns1:rPr>
              <ns1:t>2</ns1:t>
            </ns1:r>
          </ns1:p>
        </ns0:txBody>
      </ns0:sp>
      <ns0:sp>
        <ns0:nvSpPr>
          <ns0:cNvPr id="55" name="block-body-1">
            <ns1:extLst>
              <ns1:ext uri="{FF2B5EF4-FFF2-40B4-BE49-F238E27FC236}">
                <ns2:creationId id="{EE76C415-692E-41B5-8D44-E7CE716BABC3}"/>
              </ns1:ext>
            </ns1:extLst>
          </ns0:cNvPr>
          <ns0:cNvSpPr>
            <ns1:spLocks noGrp="1"/>
          </ns0:cNvSpPr>
          <ns0:nvPr/>
        </ns0:nvSpPr>
        <ns0:spPr>
          <ns1:xfrm>
            <ns1:off x="6572250" y="6029325"/>
            <ns1:ext cx="5048250" cy="24765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Краткое пояснение к тезису. Здесь можно раскрыть одну самостоятельную мысль.</ns1:t>
            </ns1:r>
          </ns1:p>
        </ns0:txBody>
      </ns0:sp>
      <ns0:sp>
        <ns0:nvSpPr>
          <ns0:cNvPr id="56" name="block-number-2">
            <ns1:extLst>
              <ns1:ext uri="{FF2B5EF4-FFF2-40B4-BE49-F238E27FC236}">
                <ns2:creationId id="{FAF44C92-A6D3-4D17-81B0-78021116FFF5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0" y="3238500"/>
            <ns1:ext cx="5048250" cy="1428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9000" b="0">
                <ns1:solidFill>
                  <ns1:srgbClr val="FF254A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9000" b="1">
                <ns1:solidFill>
                  <ns1:srgbClr val="FF254A"/>
                </ns1:solidFill>
                <ns1:latin typeface="Golos Text"/>
                <ns1:ea typeface="Golos Text"/>
                <ns1:cs typeface="Golos Text"/>
              </ns1:rPr>
              <ns1:t>03</ns1:t>
            </ns1:r>
          </ns1:p>
        </ns0:txBody>
      </ns0:sp>
      <ns0:sp>
        <ns0:nvSpPr>
          <ns0:cNvPr id="57" name="block-title-2">
            <ns1:extLst>
              <ns1:ext uri="{FF2B5EF4-FFF2-40B4-BE49-F238E27FC236}">
                <ns2:creationId id="{62B3CE1A-DCA9-4961-B1A4-698B29F23164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0" y="5191125"/>
            <ns1:ext cx="5048250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rPr>
              <ns1:t>Название блока </ns1:t>
            </ns1:r>
            <ns1:r>
              <ns1:rPr sz="2600" b="1">
                <ns1:solidFill>
                  <ns1:srgbClr val="000000"/>
                </ns1:solidFill>
                <ns1:latin typeface="Golos Text"/>
                <ns1:ea typeface="Golos Text"/>
                <ns1:cs typeface="Golos Text"/>
              </ns1:rPr>
              <ns1:t>3</ns1:t>
            </ns1:r>
          </ns1:p>
        </ns0:txBody>
      </ns0:sp>
      <ns0:sp>
        <ns0:nvSpPr>
          <ns0:cNvPr id="58" name="block-body-2">
            <ns1:extLst>
              <ns1:ext uri="{FF2B5EF4-FFF2-40B4-BE49-F238E27FC236}">
                <ns2:creationId id="{DA5AE62F-304A-499D-84BE-D2D51C6FC0DD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0" y="6029325"/>
            <ns1:ext cx="5048250" cy="24765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Краткое пояснение к тезису. Здесь можно раскрыть одну самостоятельную мысль.</ns1:t>
            </ns1:r>
          </ns1:p>
        </ns0:txBody>
      </ns0:sp>
      <ns0:sp>
        <ns0:nvSpPr>
          <ns0:cNvPr id="59" name="footer">
            <ns1:extLst>
              <ns1:ext uri="{FF2B5EF4-FFF2-40B4-BE49-F238E27FC236}">
                <ns2:creationId id="{ECCE5CFF-6185-4BD9-9B21-17C0EF9A3745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9467850"/>
            <ns1:ext cx="15240000" cy="3619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1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ДЕМОНСТРАЦИОННЫЕ ДАННЫЕ</ns1:t>
            </ns1:r>
          </ns1:p>
        </ns0:txBody>
      </ns0:sp>
      <ns0:sp>
        <ns0:nvSpPr>
          <ns0:cNvPr id="60" name="page-number">
            <ns1:extLst>
              <ns1:ext uri="{FF2B5EF4-FFF2-40B4-BE49-F238E27FC236}">
                <ns2:creationId id="{E33FD72B-2459-4E90-A529-355BA3DD21E8}"/>
              </ns1:ext>
            </ns1:extLst>
          </ns0:cNvPr>
          <ns0:cNvSpPr>
            <ns1:spLocks noGrp="1"/>
          </ns0:cNvSpPr>
          <ns0:nvPr/>
        </ns0:nvSpPr>
        <ns0:spPr>
          <ns1:xfrm>
            <ns1:off x="16573500" y="9467850"/>
            <ns1:ext cx="762000" cy="3619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1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1200" b="1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1</ns1:t>
            </ns1:r>
          </ns1:p>
        </ns0:txBody>
      </ns0:sp>
    </ns0:spTree>
    <ns0:extLst>
      <ns0:ext uri="{BB962C8B-B14F-4D97-AF65-F5344CB8AC3E}">
        <ns5:creationId val="2356068081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33" name="Заголовок 32">
            <ns1:extLst>
              <ns1:ext uri="{FF2B5EF4-FFF2-40B4-BE49-F238E27FC236}">
                <ns2:creationId id="{4C880861-29C1-1BAE-1BF1-A672637EDB25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2001500" cy="1381125"/>
          </ns1:xfrm>
        </ns0:spPr>
        <ns0:txBody>
          <ns1:bodyPr wrap="square" lIns="0" tIns="0" rIns="0" bIns="0" anchor="t">
            <ns1:noAutofit/>
          </ns1:bodyPr>
          <ns1:lstStyle>
            <ns1:lvl1pPr algn="l">
              <ns1:buNone/>
              <ns1:defRPr sz="4400"/>
            </ns1:lvl1pPr>
          </ns1:lstStyle>
          <ns1:p>
            <ns1:pPr algn="l">
              <ns1:defRPr sz="44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44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rPr>
              <ns1:t>Пять блоков в одной композиции</ns1:t>
            </ns1:r>
          </ns1:p>
        </ns0:txBody>
      </ns0:sp>
      <ns0:sp>
        <ns0:nvSpPr>
          <ns0:cNvPr id="48" name="Текст 16">
            <ns1:extLst>
              <ns1:ext uri="{FF2B5EF4-FFF2-40B4-BE49-F238E27FC236}">
                <ns2:creationId id="{10955D0A-A4CF-7EF9-1EEE-58F49B460E47}"/>
              </ns1:ext>
            </ns1:extLst>
          </ns0:cNvPr>
          <ns0:cNvSpPr>
            <ns1:spLocks noGrp="1"/>
          </ns0:cNvSpPr>
          <ns0:nvPr/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b1a96551ad744a44">
              <ns1:extLst>
                <ns1:ext uri="{96DAC541-7B7A-43D3-8B79-37D633B846F1}">
                  <ns4:svgBlip ns3:embed="Rbd8fff3904944a7f"/>
                </ns1:ext>
              </ns1:extLst>
            </ns1:blip>
            <ns1:stretch>
              <ns1:fillRect l="0" t="0" r="0" b="0"/>
            </ns1:stretch>
          </ns1:blipFill>
        </ns0:spPr>
        <ns0:txBody>
          <ns1:bodyPr vert="horz" lIns="91440" tIns="45720" rIns="91440" bIns="45720">
            <ns1:normAutofit/>
          </ns1:bodyPr>
          <ns1:lstStyle>
            <ns1:lvl1pPr marL="0" indent="0" algn="l" defTabSz="914400">
              <ns1:spcBef>
                <ns1:spcPct val="20000"/>
              </ns1:spcBef>
              <ns1:buFont typeface="Golos Text"/>
              <ns1:buNone/>
              <ns1:defRPr sz="14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 marL="742950" indent="-285750" algn="l" defTabSz="914400">
              <ns1:spcBef>
                <ns1:spcPct val="20000"/>
              </ns1:spcBef>
              <ns1:buFont typeface="Golos Text"/>
              <ns1:buChar char="–"/>
              <ns1:defRPr sz="28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2pPr>
            <ns1:lvl3pPr marL="1143000" indent="-228600" algn="l" defTabSz="914400">
              <ns1:spcBef>
                <ns1:spcPct val="20000"/>
              </ns1:spcBef>
              <ns1:buFont typeface="Golos Text"/>
              <ns1:buChar char="•"/>
              <ns1:defRPr sz="24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3pPr>
            <ns1:lvl4pPr marL="1600200" indent="-228600" algn="l" defTabSz="914400">
              <ns1:spcBef>
                <ns1:spcPct val="20000"/>
              </ns1:spcBef>
              <ns1:buFont typeface="Golos Text"/>
              <ns1:buChar char="–"/>
              <ns1:defRPr sz="20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4pPr>
            <ns1:lvl5pPr marL="2057400" indent="-228600" algn="l" defTabSz="914400">
              <ns1:spcBef>
                <ns1:spcPct val="20000"/>
              </ns1:spcBef>
              <ns1:buFont typeface="Golos Text"/>
              <ns1:buChar char="»"/>
              <ns1:defRPr sz="20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5pPr>
            <ns1:lvl6pPr marL="25146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6pPr>
            <ns1:lvl7pPr marL="29718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7pPr>
            <ns1:lvl8pPr marL="34290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8pPr>
            <ns1:lvl9pPr marL="38862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9pPr>
          </ns1:lstStyle>
          <ns1:p>
            <ns1:r>
              <ns1:t> </ns1:t>
            </ns1:r>
            <ns1:endParaRPr/>
          </ns1:p>
        </ns0:txBody>
      </ns0:sp>
      <ns0:sp>
        <ns0:nvSpPr>
          <ns0:cNvPr id="49" name="Текст 16">
            <ns1:extLst>
              <ns1:ext uri="{FF2B5EF4-FFF2-40B4-BE49-F238E27FC236}">
                <ns2:creationId id="{955F22DB-5BFC-CB54-35BE-E495AB99C3F9}"/>
              </ns1:ext>
            </ns1:extLst>
          </ns0:cNvPr>
          <ns0:cNvSpPr>
            <ns1:spLocks noGrp="1"/>
          </ns0:cNvSpPr>
          <ns0:nvPr/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90fa0e2af83c485e">
              <ns1:extLst>
                <ns1:ext uri="{96DAC541-7B7A-43D3-8B79-37D633B846F1}">
                  <ns4:svgBlip ns3:embed="R8114896b5bf54779"/>
                </ns1:ext>
              </ns1:extLst>
            </ns1:blip>
            <ns1:stretch>
              <ns1:fillRect l="0" t="0" r="0" b="0"/>
            </ns1:stretch>
          </ns1:blipFill>
        </ns0:spPr>
        <ns0:txBody>
          <ns1:bodyPr vert="horz" lIns="91440" tIns="45720" rIns="91440" bIns="45720">
            <ns1:normAutofit/>
          </ns1:bodyPr>
          <ns1:lstStyle>
            <ns1:lvl1pPr marL="0" indent="0" algn="l" defTabSz="914400">
              <ns1:spcBef>
                <ns1:spcPct val="20000"/>
              </ns1:spcBef>
              <ns1:buFont typeface="Golos Text"/>
              <ns1:buNone/>
              <ns1:defRPr sz="14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 marL="742950" indent="-285750" algn="l" defTabSz="914400">
              <ns1:spcBef>
                <ns1:spcPct val="20000"/>
              </ns1:spcBef>
              <ns1:buFont typeface="Golos Text"/>
              <ns1:buChar char="–"/>
              <ns1:defRPr sz="28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2pPr>
            <ns1:lvl3pPr marL="1143000" indent="-228600" algn="l" defTabSz="914400">
              <ns1:spcBef>
                <ns1:spcPct val="20000"/>
              </ns1:spcBef>
              <ns1:buFont typeface="Golos Text"/>
              <ns1:buChar char="•"/>
              <ns1:defRPr sz="24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3pPr>
            <ns1:lvl4pPr marL="1600200" indent="-228600" algn="l" defTabSz="914400">
              <ns1:spcBef>
                <ns1:spcPct val="20000"/>
              </ns1:spcBef>
              <ns1:buFont typeface="Golos Text"/>
              <ns1:buChar char="–"/>
              <ns1:defRPr sz="20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4pPr>
            <ns1:lvl5pPr marL="2057400" indent="-228600" algn="l" defTabSz="914400">
              <ns1:spcBef>
                <ns1:spcPct val="20000"/>
              </ns1:spcBef>
              <ns1:buFont typeface="Golos Text"/>
              <ns1:buChar char="»"/>
              <ns1:defRPr sz="20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5pPr>
            <ns1:lvl6pPr marL="25146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6pPr>
            <ns1:lvl7pPr marL="29718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7pPr>
            <ns1:lvl8pPr marL="34290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8pPr>
            <ns1:lvl9pPr marL="38862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9pPr>
          </ns1:lstStyle>
          <ns1:p>
            <ns1:r>
              <ns1:t> </ns1:t>
            </ns1:r>
            <ns1:endParaRPr/>
          </ns1:p>
        </ns0:txBody>
      </ns0:sp>
      <ns0:sp>
        <ns0:nvSpPr>
          <ns0:cNvPr id="50" name="block-panel-0">
            <ns1:extLst>
              <ns1:ext uri="{FF2B5EF4-FFF2-40B4-BE49-F238E27FC236}">
                <ns2:creationId id="{C00D16B3-A6F1-4D6F-A532-C33E7557BCE8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2857500"/>
            <ns1:ext cx="5270497" cy="2762250"/>
          </ns1:xfrm>
          <ns1:prstGeom prst="roundRect">
            <ns1:avLst>
              <ns1:gd name="adj" fmla="val 8276"/>
            </ns1:avLst>
          </ns1:prstGeom>
          <ns1:solidFill>
            <ns1:srgbClr val="F3F2F2"/>
          </ns1:solidFill>
          <ns1:ln w="0">
            <ns1:noFill/>
          </ns1:ln>
        </ns0:spPr>
      </ns0:sp>
      <ns0:sp>
        <ns0:nvSpPr>
          <ns0:cNvPr id="51" name="block-number-0">
            <ns1:extLst>
              <ns1:ext uri="{FF2B5EF4-FFF2-40B4-BE49-F238E27FC236}">
                <ns2:creationId id="{876557FF-C053-47FA-A214-FDCC1D389FE5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" y="3067050"/>
            <ns1:ext cx="4737097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3600" b="0">
                <ns1:solidFill>
                  <ns1:srgbClr val="FF254A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3600" b="1">
                <ns1:solidFill>
                  <ns1:srgbClr val="FF254A"/>
                </ns1:solidFill>
                <ns1:latin typeface="Golos Text"/>
                <ns1:ea typeface="Golos Text"/>
                <ns1:cs typeface="Golos Text"/>
              </ns1:rPr>
              <ns1:t>01</ns1:t>
            </ns1:r>
          </ns1:p>
        </ns0:txBody>
      </ns0:sp>
      <ns0:sp>
        <ns0:nvSpPr>
          <ns0:cNvPr id="52" name="block-title-0">
            <ns1:extLst>
              <ns1:ext uri="{FF2B5EF4-FFF2-40B4-BE49-F238E27FC236}">
                <ns2:creationId id="{466C95F5-4B84-44B7-8DCF-1225DA850B42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" y="3810000"/>
            <ns1:ext cx="4737097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rPr>
              <ns1:t>Название блока </ns1:t>
            </ns1:r>
            <ns1:r>
              <ns1:rPr sz="2600" b="1">
                <ns1:solidFill>
                  <ns1:srgbClr val="000000"/>
                </ns1:solidFill>
                <ns1:latin typeface="Golos Text"/>
                <ns1:ea typeface="Golos Text"/>
                <ns1:cs typeface="Golos Text"/>
              </ns1:rPr>
              <ns1:t>1</ns1:t>
            </ns1:r>
          </ns1:p>
        </ns0:txBody>
      </ns0:sp>
      <ns0:sp>
        <ns0:nvSpPr>
          <ns0:cNvPr id="53" name="block-body-0">
            <ns1:extLst>
              <ns1:ext uri="{FF2B5EF4-FFF2-40B4-BE49-F238E27FC236}">
                <ns2:creationId id="{4405AE59-FFA3-4829-A819-7DFADF5AC99B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" y="4476750"/>
            <ns1:ext cx="4737097" cy="1000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Краткое пояснение к тезису. Здесь можно раскрыть одну самостоятельную мысль.</ns1:t>
            </ns1:r>
          </ns1:p>
        </ns0:txBody>
      </ns0:sp>
      <ns0:sp>
        <ns0:nvSpPr>
          <ns0:cNvPr id="54" name="block-panel-1">
            <ns1:extLst>
              <ns1:ext uri="{FF2B5EF4-FFF2-40B4-BE49-F238E27FC236}">
                <ns2:creationId id="{FD572862-6AA8-4D5A-B5CF-10A9E0A1E855}"/>
              </ns1:ext>
            </ns1:extLst>
          </ns0:cNvPr>
          <ns0:cNvSpPr>
            <ns1:spLocks noGrp="1"/>
          </ns0:cNvSpPr>
          <ns0:nvPr/>
        </ns0:nvSpPr>
        <ns0:spPr>
          <ns1:xfrm>
            <ns1:off x="6508747" y="2857500"/>
            <ns1:ext cx="5270497" cy="2762250"/>
          </ns1:xfrm>
          <ns1:prstGeom prst="roundRect">
            <ns1:avLst>
              <ns1:gd name="adj" fmla="val 8276"/>
            </ns1:avLst>
          </ns1:prstGeom>
          <ns1:solidFill>
            <ns1:srgbClr val="F3F2F2"/>
          </ns1:solidFill>
          <ns1:ln w="0">
            <ns1:noFill/>
          </ns1:ln>
        </ns0:spPr>
      </ns0:sp>
      <ns0:sp>
        <ns0:nvSpPr>
          <ns0:cNvPr id="55" name="block-number-1">
            <ns1:extLst>
              <ns1:ext uri="{FF2B5EF4-FFF2-40B4-BE49-F238E27FC236}">
                <ns2:creationId id="{A63047EC-0583-476D-8037-4033A6D866BB}"/>
              </ns1:ext>
            </ns1:extLst>
          </ns0:cNvPr>
          <ns0:cNvSpPr>
            <ns1:spLocks noGrp="1"/>
          </ns0:cNvSpPr>
          <ns0:nvPr/>
        </ns0:nvSpPr>
        <ns0:spPr>
          <ns1:xfrm>
            <ns1:off x="6775447" y="3067050"/>
            <ns1:ext cx="4737097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3600" b="0">
                <ns1:solidFill>
                  <ns1:srgbClr val="FF254A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3600" b="1">
                <ns1:solidFill>
                  <ns1:srgbClr val="FF254A"/>
                </ns1:solidFill>
                <ns1:latin typeface="Golos Text"/>
                <ns1:ea typeface="Golos Text"/>
                <ns1:cs typeface="Golos Text"/>
              </ns1:rPr>
              <ns1:t>02</ns1:t>
            </ns1:r>
          </ns1:p>
        </ns0:txBody>
      </ns0:sp>
      <ns0:sp>
        <ns0:nvSpPr>
          <ns0:cNvPr id="56" name="block-title-1">
            <ns1:extLst>
              <ns1:ext uri="{FF2B5EF4-FFF2-40B4-BE49-F238E27FC236}">
                <ns2:creationId id="{CEAFA02F-A7CE-44A3-90AE-7FFFE61F777B}"/>
              </ns1:ext>
            </ns1:extLst>
          </ns0:cNvPr>
          <ns0:cNvSpPr>
            <ns1:spLocks noGrp="1"/>
          </ns0:cNvSpPr>
          <ns0:nvPr/>
        </ns0:nvSpPr>
        <ns0:spPr>
          <ns1:xfrm>
            <ns1:off x="6775447" y="3810000"/>
            <ns1:ext cx="4737097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rPr>
              <ns1:t>Название блока </ns1:t>
            </ns1:r>
            <ns1:r>
              <ns1:rPr sz="2600" b="1">
                <ns1:solidFill>
                  <ns1:srgbClr val="000000"/>
                </ns1:solidFill>
                <ns1:latin typeface="Golos Text"/>
                <ns1:ea typeface="Golos Text"/>
                <ns1:cs typeface="Golos Text"/>
              </ns1:rPr>
              <ns1:t>2</ns1:t>
            </ns1:r>
          </ns1:p>
        </ns0:txBody>
      </ns0:sp>
      <ns0:sp>
        <ns0:nvSpPr>
          <ns0:cNvPr id="57" name="block-body-1">
            <ns1:extLst>
              <ns1:ext uri="{FF2B5EF4-FFF2-40B4-BE49-F238E27FC236}">
                <ns2:creationId id="{BB2317F7-1360-4375-AD20-B5BD383636B7}"/>
              </ns1:ext>
            </ns1:extLst>
          </ns0:cNvPr>
          <ns0:cNvSpPr>
            <ns1:spLocks noGrp="1"/>
          </ns0:cNvSpPr>
          <ns0:nvPr/>
        </ns0:nvSpPr>
        <ns0:spPr>
          <ns1:xfrm>
            <ns1:off x="6775447" y="4476750"/>
            <ns1:ext cx="4737097" cy="1000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Краткое пояснение к тезису. Здесь можно раскрыть одну самостоятельную мысль.</ns1:t>
            </ns1:r>
          </ns1:p>
        </ns0:txBody>
      </ns0:sp>
      <ns0:sp>
        <ns0:nvSpPr>
          <ns0:cNvPr id="58" name="block-panel-2">
            <ns1:extLst>
              <ns1:ext uri="{FF2B5EF4-FFF2-40B4-BE49-F238E27FC236}">
                <ns2:creationId id="{F45D6F5A-5367-4535-A516-B20F9A0773F0}"/>
              </ns1:ext>
            </ns1:extLst>
          </ns0:cNvPr>
          <ns0:cNvSpPr>
            <ns1:spLocks noGrp="1"/>
          </ns0:cNvSpPr>
          <ns0:nvPr/>
        </ns0:nvSpPr>
        <ns0:spPr>
          <ns1:xfrm>
            <ns1:off x="12064994" y="2857500"/>
            <ns1:ext cx="5270497" cy="2762250"/>
          </ns1:xfrm>
          <ns1:prstGeom prst="roundRect">
            <ns1:avLst>
              <ns1:gd name="adj" fmla="val 8276"/>
            </ns1:avLst>
          </ns1:prstGeom>
          <ns1:solidFill>
            <ns1:srgbClr val="F3F2F2"/>
          </ns1:solidFill>
          <ns1:ln w="0">
            <ns1:noFill/>
          </ns1:ln>
        </ns0:spPr>
      </ns0:sp>
      <ns0:sp>
        <ns0:nvSpPr>
          <ns0:cNvPr id="59" name="block-number-2">
            <ns1:extLst>
              <ns1:ext uri="{FF2B5EF4-FFF2-40B4-BE49-F238E27FC236}">
                <ns2:creationId id="{8187C0FD-7608-44FB-AAA5-7E43F2122B66}"/>
              </ns1:ext>
            </ns1:extLst>
          </ns0:cNvPr>
          <ns0:cNvSpPr>
            <ns1:spLocks noGrp="1"/>
          </ns0:cNvSpPr>
          <ns0:nvPr/>
        </ns0:nvSpPr>
        <ns0:spPr>
          <ns1:xfrm>
            <ns1:off x="12331694" y="3067050"/>
            <ns1:ext cx="4737097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3600" b="0">
                <ns1:solidFill>
                  <ns1:srgbClr val="FF254A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3600" b="1">
                <ns1:solidFill>
                  <ns1:srgbClr val="FF254A"/>
                </ns1:solidFill>
                <ns1:latin typeface="Golos Text"/>
                <ns1:ea typeface="Golos Text"/>
                <ns1:cs typeface="Golos Text"/>
              </ns1:rPr>
              <ns1:t>03</ns1:t>
            </ns1:r>
          </ns1:p>
        </ns0:txBody>
      </ns0:sp>
      <ns0:sp>
        <ns0:nvSpPr>
          <ns0:cNvPr id="60" name="block-title-2">
            <ns1:extLst>
              <ns1:ext uri="{FF2B5EF4-FFF2-40B4-BE49-F238E27FC236}">
                <ns2:creationId id="{8D73F3B2-F105-4A22-8AA6-4DBC51A3AE83}"/>
              </ns1:ext>
            </ns1:extLst>
          </ns0:cNvPr>
          <ns0:cNvSpPr>
            <ns1:spLocks noGrp="1"/>
          </ns0:cNvSpPr>
          <ns0:nvPr/>
        </ns0:nvSpPr>
        <ns0:spPr>
          <ns1:xfrm>
            <ns1:off x="12331694" y="3810000"/>
            <ns1:ext cx="4737097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rPr>
              <ns1:t>Название блока </ns1:t>
            </ns1:r>
            <ns1:r>
              <ns1:rPr sz="2600" b="1">
                <ns1:solidFill>
                  <ns1:srgbClr val="000000"/>
                </ns1:solidFill>
                <ns1:latin typeface="Golos Text"/>
                <ns1:ea typeface="Golos Text"/>
                <ns1:cs typeface="Golos Text"/>
              </ns1:rPr>
              <ns1:t>3</ns1:t>
            </ns1:r>
          </ns1:p>
        </ns0:txBody>
      </ns0:sp>
      <ns0:sp>
        <ns0:nvSpPr>
          <ns0:cNvPr id="61" name="block-body-2">
            <ns1:extLst>
              <ns1:ext uri="{FF2B5EF4-FFF2-40B4-BE49-F238E27FC236}">
                <ns2:creationId id="{CD5BCEFF-3250-4501-B65E-1A70079E918B}"/>
              </ns1:ext>
            </ns1:extLst>
          </ns0:cNvPr>
          <ns0:cNvSpPr>
            <ns1:spLocks noGrp="1"/>
          </ns0:cNvSpPr>
          <ns0:nvPr/>
        </ns0:nvSpPr>
        <ns0:spPr>
          <ns1:xfrm>
            <ns1:off x="12331694" y="4476750"/>
            <ns1:ext cx="4737097" cy="1000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Краткое пояснение к тезису. Здесь можно раскрыть одну самостоятельную мысль.</ns1:t>
            </ns1:r>
          </ns1:p>
        </ns0:txBody>
      </ns0:sp>
      <ns0:sp>
        <ns0:nvSpPr>
          <ns0:cNvPr id="62" name="block-panel-3">
            <ns1:extLst>
              <ns1:ext uri="{FF2B5EF4-FFF2-40B4-BE49-F238E27FC236}">
                <ns2:creationId id="{E5B46AE8-C37A-4161-B51F-7387BC05E395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5905500"/>
            <ns1:ext cx="8048625" cy="2762250"/>
          </ns1:xfrm>
          <ns1:prstGeom prst="roundRect">
            <ns1:avLst>
              <ns1:gd name="adj" fmla="val 8276"/>
            </ns1:avLst>
          </ns1:prstGeom>
          <ns1:solidFill>
            <ns1:srgbClr val="F3F2F2"/>
          </ns1:solidFill>
          <ns1:ln w="0">
            <ns1:noFill/>
          </ns1:ln>
        </ns0:spPr>
      </ns0:sp>
      <ns0:sp>
        <ns0:nvSpPr>
          <ns0:cNvPr id="63" name="block-number-3">
            <ns1:extLst>
              <ns1:ext uri="{FF2B5EF4-FFF2-40B4-BE49-F238E27FC236}">
                <ns2:creationId id="{E060C1CB-A7A8-4C44-A1FF-ECB7C54399C6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" y="6115050"/>
            <ns1:ext cx="7515225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3600" b="0">
                <ns1:solidFill>
                  <ns1:srgbClr val="FF254A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3600" b="1">
                <ns1:solidFill>
                  <ns1:srgbClr val="FF254A"/>
                </ns1:solidFill>
                <ns1:latin typeface="Golos Text"/>
                <ns1:ea typeface="Golos Text"/>
                <ns1:cs typeface="Golos Text"/>
              </ns1:rPr>
              <ns1:t>04</ns1:t>
            </ns1:r>
          </ns1:p>
        </ns0:txBody>
      </ns0:sp>
      <ns0:sp>
        <ns0:nvSpPr>
          <ns0:cNvPr id="64" name="block-title-3">
            <ns1:extLst>
              <ns1:ext uri="{FF2B5EF4-FFF2-40B4-BE49-F238E27FC236}">
                <ns2:creationId id="{4D87061F-D5E0-461E-AA8B-2E3F26FA0D89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" y="6858000"/>
            <ns1:ext cx="7515225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rPr>
              <ns1:t>Название блока </ns1:t>
            </ns1:r>
            <ns1:r>
              <ns1:rPr sz="2600" b="1">
                <ns1:solidFill>
                  <ns1:srgbClr val="000000"/>
                </ns1:solidFill>
                <ns1:latin typeface="Golos Text"/>
                <ns1:ea typeface="Golos Text"/>
                <ns1:cs typeface="Golos Text"/>
              </ns1:rPr>
              <ns1:t>4</ns1:t>
            </ns1:r>
          </ns1:p>
        </ns0:txBody>
      </ns0:sp>
      <ns0:sp>
        <ns0:nvSpPr>
          <ns0:cNvPr id="65" name="block-body-3">
            <ns1:extLst>
              <ns1:ext uri="{FF2B5EF4-FFF2-40B4-BE49-F238E27FC236}">
                <ns2:creationId id="{11631D1E-47F9-4C9B-8890-570A50CFC24D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" y="7524750"/>
            <ns1:ext cx="7515225" cy="1000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Краткое пояснение к тезису. Здесь можно раскрыть одну самостоятельную мысль.</ns1:t>
            </ns1:r>
          </ns1:p>
        </ns0:txBody>
      </ns0:sp>
      <ns0:sp>
        <ns0:nvSpPr>
          <ns0:cNvPr id="66" name="block-panel-4">
            <ns1:extLst>
              <ns1:ext uri="{FF2B5EF4-FFF2-40B4-BE49-F238E27FC236}">
                <ns2:creationId id="{9FBBB6B0-1348-427B-A66A-200831271DEE}"/>
              </ns1:ext>
            </ns1:extLst>
          </ns0:cNvPr>
          <ns0:cNvSpPr>
            <ns1:spLocks noGrp="1"/>
          </ns0:cNvSpPr>
          <ns0:nvPr/>
        </ns0:nvSpPr>
        <ns0:spPr>
          <ns1:xfrm>
            <ns1:off x="9286875" y="5905500"/>
            <ns1:ext cx="8048625" cy="2762250"/>
          </ns1:xfrm>
          <ns1:prstGeom prst="roundRect">
            <ns1:avLst>
              <ns1:gd name="adj" fmla="val 8276"/>
            </ns1:avLst>
          </ns1:prstGeom>
          <ns1:solidFill>
            <ns1:srgbClr val="F3F2F2"/>
          </ns1:solidFill>
          <ns1:ln w="0">
            <ns1:noFill/>
          </ns1:ln>
        </ns0:spPr>
      </ns0:sp>
      <ns0:sp>
        <ns0:nvSpPr>
          <ns0:cNvPr id="67" name="block-number-4">
            <ns1:extLst>
              <ns1:ext uri="{FF2B5EF4-FFF2-40B4-BE49-F238E27FC236}">
                <ns2:creationId id="{7749FDAB-CA9F-47F1-893E-5802730068A2}"/>
              </ns1:ext>
            </ns1:extLst>
          </ns0:cNvPr>
          <ns0:cNvSpPr>
            <ns1:spLocks noGrp="1"/>
          </ns0:cNvSpPr>
          <ns0:nvPr/>
        </ns0:nvSpPr>
        <ns0:spPr>
          <ns1:xfrm>
            <ns1:off x="9553575" y="6115050"/>
            <ns1:ext cx="7515225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3600" b="0">
                <ns1:solidFill>
                  <ns1:srgbClr val="FF254A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3600" b="1">
                <ns1:solidFill>
                  <ns1:srgbClr val="FF254A"/>
                </ns1:solidFill>
                <ns1:latin typeface="Golos Text"/>
                <ns1:ea typeface="Golos Text"/>
                <ns1:cs typeface="Golos Text"/>
              </ns1:rPr>
              <ns1:t>05</ns1:t>
            </ns1:r>
          </ns1:p>
        </ns0:txBody>
      </ns0:sp>
      <ns0:sp>
        <ns0:nvSpPr>
          <ns0:cNvPr id="68" name="block-title-4">
            <ns1:extLst>
              <ns1:ext uri="{FF2B5EF4-FFF2-40B4-BE49-F238E27FC236}">
                <ns2:creationId id="{4F0A63B2-C60C-48BD-AF88-E94BFBE69F3A}"/>
              </ns1:ext>
            </ns1:extLst>
          </ns0:cNvPr>
          <ns0:cNvSpPr>
            <ns1:spLocks noGrp="1"/>
          </ns0:cNvSpPr>
          <ns0:nvPr/>
        </ns0:nvSpPr>
        <ns0:spPr>
          <ns1:xfrm>
            <ns1:off x="9553575" y="6858000"/>
            <ns1:ext cx="7515225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rPr>
              <ns1:t>Название блока </ns1:t>
            </ns1:r>
            <ns1:r>
              <ns1:rPr sz="2600" b="1">
                <ns1:solidFill>
                  <ns1:srgbClr val="000000"/>
                </ns1:solidFill>
                <ns1:latin typeface="Golos Text"/>
                <ns1:ea typeface="Golos Text"/>
                <ns1:cs typeface="Golos Text"/>
              </ns1:rPr>
              <ns1:t>5</ns1:t>
            </ns1:r>
          </ns1:p>
        </ns0:txBody>
      </ns0:sp>
      <ns0:sp>
        <ns0:nvSpPr>
          <ns0:cNvPr id="69" name="block-body-4">
            <ns1:extLst>
              <ns1:ext uri="{FF2B5EF4-FFF2-40B4-BE49-F238E27FC236}">
                <ns2:creationId id="{E11459E6-CF9B-4821-B41B-68BB86371553}"/>
              </ns1:ext>
            </ns1:extLst>
          </ns0:cNvPr>
          <ns0:cNvSpPr>
            <ns1:spLocks noGrp="1"/>
          </ns0:cNvSpPr>
          <ns0:nvPr/>
        </ns0:nvSpPr>
        <ns0:spPr>
          <ns1:xfrm>
            <ns1:off x="9553575" y="7524750"/>
            <ns1:ext cx="7515225" cy="1000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Краткое пояснение к тезису. Здесь можно раскрыть одну самостоятельную мысль.</ns1:t>
            </ns1:r>
          </ns1:p>
        </ns0:txBody>
      </ns0:sp>
      <ns0:sp>
        <ns0:nvSpPr>
          <ns0:cNvPr id="70" name="footer">
            <ns1:extLst>
              <ns1:ext uri="{FF2B5EF4-FFF2-40B4-BE49-F238E27FC236}">
                <ns2:creationId id="{BD0746DB-62F3-490E-B254-9F54D7FA4A9E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9467850"/>
            <ns1:ext cx="15240000" cy="3619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1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ДЕМОНСТРАЦИОННЫЕ ДАННЫЕ</ns1:t>
            </ns1:r>
          </ns1:p>
        </ns0:txBody>
      </ns0:sp>
      <ns0:sp>
        <ns0:nvSpPr>
          <ns0:cNvPr id="71" name="page-number">
            <ns1:extLst>
              <ns1:ext uri="{FF2B5EF4-FFF2-40B4-BE49-F238E27FC236}">
                <ns2:creationId id="{B4034748-1C2E-428A-AE38-D633CAF68C17}"/>
              </ns1:ext>
            </ns1:extLst>
          </ns0:cNvPr>
          <ns0:cNvSpPr>
            <ns1:spLocks noGrp="1"/>
          </ns0:cNvSpPr>
          <ns0:nvPr/>
        </ns0:nvSpPr>
        <ns0:spPr>
          <ns1:xfrm>
            <ns1:off x="16573500" y="9467850"/>
            <ns1:ext cx="762000" cy="3619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1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1200" b="1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2</ns1:t>
            </ns1:r>
          </ns1:p>
        </ns0:txBody>
      </ns0:sp>
    </ns0:spTree>
    <ns0:extLst>
      <ns0:ext uri="{BB962C8B-B14F-4D97-AF65-F5344CB8AC3E}">
        <ns5:creationId val="2356068081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33" name="Заголовок 32">
            <ns1:extLst>
              <ns1:ext uri="{FF2B5EF4-FFF2-40B4-BE49-F238E27FC236}">
                <ns2:creationId id="{4C880861-29C1-1BAE-1BF1-A672637EDB25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2001500" cy="1381125"/>
          </ns1:xfrm>
        </ns0:spPr>
        <ns0:txBody>
          <ns1:bodyPr wrap="square" lIns="0" tIns="0" rIns="0" bIns="0" anchor="t">
            <ns1:noAutofit/>
          </ns1:bodyPr>
          <ns1:lstStyle>
            <ns1:lvl1pPr algn="l">
              <ns1:buNone/>
              <ns1:defRPr sz="4400"/>
            </ns1:lvl1pPr>
          </ns1:lstStyle>
          <ns1:p>
            <ns1:pPr algn="l">
              <ns1:defRPr sz="44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44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rPr>
              <ns1:t>Текстовые блоки с общим выводом</ns1:t>
            </ns1:r>
          </ns1:p>
        </ns0:txBody>
      </ns0:sp>
      <ns0:sp>
        <ns0:nvSpPr>
          <ns0:cNvPr id="48" name="Текст 16">
            <ns1:extLst>
              <ns1:ext uri="{FF2B5EF4-FFF2-40B4-BE49-F238E27FC236}">
                <ns2:creationId id="{10955D0A-A4CF-7EF9-1EEE-58F49B460E47}"/>
              </ns1:ext>
            </ns1:extLst>
          </ns0:cNvPr>
          <ns0:cNvSpPr>
            <ns1:spLocks noGrp="1"/>
          </ns0:cNvSpPr>
          <ns0:nvPr/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9b283919d23b42a3">
              <ns1:extLst>
                <ns1:ext uri="{96DAC541-7B7A-43D3-8B79-37D633B846F1}">
                  <ns4:svgBlip ns3:embed="Re9ea3ea90bac4801"/>
                </ns1:ext>
              </ns1:extLst>
            </ns1:blip>
            <ns1:stretch>
              <ns1:fillRect l="0" t="0" r="0" b="0"/>
            </ns1:stretch>
          </ns1:blipFill>
        </ns0:spPr>
        <ns0:txBody>
          <ns1:bodyPr vert="horz" lIns="91440" tIns="45720" rIns="91440" bIns="45720">
            <ns1:normAutofit/>
          </ns1:bodyPr>
          <ns1:lstStyle>
            <ns1:lvl1pPr marL="0" indent="0" algn="l" defTabSz="914400">
              <ns1:spcBef>
                <ns1:spcPct val="20000"/>
              </ns1:spcBef>
              <ns1:buFont typeface="Golos Text"/>
              <ns1:buNone/>
              <ns1:defRPr sz="14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 marL="742950" indent="-285750" algn="l" defTabSz="914400">
              <ns1:spcBef>
                <ns1:spcPct val="20000"/>
              </ns1:spcBef>
              <ns1:buFont typeface="Golos Text"/>
              <ns1:buChar char="–"/>
              <ns1:defRPr sz="28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2pPr>
            <ns1:lvl3pPr marL="1143000" indent="-228600" algn="l" defTabSz="914400">
              <ns1:spcBef>
                <ns1:spcPct val="20000"/>
              </ns1:spcBef>
              <ns1:buFont typeface="Golos Text"/>
              <ns1:buChar char="•"/>
              <ns1:defRPr sz="24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3pPr>
            <ns1:lvl4pPr marL="1600200" indent="-228600" algn="l" defTabSz="914400">
              <ns1:spcBef>
                <ns1:spcPct val="20000"/>
              </ns1:spcBef>
              <ns1:buFont typeface="Golos Text"/>
              <ns1:buChar char="–"/>
              <ns1:defRPr sz="20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4pPr>
            <ns1:lvl5pPr marL="2057400" indent="-228600" algn="l" defTabSz="914400">
              <ns1:spcBef>
                <ns1:spcPct val="20000"/>
              </ns1:spcBef>
              <ns1:buFont typeface="Golos Text"/>
              <ns1:buChar char="»"/>
              <ns1:defRPr sz="20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5pPr>
            <ns1:lvl6pPr marL="25146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6pPr>
            <ns1:lvl7pPr marL="29718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7pPr>
            <ns1:lvl8pPr marL="34290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8pPr>
            <ns1:lvl9pPr marL="38862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9pPr>
          </ns1:lstStyle>
          <ns1:p>
            <ns1:r>
              <ns1:t> </ns1:t>
            </ns1:r>
            <ns1:endParaRPr/>
          </ns1:p>
        </ns0:txBody>
      </ns0:sp>
      <ns0:sp>
        <ns0:nvSpPr>
          <ns0:cNvPr id="49" name="Текст 16">
            <ns1:extLst>
              <ns1:ext uri="{FF2B5EF4-FFF2-40B4-BE49-F238E27FC236}">
                <ns2:creationId id="{955F22DB-5BFC-CB54-35BE-E495AB99C3F9}"/>
              </ns1:ext>
            </ns1:extLst>
          </ns0:cNvPr>
          <ns0:cNvSpPr>
            <ns1:spLocks noGrp="1"/>
          </ns0:cNvSpPr>
          <ns0:nvPr/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440a2cca9aaf4707">
              <ns1:extLst>
                <ns1:ext uri="{96DAC541-7B7A-43D3-8B79-37D633B846F1}">
                  <ns4:svgBlip ns3:embed="R19e7c006f1114ddb"/>
                </ns1:ext>
              </ns1:extLst>
            </ns1:blip>
            <ns1:stretch>
              <ns1:fillRect l="0" t="0" r="0" b="0"/>
            </ns1:stretch>
          </ns1:blipFill>
        </ns0:spPr>
        <ns0:txBody>
          <ns1:bodyPr vert="horz" lIns="91440" tIns="45720" rIns="91440" bIns="45720">
            <ns1:normAutofit/>
          </ns1:bodyPr>
          <ns1:lstStyle>
            <ns1:lvl1pPr marL="0" indent="0" algn="l" defTabSz="914400">
              <ns1:spcBef>
                <ns1:spcPct val="20000"/>
              </ns1:spcBef>
              <ns1:buFont typeface="Golos Text"/>
              <ns1:buNone/>
              <ns1:defRPr sz="14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 marL="742950" indent="-285750" algn="l" defTabSz="914400">
              <ns1:spcBef>
                <ns1:spcPct val="20000"/>
              </ns1:spcBef>
              <ns1:buFont typeface="Golos Text"/>
              <ns1:buChar char="–"/>
              <ns1:defRPr sz="28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2pPr>
            <ns1:lvl3pPr marL="1143000" indent="-228600" algn="l" defTabSz="914400">
              <ns1:spcBef>
                <ns1:spcPct val="20000"/>
              </ns1:spcBef>
              <ns1:buFont typeface="Golos Text"/>
              <ns1:buChar char="•"/>
              <ns1:defRPr sz="24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3pPr>
            <ns1:lvl4pPr marL="1600200" indent="-228600" algn="l" defTabSz="914400">
              <ns1:spcBef>
                <ns1:spcPct val="20000"/>
              </ns1:spcBef>
              <ns1:buFont typeface="Golos Text"/>
              <ns1:buChar char="–"/>
              <ns1:defRPr sz="20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4pPr>
            <ns1:lvl5pPr marL="2057400" indent="-228600" algn="l" defTabSz="914400">
              <ns1:spcBef>
                <ns1:spcPct val="20000"/>
              </ns1:spcBef>
              <ns1:buFont typeface="Golos Text"/>
              <ns1:buChar char="»"/>
              <ns1:defRPr sz="20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5pPr>
            <ns1:lvl6pPr marL="25146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6pPr>
            <ns1:lvl7pPr marL="29718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7pPr>
            <ns1:lvl8pPr marL="34290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8pPr>
            <ns1:lvl9pPr marL="38862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9pPr>
          </ns1:lstStyle>
          <ns1:p>
            <ns1:r>
              <ns1:t> </ns1:t>
            </ns1:r>
            <ns1:endParaRPr/>
          </ns1:p>
        </ns0:txBody>
      </ns0:sp>
      <ns0:sp>
        <ns0:nvSpPr>
          <ns0:cNvPr id="50" name="block-panel-0">
            <ns1:extLst>
              <ns1:ext uri="{FF2B5EF4-FFF2-40B4-BE49-F238E27FC236}">
                <ns2:creationId id="{A9F6E200-F735-46D1-8A92-001F91171549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2857500"/>
            <ns1:ext cx="5270497" cy="4191000"/>
          </ns1:xfrm>
          <ns1:prstGeom prst="roundRect">
            <ns1:avLst>
              <ns1:gd name="adj" fmla="val 5455"/>
            </ns1:avLst>
          </ns1:prstGeom>
          <ns1:solidFill>
            <ns1:srgbClr val="F3F2F2"/>
          </ns1:solidFill>
          <ns1:ln w="0">
            <ns1:noFill/>
          </ns1:ln>
        </ns0:spPr>
      </ns0:sp>
      <ns0:sp>
        <ns0:nvSpPr>
          <ns0:cNvPr id="51" name="block-number-0">
            <ns1:extLst>
              <ns1:ext uri="{FF2B5EF4-FFF2-40B4-BE49-F238E27FC236}">
                <ns2:creationId id="{57B39673-D9BF-4EA4-9F42-D41B3247F77A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3143250"/>
            <ns1:ext cx="4698997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3600" b="0">
                <ns1:solidFill>
                  <ns1:srgbClr val="FF254A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3600" b="1">
                <ns1:solidFill>
                  <ns1:srgbClr val="FF254A"/>
                </ns1:solidFill>
                <ns1:latin typeface="Golos Text"/>
                <ns1:ea typeface="Golos Text"/>
                <ns1:cs typeface="Golos Text"/>
              </ns1:rPr>
              <ns1:t>01</ns1:t>
            </ns1:r>
          </ns1:p>
        </ns0:txBody>
      </ns0:sp>
      <ns0:sp>
        <ns0:nvSpPr>
          <ns0:cNvPr id="52" name="block-title-0">
            <ns1:extLst>
              <ns1:ext uri="{FF2B5EF4-FFF2-40B4-BE49-F238E27FC236}">
                <ns2:creationId id="{739ABAAA-8C3E-4CC5-9D4D-5773A4651AB4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3886200"/>
            <ns1:ext cx="4698997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rPr>
              <ns1:t>Название блока </ns1:t>
            </ns1:r>
            <ns1:r>
              <ns1:rPr sz="2600" b="1">
                <ns1:solidFill>
                  <ns1:srgbClr val="000000"/>
                </ns1:solidFill>
                <ns1:latin typeface="Golos Text"/>
                <ns1:ea typeface="Golos Text"/>
                <ns1:cs typeface="Golos Text"/>
              </ns1:rPr>
              <ns1:t>1</ns1:t>
            </ns1:r>
          </ns1:p>
        </ns0:txBody>
      </ns0:sp>
      <ns0:sp>
        <ns0:nvSpPr>
          <ns0:cNvPr id="53" name="block-body-0">
            <ns1:extLst>
              <ns1:ext uri="{FF2B5EF4-FFF2-40B4-BE49-F238E27FC236}">
                <ns2:creationId id="{76B08D64-B737-431E-A12F-3BEE36B4AD4A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4552950"/>
            <ns1:ext cx="4698997" cy="24765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Краткое пояснение к тезису. Здесь можно раскрыть одну самостоятельную мысль.</ns1:t>
            </ns1:r>
          </ns1:p>
        </ns0:txBody>
      </ns0:sp>
      <ns0:sp>
        <ns0:nvSpPr>
          <ns0:cNvPr id="54" name="block-panel-1">
            <ns1:extLst>
              <ns1:ext uri="{FF2B5EF4-FFF2-40B4-BE49-F238E27FC236}">
                <ns2:creationId id="{F06A4649-04EF-4660-A893-95FC4402039F}"/>
              </ns1:ext>
            </ns1:extLst>
          </ns0:cNvPr>
          <ns0:cNvSpPr>
            <ns1:spLocks noGrp="1"/>
          </ns0:cNvSpPr>
          <ns0:nvPr/>
        </ns0:nvSpPr>
        <ns0:spPr>
          <ns1:xfrm>
            <ns1:off x="6508747" y="2857500"/>
            <ns1:ext cx="5270497" cy="4191000"/>
          </ns1:xfrm>
          <ns1:prstGeom prst="roundRect">
            <ns1:avLst>
              <ns1:gd name="adj" fmla="val 5455"/>
            </ns1:avLst>
          </ns1:prstGeom>
          <ns1:solidFill>
            <ns1:srgbClr val="F3F2F2"/>
          </ns1:solidFill>
          <ns1:ln w="0">
            <ns1:noFill/>
          </ns1:ln>
        </ns0:spPr>
      </ns0:sp>
      <ns0:sp>
        <ns0:nvSpPr>
          <ns0:cNvPr id="55" name="block-number-1">
            <ns1:extLst>
              <ns1:ext uri="{FF2B5EF4-FFF2-40B4-BE49-F238E27FC236}">
                <ns2:creationId id="{815FE432-D668-4F15-BF61-14B0143180B0}"/>
              </ns1:ext>
            </ns1:extLst>
          </ns0:cNvPr>
          <ns0:cNvSpPr>
            <ns1:spLocks noGrp="1"/>
          </ns0:cNvSpPr>
          <ns0:nvPr/>
        </ns0:nvSpPr>
        <ns0:spPr>
          <ns1:xfrm>
            <ns1:off x="6794497" y="3143250"/>
            <ns1:ext cx="4698997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3600" b="0">
                <ns1:solidFill>
                  <ns1:srgbClr val="FF254A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3600" b="1">
                <ns1:solidFill>
                  <ns1:srgbClr val="FF254A"/>
                </ns1:solidFill>
                <ns1:latin typeface="Golos Text"/>
                <ns1:ea typeface="Golos Text"/>
                <ns1:cs typeface="Golos Text"/>
              </ns1:rPr>
              <ns1:t>02</ns1:t>
            </ns1:r>
          </ns1:p>
        </ns0:txBody>
      </ns0:sp>
      <ns0:sp>
        <ns0:nvSpPr>
          <ns0:cNvPr id="56" name="block-title-1">
            <ns1:extLst>
              <ns1:ext uri="{FF2B5EF4-FFF2-40B4-BE49-F238E27FC236}">
                <ns2:creationId id="{3CE55C4C-7893-4102-9E0E-9C129E467277}"/>
              </ns1:ext>
            </ns1:extLst>
          </ns0:cNvPr>
          <ns0:cNvSpPr>
            <ns1:spLocks noGrp="1"/>
          </ns0:cNvSpPr>
          <ns0:nvPr/>
        </ns0:nvSpPr>
        <ns0:spPr>
          <ns1:xfrm>
            <ns1:off x="6794497" y="3886200"/>
            <ns1:ext cx="4698997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rPr>
              <ns1:t>Название блока </ns1:t>
            </ns1:r>
            <ns1:r>
              <ns1:rPr sz="2600" b="1">
                <ns1:solidFill>
                  <ns1:srgbClr val="000000"/>
                </ns1:solidFill>
                <ns1:latin typeface="Golos Text"/>
                <ns1:ea typeface="Golos Text"/>
                <ns1:cs typeface="Golos Text"/>
              </ns1:rPr>
              <ns1:t>2</ns1:t>
            </ns1:r>
          </ns1:p>
        </ns0:txBody>
      </ns0:sp>
      <ns0:sp>
        <ns0:nvSpPr>
          <ns0:cNvPr id="57" name="block-body-1">
            <ns1:extLst>
              <ns1:ext uri="{FF2B5EF4-FFF2-40B4-BE49-F238E27FC236}">
                <ns2:creationId id="{F0C70897-E4BD-4E4F-A7E4-3BB927BE83B5}"/>
              </ns1:ext>
            </ns1:extLst>
          </ns0:cNvPr>
          <ns0:cNvSpPr>
            <ns1:spLocks noGrp="1"/>
          </ns0:cNvSpPr>
          <ns0:nvPr/>
        </ns0:nvSpPr>
        <ns0:spPr>
          <ns1:xfrm>
            <ns1:off x="6794497" y="4552950"/>
            <ns1:ext cx="4698997" cy="24765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Краткое пояснение к тезису. Здесь можно раскрыть одну самостоятельную мысль.</ns1:t>
            </ns1:r>
          </ns1:p>
        </ns0:txBody>
      </ns0:sp>
      <ns0:sp>
        <ns0:nvSpPr>
          <ns0:cNvPr id="58" name="block-panel-2">
            <ns1:extLst>
              <ns1:ext uri="{FF2B5EF4-FFF2-40B4-BE49-F238E27FC236}">
                <ns2:creationId id="{A3037E11-42AA-4939-B20F-B55D6FFF580D}"/>
              </ns1:ext>
            </ns1:extLst>
          </ns0:cNvPr>
          <ns0:cNvSpPr>
            <ns1:spLocks noGrp="1"/>
          </ns0:cNvSpPr>
          <ns0:nvPr/>
        </ns0:nvSpPr>
        <ns0:spPr>
          <ns1:xfrm>
            <ns1:off x="12064994" y="2857500"/>
            <ns1:ext cx="5270497" cy="4191000"/>
          </ns1:xfrm>
          <ns1:prstGeom prst="roundRect">
            <ns1:avLst>
              <ns1:gd name="adj" fmla="val 5455"/>
            </ns1:avLst>
          </ns1:prstGeom>
          <ns1:solidFill>
            <ns1:srgbClr val="F3F2F2"/>
          </ns1:solidFill>
          <ns1:ln w="0">
            <ns1:noFill/>
          </ns1:ln>
        </ns0:spPr>
      </ns0:sp>
      <ns0:sp>
        <ns0:nvSpPr>
          <ns0:cNvPr id="59" name="block-number-2">
            <ns1:extLst>
              <ns1:ext uri="{FF2B5EF4-FFF2-40B4-BE49-F238E27FC236}">
                <ns2:creationId id="{29D999B3-F548-4912-B280-FB608EB1D366}"/>
              </ns1:ext>
            </ns1:extLst>
          </ns0:cNvPr>
          <ns0:cNvSpPr>
            <ns1:spLocks noGrp="1"/>
          </ns0:cNvSpPr>
          <ns0:nvPr/>
        </ns0:nvSpPr>
        <ns0:spPr>
          <ns1:xfrm>
            <ns1:off x="12350744" y="3143250"/>
            <ns1:ext cx="4698997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3600" b="0">
                <ns1:solidFill>
                  <ns1:srgbClr val="FF254A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3600" b="1">
                <ns1:solidFill>
                  <ns1:srgbClr val="FF254A"/>
                </ns1:solidFill>
                <ns1:latin typeface="Golos Text"/>
                <ns1:ea typeface="Golos Text"/>
                <ns1:cs typeface="Golos Text"/>
              </ns1:rPr>
              <ns1:t>03</ns1:t>
            </ns1:r>
          </ns1:p>
        </ns0:txBody>
      </ns0:sp>
      <ns0:sp>
        <ns0:nvSpPr>
          <ns0:cNvPr id="60" name="block-title-2">
            <ns1:extLst>
              <ns1:ext uri="{FF2B5EF4-FFF2-40B4-BE49-F238E27FC236}">
                <ns2:creationId id="{1BEB6150-9765-45E9-8F2C-9BE1C59CC4BA}"/>
              </ns1:ext>
            </ns1:extLst>
          </ns0:cNvPr>
          <ns0:cNvSpPr>
            <ns1:spLocks noGrp="1"/>
          </ns0:cNvSpPr>
          <ns0:nvPr/>
        </ns0:nvSpPr>
        <ns0:spPr>
          <ns1:xfrm>
            <ns1:off x="12350744" y="3886200"/>
            <ns1:ext cx="4698997" cy="619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rPr>
              <ns1:t>Название блока </ns1:t>
            </ns1:r>
            <ns1:r>
              <ns1:rPr sz="2600" b="1">
                <ns1:solidFill>
                  <ns1:srgbClr val="000000"/>
                </ns1:solidFill>
                <ns1:latin typeface="Golos Text"/>
                <ns1:ea typeface="Golos Text"/>
                <ns1:cs typeface="Golos Text"/>
              </ns1:rPr>
              <ns1:t>3</ns1:t>
            </ns1:r>
          </ns1:p>
        </ns0:txBody>
      </ns0:sp>
      <ns0:sp>
        <ns0:nvSpPr>
          <ns0:cNvPr id="61" name="block-body-2">
            <ns1:extLst>
              <ns1:ext uri="{FF2B5EF4-FFF2-40B4-BE49-F238E27FC236}">
                <ns2:creationId id="{DF0C789E-AB7D-4015-A27F-4AFDF1F7CF6E}"/>
              </ns1:ext>
            </ns1:extLst>
          </ns0:cNvPr>
          <ns0:cNvSpPr>
            <ns1:spLocks noGrp="1"/>
          </ns0:cNvSpPr>
          <ns0:nvPr/>
        </ns0:nvSpPr>
        <ns0:spPr>
          <ns1:xfrm>
            <ns1:off x="12350744" y="4552950"/>
            <ns1:ext cx="4698997" cy="24765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Краткое пояснение к тезису. Здесь можно раскрыть одну самостоятельную мысль.</ns1:t>
            </ns1:r>
          </ns1:p>
        </ns0:txBody>
      </ns0:sp>
      <ns0:sp>
        <ns0:nvSpPr>
          <ns0:cNvPr id="62" name="block-callout-panel">
            <ns1:extLst>
              <ns1:ext uri="{FF2B5EF4-FFF2-40B4-BE49-F238E27FC236}">
                <ns2:creationId id="{AEAB7AC8-25F7-4310-888A-30DB1F8BBD15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7477125"/>
            <ns1:ext cx="16383000" cy="1190625"/>
          </ns1:xfrm>
          <ns1:prstGeom prst="roundRect">
            <ns1:avLst>
              <ns1:gd name="adj" fmla="val 19200"/>
            </ns1:avLst>
          </ns1:prstGeom>
          <ns1:solidFill>
            <ns1:srgbClr val="FF254A"/>
          </ns1:solidFill>
          <ns1:ln w="0">
            <ns1:noFill/>
          </ns1:ln>
        </ns0:spPr>
      </ns0:sp>
      <ns0:sp>
        <ns0:nvSpPr>
          <ns0:cNvPr id="63" name="block-callout">
            <ns1:extLst>
              <ns1:ext uri="{FF2B5EF4-FFF2-40B4-BE49-F238E27FC236}">
                <ns2:creationId id="{A649447D-9F2A-4E80-BC75-F32988F6201C}"/>
              </ns1:ext>
            </ns1:extLst>
          </ns0:cNvPr>
          <ns0:cNvSpPr>
            <ns1:spLocks noGrp="1"/>
          </ns0:cNvSpPr>
          <ns0:nvPr/>
        </ns0:nvSpPr>
        <ns0:spPr>
          <ns1:xfrm>
            <ns1:off x="1295400" y="7781925"/>
            <ns1:ext cx="156972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600" b="0">
                <ns1:solidFill>
                  <ns1:srgbClr val="FFFFFF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2600" b="0">
                <ns1:solidFill>
                  <ns1:srgbClr val="FFFFFF"/>
                </ns1:solidFill>
                <ns1:latin typeface="Golos Text SemiBold"/>
                <ns1:ea typeface="Golos Text SemiBold"/>
                <ns1:cs typeface="Golos Text SemiBold"/>
              </ns1:rPr>
              <ns1:t>Общий вывод объединяет содержание карточек в одну мысль.</ns1:t>
            </ns1:r>
          </ns1:p>
        </ns0:txBody>
      </ns0:sp>
      <ns0:sp>
        <ns0:nvSpPr>
          <ns0:cNvPr id="64" name="footer">
            <ns1:extLst>
              <ns1:ext uri="{FF2B5EF4-FFF2-40B4-BE49-F238E27FC236}">
                <ns2:creationId id="{28117904-45DA-48B9-8871-E50826FBC7E2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9467850"/>
            <ns1:ext cx="15240000" cy="3619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1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ДЕМОНСТРАЦИОННЫЕ ДАННЫЕ</ns1:t>
            </ns1:r>
          </ns1:p>
        </ns0:txBody>
      </ns0:sp>
      <ns0:sp>
        <ns0:nvSpPr>
          <ns0:cNvPr id="65" name="page-number">
            <ns1:extLst>
              <ns1:ext uri="{FF2B5EF4-FFF2-40B4-BE49-F238E27FC236}">
                <ns2:creationId id="{8727EAC8-310E-4EDD-B893-FD0C449CCF7C}"/>
              </ns1:ext>
            </ns1:extLst>
          </ns0:cNvPr>
          <ns0:cNvSpPr>
            <ns1:spLocks noGrp="1"/>
          </ns0:cNvSpPr>
          <ns0:nvPr/>
        </ns0:nvSpPr>
        <ns0:spPr>
          <ns1:xfrm>
            <ns1:off x="16573500" y="9467850"/>
            <ns1:ext cx="762000" cy="3619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1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1200" b="1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3</ns1:t>
            </ns1:r>
          </ns1:p>
        </ns0:txBody>
      </ns0:sp>
    </ns0:spTree>
    <ns0:extLst>
      <ns0:ext uri="{BB962C8B-B14F-4D97-AF65-F5344CB8AC3E}">
        <ns5:creationId val="2356068081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33" name="Заголовок 32">
            <ns1:extLst>
              <ns1:ext uri="{FF2B5EF4-FFF2-40B4-BE49-F238E27FC236}">
                <ns2:creationId id="{4C880861-29C1-1BAE-1BF1-A672637EDB25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2001500" cy="1381125"/>
          </ns1:xfrm>
        </ns0:spPr>
        <ns0:txBody>
          <ns1:bodyPr wrap="square" lIns="0" tIns="0" rIns="0" bIns="0" anchor="t">
            <ns1:noAutofit/>
          </ns1:bodyPr>
          <ns1:lstStyle>
            <ns1:lvl1pPr algn="l">
              <ns1:buNone/>
              <ns1:defRPr sz="4400"/>
            </ns1:lvl1pPr>
          </ns1:lstStyle>
          <ns1:p>
            <ns1:pPr algn="l">
              <ns1:defRPr sz="44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44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rPr>
              <ns1:t>Контекст и главный акцент</ns1:t>
            </ns1:r>
          </ns1:p>
        </ns0:txBody>
      </ns0:sp>
      <ns0:sp>
        <ns0:nvSpPr>
          <ns0:cNvPr id="48" name="Текст 16">
            <ns1:extLst>
              <ns1:ext uri="{FF2B5EF4-FFF2-40B4-BE49-F238E27FC236}">
                <ns2:creationId id="{10955D0A-A4CF-7EF9-1EEE-58F49B460E47}"/>
              </ns1:ext>
            </ns1:extLst>
          </ns0:cNvPr>
          <ns0:cNvSpPr>
            <ns1:spLocks noGrp="1"/>
          </ns0:cNvSpPr>
          <ns0:nvPr/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312c92b2b83e4de5">
              <ns1:extLst>
                <ns1:ext uri="{96DAC541-7B7A-43D3-8B79-37D633B846F1}">
                  <ns4:svgBlip ns3:embed="R4182455fb11442c4"/>
                </ns1:ext>
              </ns1:extLst>
            </ns1:blip>
            <ns1:stretch>
              <ns1:fillRect l="0" t="0" r="0" b="0"/>
            </ns1:stretch>
          </ns1:blipFill>
        </ns0:spPr>
        <ns0:txBody>
          <ns1:bodyPr vert="horz" lIns="91440" tIns="45720" rIns="91440" bIns="45720">
            <ns1:normAutofit/>
          </ns1:bodyPr>
          <ns1:lstStyle>
            <ns1:lvl1pPr marL="0" indent="0" algn="l" defTabSz="914400">
              <ns1:spcBef>
                <ns1:spcPct val="20000"/>
              </ns1:spcBef>
              <ns1:buFont typeface="Golos Text"/>
              <ns1:buNone/>
              <ns1:defRPr sz="14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 marL="742950" indent="-285750" algn="l" defTabSz="914400">
              <ns1:spcBef>
                <ns1:spcPct val="20000"/>
              </ns1:spcBef>
              <ns1:buFont typeface="Golos Text"/>
              <ns1:buChar char="–"/>
              <ns1:defRPr sz="28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2pPr>
            <ns1:lvl3pPr marL="1143000" indent="-228600" algn="l" defTabSz="914400">
              <ns1:spcBef>
                <ns1:spcPct val="20000"/>
              </ns1:spcBef>
              <ns1:buFont typeface="Golos Text"/>
              <ns1:buChar char="•"/>
              <ns1:defRPr sz="24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3pPr>
            <ns1:lvl4pPr marL="1600200" indent="-228600" algn="l" defTabSz="914400">
              <ns1:spcBef>
                <ns1:spcPct val="20000"/>
              </ns1:spcBef>
              <ns1:buFont typeface="Golos Text"/>
              <ns1:buChar char="–"/>
              <ns1:defRPr sz="20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4pPr>
            <ns1:lvl5pPr marL="2057400" indent="-228600" algn="l" defTabSz="914400">
              <ns1:spcBef>
                <ns1:spcPct val="20000"/>
              </ns1:spcBef>
              <ns1:buFont typeface="Golos Text"/>
              <ns1:buChar char="»"/>
              <ns1:defRPr sz="20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5pPr>
            <ns1:lvl6pPr marL="25146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6pPr>
            <ns1:lvl7pPr marL="29718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7pPr>
            <ns1:lvl8pPr marL="34290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8pPr>
            <ns1:lvl9pPr marL="38862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9pPr>
          </ns1:lstStyle>
          <ns1:p>
            <ns1:r>
              <ns1:t> </ns1:t>
            </ns1:r>
            <ns1:endParaRPr/>
          </ns1:p>
        </ns0:txBody>
      </ns0:sp>
      <ns0:sp>
        <ns0:nvSpPr>
          <ns0:cNvPr id="49" name="Текст 16">
            <ns1:extLst>
              <ns1:ext uri="{FF2B5EF4-FFF2-40B4-BE49-F238E27FC236}">
                <ns2:creationId id="{955F22DB-5BFC-CB54-35BE-E495AB99C3F9}"/>
              </ns1:ext>
            </ns1:extLst>
          </ns0:cNvPr>
          <ns0:cNvSpPr>
            <ns1:spLocks noGrp="1"/>
          </ns0:cNvSpPr>
          <ns0:nvPr/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6ccbcfcf808447a8">
              <ns1:extLst>
                <ns1:ext uri="{96DAC541-7B7A-43D3-8B79-37D633B846F1}">
                  <ns4:svgBlip ns3:embed="R57e1c8e83bac42ba"/>
                </ns1:ext>
              </ns1:extLst>
            </ns1:blip>
            <ns1:stretch>
              <ns1:fillRect l="0" t="0" r="0" b="0"/>
            </ns1:stretch>
          </ns1:blipFill>
        </ns0:spPr>
        <ns0:txBody>
          <ns1:bodyPr vert="horz" lIns="91440" tIns="45720" rIns="91440" bIns="45720">
            <ns1:normAutofit/>
          </ns1:bodyPr>
          <ns1:lstStyle>
            <ns1:lvl1pPr marL="0" indent="0" algn="l" defTabSz="914400">
              <ns1:spcBef>
                <ns1:spcPct val="20000"/>
              </ns1:spcBef>
              <ns1:buFont typeface="Golos Text"/>
              <ns1:buNone/>
              <ns1:defRPr sz="14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 marL="742950" indent="-285750" algn="l" defTabSz="914400">
              <ns1:spcBef>
                <ns1:spcPct val="20000"/>
              </ns1:spcBef>
              <ns1:buFont typeface="Golos Text"/>
              <ns1:buChar char="–"/>
              <ns1:defRPr sz="28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2pPr>
            <ns1:lvl3pPr marL="1143000" indent="-228600" algn="l" defTabSz="914400">
              <ns1:spcBef>
                <ns1:spcPct val="20000"/>
              </ns1:spcBef>
              <ns1:buFont typeface="Golos Text"/>
              <ns1:buChar char="•"/>
              <ns1:defRPr sz="24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3pPr>
            <ns1:lvl4pPr marL="1600200" indent="-228600" algn="l" defTabSz="914400">
              <ns1:spcBef>
                <ns1:spcPct val="20000"/>
              </ns1:spcBef>
              <ns1:buFont typeface="Golos Text"/>
              <ns1:buChar char="–"/>
              <ns1:defRPr sz="20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4pPr>
            <ns1:lvl5pPr marL="2057400" indent="-228600" algn="l" defTabSz="914400">
              <ns1:spcBef>
                <ns1:spcPct val="20000"/>
              </ns1:spcBef>
              <ns1:buFont typeface="Golos Text"/>
              <ns1:buChar char="»"/>
              <ns1:defRPr sz="20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5pPr>
            <ns1:lvl6pPr marL="25146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6pPr>
            <ns1:lvl7pPr marL="29718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7pPr>
            <ns1:lvl8pPr marL="34290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8pPr>
            <ns1:lvl9pPr marL="38862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9pPr>
          </ns1:lstStyle>
          <ns1:p>
            <ns1:r>
              <ns1:t> </ns1:t>
            </ns1:r>
            <ns1:endParaRPr/>
          </ns1:p>
        </ns0:txBody>
      </ns0:sp>
      <ns0:sp>
        <ns0:nvSpPr>
          <ns0:cNvPr id="50" name="block-panel-0">
            <ns1:extLst>
              <ns1:ext uri="{FF2B5EF4-FFF2-40B4-BE49-F238E27FC236}">
                <ns2:creationId id="{969D345D-585E-4171-93BB-C17062F8B2F7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2857500"/>
            <ns1:ext cx="6000750" cy="4191000"/>
          </ns1:xfrm>
          <ns1:prstGeom prst="roundRect">
            <ns1:avLst>
              <ns1:gd name="adj" fmla="val 5455"/>
            </ns1:avLst>
          </ns1:prstGeom>
          <ns1:solidFill>
            <ns1:srgbClr val="F3F2F2"/>
          </ns1:solidFill>
          <ns1:ln w="0">
            <ns1:noFill/>
          </ns1:ln>
        </ns0:spPr>
      </ns0:sp>
      <ns0:sp>
        <ns0:nvSpPr>
          <ns0:cNvPr id="51" name="block-title-0">
            <ns1:extLst>
              <ns1:ext uri="{FF2B5EF4-FFF2-40B4-BE49-F238E27FC236}">
                <ns2:creationId id="{8AB13F52-9C49-42D1-930B-44D34E7FE942}"/>
              </ns1:ext>
            </ns1:extLst>
          </ns0:cNvPr>
          <ns0:cNvSpPr>
            <ns1:spLocks noGrp="1"/>
          </ns0:cNvSpPr>
          <ns0:nvPr/>
        </ns0:nvSpPr>
        <ns0:spPr>
          <ns1:xfrm>
            <ns1:off x="1295400" y="3257550"/>
            <ns1:ext cx="5314950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rPr>
              <ns1:t>Описание ситуации</ns1:t>
            </ns1:r>
          </ns1:p>
        </ns0:txBody>
      </ns0:sp>
      <ns0:sp>
        <ns0:nvSpPr>
          <ns0:cNvPr id="52" name="block-body-0">
            <ns1:extLst>
              <ns1:ext uri="{FF2B5EF4-FFF2-40B4-BE49-F238E27FC236}">
                <ns2:creationId id="{F5DEE621-6DE1-4FA8-90AB-CCD48181B1AB}"/>
              </ns1:ext>
            </ns1:extLst>
          </ns0:cNvPr>
          <ns0:cNvSpPr>
            <ns1:spLocks noGrp="1"/>
          </ns0:cNvSpPr>
          <ns0:nvPr/>
        </ns0:nvSpPr>
        <ns0:spPr>
          <ns1:xfrm>
            <ns1:off x="1295400" y="4095750"/>
            <ns1:ext cx="5314950" cy="24765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Нейтральное пояснение раскрывает контекст. Здесь достаточно </ns1:t>
            </ns1:r>
            <ns1:r>
              <ns1:rPr sz="2200" b="1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2</ns1:t>
            </ns1:r>
            <ns1:r>
              <ns1: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 коротких предложений.</ns1:t>
            </ns1:r>
          </ns1:p>
        </ns0:txBody>
      </ns0:sp>
      <ns0:sp>
        <ns0:nvSpPr>
          <ns0:cNvPr id="53" name="block-panel-1">
            <ns1:extLst>
              <ns1:ext uri="{FF2B5EF4-FFF2-40B4-BE49-F238E27FC236}">
                <ns2:creationId id="{6FEEAAFB-4BB0-4558-8827-50E58A6A285C}"/>
              </ns1:ext>
            </ns1:extLst>
          </ns0:cNvPr>
          <ns0:cNvSpPr>
            <ns1:spLocks noGrp="1"/>
          </ns0:cNvSpPr>
          <ns0:nvPr/>
        </ns0:nvSpPr>
        <ns0:spPr>
          <ns1:xfrm>
            <ns1:off x="7239000" y="2857500"/>
            <ns1:ext cx="10096500" cy="4191000"/>
          </ns1:xfrm>
          <ns1:prstGeom prst="roundRect">
            <ns1:avLst>
              <ns1:gd name="adj" fmla="val 5455"/>
            </ns1:avLst>
          </ns1:prstGeom>
          <ns1:solidFill>
            <ns1:srgbClr val="FF254A"/>
          </ns1:solidFill>
          <ns1:ln w="0">
            <ns1:noFill/>
          </ns1:ln>
        </ns0:spPr>
      </ns0:sp>
      <ns0:sp>
        <ns0:nvSpPr>
          <ns0:cNvPr id="54" name="block-title-1">
            <ns1:extLst>
              <ns1:ext uri="{FF2B5EF4-FFF2-40B4-BE49-F238E27FC236}">
                <ns2:creationId id="{334C3943-841A-49EF-97F3-81E6DC37A029}"/>
              </ns1:ext>
            </ns1:extLst>
          </ns0:cNvPr>
          <ns0:cNvSpPr>
            <ns1:spLocks noGrp="1"/>
          </ns0:cNvSpPr>
          <ns0:nvPr/>
        </ns0:nvSpPr>
        <ns0:spPr>
          <ns1:xfrm>
            <ns1:off x="7658100" y="3257550"/>
            <ns1:ext cx="9258300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600" b="0">
                <ns1:solidFill>
                  <ns1:srgbClr val="FFFFFF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2600" b="0">
                <ns1:solidFill>
                  <ns1:srgbClr val="FFFFFF"/>
                </ns1:solidFill>
                <ns1:latin typeface="Golos Text SemiBold"/>
                <ns1:ea typeface="Golos Text SemiBold"/>
                <ns1:cs typeface="Golos Text SemiBold"/>
              </ns1:rPr>
              <ns1:t>Главная мысль</ns1:t>
            </ns1:r>
          </ns1:p>
        </ns0:txBody>
      </ns0:sp>
      <ns0:sp>
        <ns0:nvSpPr>
          <ns0:cNvPr id="55" name="block-body-1">
            <ns1:extLst>
              <ns1:ext uri="{FF2B5EF4-FFF2-40B4-BE49-F238E27FC236}">
                <ns2:creationId id="{B4F532B3-FA5C-44D4-ABD7-6A5683DF1B3B}"/>
              </ns1:ext>
            </ns1:extLst>
          </ns0:cNvPr>
          <ns0:cNvSpPr>
            <ns1:spLocks noGrp="1"/>
          </ns0:cNvSpPr>
          <ns0:nvPr/>
        </ns0:nvSpPr>
        <ns0:spPr>
          <ns1:xfrm>
            <ns1:off x="7658100" y="4095750"/>
            <ns1:ext cx="9258300" cy="24765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200" b="0">
                <ns1:solidFill>
                  <ns1:srgbClr val="FFFFFF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2200" b="0">
                <ns1:solidFill>
                  <ns1:srgbClr val="FFFFFF"/>
                </ns1:solidFill>
                <ns1:latin typeface="Golos Text"/>
                <ns1:ea typeface="Golos Text"/>
                <ns1:cs typeface="Golos Text"/>
              </ns1:rPr>
              <ns1:t>Этот блок выделяет основной тезис. Красный фон помогает найти его с первого взгляда.</ns1:t>
            </ns1:r>
          </ns1:p>
        </ns0:txBody>
      </ns0:sp>
      <ns0:sp>
        <ns0:nvSpPr>
          <ns0:cNvPr id="56" name="block-callout-panel">
            <ns1:extLst>
              <ns1:ext uri="{FF2B5EF4-FFF2-40B4-BE49-F238E27FC236}">
                <ns2:creationId id="{AB19CAD5-CF05-43DE-9271-1E311722BD78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7477125"/>
            <ns1:ext cx="16383000" cy="1190625"/>
          </ns1:xfrm>
          <ns1:prstGeom prst="roundRect">
            <ns1:avLst>
              <ns1:gd name="adj" fmla="val 19200"/>
            </ns1:avLst>
          </ns1:prstGeom>
          <ns1:solidFill>
            <ns1:srgbClr val="FFE2E8"/>
          </ns1:solidFill>
          <ns1:ln w="0">
            <ns1:noFill/>
          </ns1:ln>
        </ns0:spPr>
      </ns0:sp>
      <ns0:sp>
        <ns0:nvSpPr>
          <ns0:cNvPr id="57" name="block-callout">
            <ns1:extLst>
              <ns1:ext uri="{FF2B5EF4-FFF2-40B4-BE49-F238E27FC236}">
                <ns2:creationId id="{7620B993-CD2A-454B-B8B6-2B2DAB5AAA41}"/>
              </ns1:ext>
            </ns1:extLst>
          </ns0:cNvPr>
          <ns0:cNvSpPr>
            <ns1:spLocks noGrp="1"/>
          </ns0:cNvSpPr>
          <ns0:nvPr/>
        </ns0:nvSpPr>
        <ns0:spPr>
          <ns1:xfrm>
            <ns1:off x="1295400" y="7781925"/>
            <ns1:ext cx="156972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rPr>
              <ns1:t>Дополнительное пояснение или следующий шаг.</ns1:t>
            </ns1:r>
          </ns1:p>
        </ns0:txBody>
      </ns0:sp>
      <ns0:sp>
        <ns0:nvSpPr>
          <ns0:cNvPr id="58" name="footer">
            <ns1:extLst>
              <ns1:ext uri="{FF2B5EF4-FFF2-40B4-BE49-F238E27FC236}">
                <ns2:creationId id="{202FACD8-D086-49A4-A15B-5D46C413E9D2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9467850"/>
            <ns1:ext cx="15240000" cy="3619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1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ДЕМОНСТРАЦИОННЫЕ ДАННЫЕ</ns1:t>
            </ns1:r>
          </ns1:p>
        </ns0:txBody>
      </ns0:sp>
      <ns0:sp>
        <ns0:nvSpPr>
          <ns0:cNvPr id="59" name="page-number">
            <ns1:extLst>
              <ns1:ext uri="{FF2B5EF4-FFF2-40B4-BE49-F238E27FC236}">
                <ns2:creationId id="{4521F2CD-04B7-4FFA-AA2C-B6120BA7EB32}"/>
              </ns1:ext>
            </ns1:extLst>
          </ns0:cNvPr>
          <ns0:cNvSpPr>
            <ns1:spLocks noGrp="1"/>
          </ns0:cNvSpPr>
          <ns0:nvPr/>
        </ns0:nvSpPr>
        <ns0:spPr>
          <ns1:xfrm>
            <ns1:off x="16573500" y="9467850"/>
            <ns1:ext cx="762000" cy="3619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1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1200" b="1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4</ns1:t>
            </ns1:r>
          </ns1:p>
        </ns0:txBody>
      </ns0:sp>
    </ns0:spTree>
    <ns0:extLst>
      <ns0:ext uri="{BB962C8B-B14F-4D97-AF65-F5344CB8AC3E}">
        <ns5:creationId val="2356068081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33" name="Заголовок 32">
            <ns1:extLst>
              <ns1:ext uri="{FF2B5EF4-FFF2-40B4-BE49-F238E27FC236}">
                <ns2:creationId id="{4C880861-29C1-1BAE-1BF1-A672637EDB25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2001500" cy="1381125"/>
          </ns1:xfrm>
        </ns0:spPr>
        <ns0:txBody>
          <ns1:bodyPr wrap="square" lIns="0" tIns="0" rIns="0" bIns="0" anchor="t">
            <ns1:noAutofit/>
          </ns1:bodyPr>
          <ns1:lstStyle>
            <ns1:lvl1pPr algn="l">
              <ns1:buNone/>
              <ns1:defRPr sz="4400"/>
            </ns1:lvl1pPr>
          </ns1:lstStyle>
          <ns1:p>
            <ns1:pPr algn="l">
              <ns1:defRPr sz="44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44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rPr>
              <ns1:t>Показатели с пояснениями</ns1:t>
            </ns1:r>
          </ns1:p>
        </ns0:txBody>
      </ns0:sp>
      <ns0:sp>
        <ns0:nvSpPr>
          <ns0:cNvPr id="48" name="Текст 16">
            <ns1:extLst>
              <ns1:ext uri="{FF2B5EF4-FFF2-40B4-BE49-F238E27FC236}">
                <ns2:creationId id="{10955D0A-A4CF-7EF9-1EEE-58F49B460E47}"/>
              </ns1:ext>
            </ns1:extLst>
          </ns0:cNvPr>
          <ns0:cNvSpPr>
            <ns1:spLocks noGrp="1"/>
          </ns0:cNvSpPr>
          <ns0:nvPr/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3f82cc3289fb4c22">
              <ns1:extLst>
                <ns1:ext uri="{96DAC541-7B7A-43D3-8B79-37D633B846F1}">
                  <ns4:svgBlip ns3:embed="Rc011d3f3567b497b"/>
                </ns1:ext>
              </ns1:extLst>
            </ns1:blip>
            <ns1:stretch>
              <ns1:fillRect l="0" t="0" r="0" b="0"/>
            </ns1:stretch>
          </ns1:blipFill>
        </ns0:spPr>
        <ns0:txBody>
          <ns1:bodyPr vert="horz" lIns="91440" tIns="45720" rIns="91440" bIns="45720">
            <ns1:normAutofit/>
          </ns1:bodyPr>
          <ns1:lstStyle>
            <ns1:lvl1pPr marL="0" indent="0" algn="l" defTabSz="914400">
              <ns1:spcBef>
                <ns1:spcPct val="20000"/>
              </ns1:spcBef>
              <ns1:buFont typeface="Golos Text"/>
              <ns1:buNone/>
              <ns1:defRPr sz="14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 marL="742950" indent="-285750" algn="l" defTabSz="914400">
              <ns1:spcBef>
                <ns1:spcPct val="20000"/>
              </ns1:spcBef>
              <ns1:buFont typeface="Golos Text"/>
              <ns1:buChar char="–"/>
              <ns1:defRPr sz="28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2pPr>
            <ns1:lvl3pPr marL="1143000" indent="-228600" algn="l" defTabSz="914400">
              <ns1:spcBef>
                <ns1:spcPct val="20000"/>
              </ns1:spcBef>
              <ns1:buFont typeface="Golos Text"/>
              <ns1:buChar char="•"/>
              <ns1:defRPr sz="24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3pPr>
            <ns1:lvl4pPr marL="1600200" indent="-228600" algn="l" defTabSz="914400">
              <ns1:spcBef>
                <ns1:spcPct val="20000"/>
              </ns1:spcBef>
              <ns1:buFont typeface="Golos Text"/>
              <ns1:buChar char="–"/>
              <ns1:defRPr sz="20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4pPr>
            <ns1:lvl5pPr marL="2057400" indent="-228600" algn="l" defTabSz="914400">
              <ns1:spcBef>
                <ns1:spcPct val="20000"/>
              </ns1:spcBef>
              <ns1:buFont typeface="Golos Text"/>
              <ns1:buChar char="»"/>
              <ns1:defRPr sz="20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5pPr>
            <ns1:lvl6pPr marL="25146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6pPr>
            <ns1:lvl7pPr marL="29718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7pPr>
            <ns1:lvl8pPr marL="34290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8pPr>
            <ns1:lvl9pPr marL="38862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9pPr>
          </ns1:lstStyle>
          <ns1:p>
            <ns1:r>
              <ns1:t> </ns1:t>
            </ns1:r>
            <ns1:endParaRPr/>
          </ns1:p>
        </ns0:txBody>
      </ns0:sp>
      <ns0:sp>
        <ns0:nvSpPr>
          <ns0:cNvPr id="49" name="Текст 16">
            <ns1:extLst>
              <ns1:ext uri="{FF2B5EF4-FFF2-40B4-BE49-F238E27FC236}">
                <ns2:creationId id="{955F22DB-5BFC-CB54-35BE-E495AB99C3F9}"/>
              </ns1:ext>
            </ns1:extLst>
          </ns0:cNvPr>
          <ns0:cNvSpPr>
            <ns1:spLocks noGrp="1"/>
          </ns0:cNvSpPr>
          <ns0:nvPr/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84e1ec112d7b4b2f">
              <ns1:extLst>
                <ns1:ext uri="{96DAC541-7B7A-43D3-8B79-37D633B846F1}">
                  <ns4:svgBlip ns3:embed="R1a52f44e43dd4527"/>
                </ns1:ext>
              </ns1:extLst>
            </ns1:blip>
            <ns1:stretch>
              <ns1:fillRect l="0" t="0" r="0" b="0"/>
            </ns1:stretch>
          </ns1:blipFill>
        </ns0:spPr>
        <ns0:txBody>
          <ns1:bodyPr vert="horz" lIns="91440" tIns="45720" rIns="91440" bIns="45720">
            <ns1:normAutofit/>
          </ns1:bodyPr>
          <ns1:lstStyle>
            <ns1:lvl1pPr marL="0" indent="0" algn="l" defTabSz="914400">
              <ns1:spcBef>
                <ns1:spcPct val="20000"/>
              </ns1:spcBef>
              <ns1:buFont typeface="Golos Text"/>
              <ns1:buNone/>
              <ns1:defRPr sz="14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 marL="742950" indent="-285750" algn="l" defTabSz="914400">
              <ns1:spcBef>
                <ns1:spcPct val="20000"/>
              </ns1:spcBef>
              <ns1:buFont typeface="Golos Text"/>
              <ns1:buChar char="–"/>
              <ns1:defRPr sz="28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2pPr>
            <ns1:lvl3pPr marL="1143000" indent="-228600" algn="l" defTabSz="914400">
              <ns1:spcBef>
                <ns1:spcPct val="20000"/>
              </ns1:spcBef>
              <ns1:buFont typeface="Golos Text"/>
              <ns1:buChar char="•"/>
              <ns1:defRPr sz="24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3pPr>
            <ns1:lvl4pPr marL="1600200" indent="-228600" algn="l" defTabSz="914400">
              <ns1:spcBef>
                <ns1:spcPct val="20000"/>
              </ns1:spcBef>
              <ns1:buFont typeface="Golos Text"/>
              <ns1:buChar char="–"/>
              <ns1:defRPr sz="20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4pPr>
            <ns1:lvl5pPr marL="2057400" indent="-228600" algn="l" defTabSz="914400">
              <ns1:spcBef>
                <ns1:spcPct val="20000"/>
              </ns1:spcBef>
              <ns1:buFont typeface="Golos Text"/>
              <ns1:buChar char="»"/>
              <ns1:defRPr sz="20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5pPr>
            <ns1:lvl6pPr marL="25146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6pPr>
            <ns1:lvl7pPr marL="29718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7pPr>
            <ns1:lvl8pPr marL="34290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8pPr>
            <ns1:lvl9pPr marL="38862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9pPr>
          </ns1:lstStyle>
          <ns1:p>
            <ns1:r>
              <ns1:t> </ns1:t>
            </ns1:r>
            <ns1:endParaRPr/>
          </ns1:p>
        </ns0:txBody>
      </ns0:sp>
      <ns0:sp>
        <ns0:nvSpPr>
          <ns0:cNvPr id="50" name="block-panel-0">
            <ns1:extLst>
              <ns1:ext uri="{FF2B5EF4-FFF2-40B4-BE49-F238E27FC236}">
                <ns2:creationId id="{F4F6356C-E9E5-4EFB-8E44-6F7C04F0F492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2857500"/>
            <ns1:ext cx="8048625" cy="1905000"/>
          </ns1:xfrm>
          <ns1:prstGeom prst="roundRect">
            <ns1:avLst>
              <ns1:gd name="adj" fmla="val 12000"/>
            </ns1:avLst>
          </ns1:prstGeom>
          <ns1:solidFill>
            <ns1:srgbClr val="F3F2F2"/>
          </ns1:solidFill>
          <ns1:ln w="0">
            <ns1:noFill/>
          </ns1:ln>
        </ns0:spPr>
      </ns0:sp>
      <ns0:sp>
        <ns0:nvSpPr>
          <ns0:cNvPr id="51" name="block-value-0">
            <ns1:extLst>
              <ns1:ext uri="{FF2B5EF4-FFF2-40B4-BE49-F238E27FC236}">
                <ns2:creationId id="{4BBD38CF-DCC1-4496-A304-241370462BC4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" y="3048000"/>
            <ns1:ext cx="7515225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4400" b="0">
                <ns1:solidFill>
                  <ns1:srgbClr val="FF254A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4400" b="1">
                <ns1:solidFill>
                  <ns1:srgbClr val="FF254A"/>
                </ns1:solidFill>
                <ns1:latin typeface="Golos Text"/>
                <ns1:ea typeface="Golos Text"/>
                <ns1:cs typeface="Golos Text"/>
              </ns1:rPr>
              <ns1:t>120</ns1:t>
            </ns1:r>
          </ns1:p>
        </ns0:txBody>
      </ns0:sp>
      <ns0:sp>
        <ns0:nvSpPr>
          <ns0:cNvPr id="52" name="block-title-0">
            <ns1:extLst>
              <ns1:ext uri="{FF2B5EF4-FFF2-40B4-BE49-F238E27FC236}">
                <ns2:creationId id="{19FDF972-A0BA-445C-BFFA-A926C61FC4A7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" y="3819525"/>
            <ns1:ext cx="7515225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4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24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rPr>
              <ns1:t>Показатель </ns1:t>
            </ns1:r>
            <ns1:r>
              <ns1:rPr sz="2400" b="1">
                <ns1:solidFill>
                  <ns1:srgbClr val="000000"/>
                </ns1:solidFill>
                <ns1:latin typeface="Golos Text"/>
                <ns1:ea typeface="Golos Text"/>
                <ns1:cs typeface="Golos Text"/>
              </ns1:rPr>
              <ns1:t>1</ns1:t>
            </ns1:r>
          </ns1:p>
        </ns0:txBody>
      </ns0:sp>
      <ns0:sp>
        <ns0:nvSpPr>
          <ns0:cNvPr id="53" name="block-body-0">
            <ns1:extLst>
              <ns1:ext uri="{FF2B5EF4-FFF2-40B4-BE49-F238E27FC236}">
                <ns2:creationId id="{978C9309-7689-4988-846C-3EC42D5E4EA1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" y="4314825"/>
            <ns1:ext cx="7515225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8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18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Условные данные для примера</ns1:t>
            </ns1:r>
          </ns1:p>
        </ns0:txBody>
      </ns0:sp>
      <ns0:sp>
        <ns0:nvSpPr>
          <ns0:cNvPr id="54" name="block-panel-1">
            <ns1:extLst>
              <ns1:ext uri="{FF2B5EF4-FFF2-40B4-BE49-F238E27FC236}">
                <ns2:creationId id="{0F268863-3C9B-4C7F-9164-E20E926D96E6}"/>
              </ns1:ext>
            </ns1:extLst>
          </ns0:cNvPr>
          <ns0:cNvSpPr>
            <ns1:spLocks noGrp="1"/>
          </ns0:cNvSpPr>
          <ns0:nvPr/>
        </ns0:nvSpPr>
        <ns0:spPr>
          <ns1:xfrm>
            <ns1:off x="9286875" y="2857500"/>
            <ns1:ext cx="8048625" cy="1905000"/>
          </ns1:xfrm>
          <ns1:prstGeom prst="roundRect">
            <ns1:avLst>
              <ns1:gd name="adj" fmla="val 12000"/>
            </ns1:avLst>
          </ns1:prstGeom>
          <ns1:solidFill>
            <ns1:srgbClr val="F3F2F2"/>
          </ns1:solidFill>
          <ns1:ln w="0">
            <ns1:noFill/>
          </ns1:ln>
        </ns0:spPr>
      </ns0:sp>
      <ns0:sp>
        <ns0:nvSpPr>
          <ns0:cNvPr id="55" name="block-value-1">
            <ns1:extLst>
              <ns1:ext uri="{FF2B5EF4-FFF2-40B4-BE49-F238E27FC236}">
                <ns2:creationId id="{0D8BD773-E49D-4D17-9AB0-A79CB476095B}"/>
              </ns1:ext>
            </ns1:extLst>
          </ns0:cNvPr>
          <ns0:cNvSpPr>
            <ns1:spLocks noGrp="1"/>
          </ns0:cNvSpPr>
          <ns0:nvPr/>
        </ns0:nvSpPr>
        <ns0:spPr>
          <ns1:xfrm>
            <ns1:off x="9553575" y="3048000"/>
            <ns1:ext cx="7515225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4400" b="0">
                <ns1:solidFill>
                  <ns1:srgbClr val="FF254A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4400" b="1">
                <ns1:solidFill>
                  <ns1:srgbClr val="FF254A"/>
                </ns1:solidFill>
                <ns1:latin typeface="Golos Text"/>
                <ns1:ea typeface="Golos Text"/>
                <ns1:cs typeface="Golos Text"/>
              </ns1:rPr>
              <ns1:t>75%</ns1:t>
            </ns1:r>
          </ns1:p>
        </ns0:txBody>
      </ns0:sp>
      <ns0:sp>
        <ns0:nvSpPr>
          <ns0:cNvPr id="56" name="block-title-1">
            <ns1:extLst>
              <ns1:ext uri="{FF2B5EF4-FFF2-40B4-BE49-F238E27FC236}">
                <ns2:creationId id="{E1F92C97-58D4-4505-9D8D-09D891F08004}"/>
              </ns1:ext>
            </ns1:extLst>
          </ns0:cNvPr>
          <ns0:cNvSpPr>
            <ns1:spLocks noGrp="1"/>
          </ns0:cNvSpPr>
          <ns0:nvPr/>
        </ns0:nvSpPr>
        <ns0:spPr>
          <ns1:xfrm>
            <ns1:off x="9553575" y="3819525"/>
            <ns1:ext cx="7515225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4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24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rPr>
              <ns1:t>Показатель </ns1:t>
            </ns1:r>
            <ns1:r>
              <ns1:rPr sz="2400" b="1">
                <ns1:solidFill>
                  <ns1:srgbClr val="000000"/>
                </ns1:solidFill>
                <ns1:latin typeface="Golos Text"/>
                <ns1:ea typeface="Golos Text"/>
                <ns1:cs typeface="Golos Text"/>
              </ns1:rPr>
              <ns1:t>2</ns1:t>
            </ns1:r>
          </ns1:p>
        </ns0:txBody>
      </ns0:sp>
      <ns0:sp>
        <ns0:nvSpPr>
          <ns0:cNvPr id="57" name="block-body-1">
            <ns1:extLst>
              <ns1:ext uri="{FF2B5EF4-FFF2-40B4-BE49-F238E27FC236}">
                <ns2:creationId id="{6EC65AD5-2A23-4392-8E4E-D0105FE4768F}"/>
              </ns1:ext>
            </ns1:extLst>
          </ns0:cNvPr>
          <ns0:cNvSpPr>
            <ns1:spLocks noGrp="1"/>
          </ns0:cNvSpPr>
          <ns0:nvPr/>
        </ns0:nvSpPr>
        <ns0:spPr>
          <ns1:xfrm>
            <ns1:off x="9553575" y="4314825"/>
            <ns1:ext cx="7515225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8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18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Условные данные для примера</ns1:t>
            </ns1:r>
          </ns1:p>
        </ns0:txBody>
      </ns0:sp>
      <ns0:sp>
        <ns0:nvSpPr>
          <ns0:cNvPr id="58" name="block-panel-2">
            <ns1:extLst>
              <ns1:ext uri="{FF2B5EF4-FFF2-40B4-BE49-F238E27FC236}">
                <ns2:creationId id="{87DFBA10-6F99-4EDF-A266-F84BBAF3FD28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5000625"/>
            <ns1:ext cx="8048625" cy="1905000"/>
          </ns1:xfrm>
          <ns1:prstGeom prst="roundRect">
            <ns1:avLst>
              <ns1:gd name="adj" fmla="val 12000"/>
            </ns1:avLst>
          </ns1:prstGeom>
          <ns1:solidFill>
            <ns1:srgbClr val="F3F2F2"/>
          </ns1:solidFill>
          <ns1:ln w="0">
            <ns1:noFill/>
          </ns1:ln>
        </ns0:spPr>
      </ns0:sp>
      <ns0:sp>
        <ns0:nvSpPr>
          <ns0:cNvPr id="59" name="block-value-2">
            <ns1:extLst>
              <ns1:ext uri="{FF2B5EF4-FFF2-40B4-BE49-F238E27FC236}">
                <ns2:creationId id="{156C24F4-D473-48F7-86E9-F4AEB8156E0F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" y="5191125"/>
            <ns1:ext cx="7515225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4400" b="0">
                <ns1:solidFill>
                  <ns1:srgbClr val="FF254A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4400" b="1">
                <ns1:solidFill>
                  <ns1:srgbClr val="FF254A"/>
                </ns1:solidFill>
                <ns1:latin typeface="Golos Text"/>
                <ns1:ea typeface="Golos Text"/>
                <ns1:cs typeface="Golos Text"/>
              </ns1:rPr>
              <ns1:t>3,5</ns1:t>
            </ns1:r>
          </ns1:p>
        </ns0:txBody>
      </ns0:sp>
      <ns0:sp>
        <ns0:nvSpPr>
          <ns0:cNvPr id="60" name="block-title-2">
            <ns1:extLst>
              <ns1:ext uri="{FF2B5EF4-FFF2-40B4-BE49-F238E27FC236}">
                <ns2:creationId id="{2BB25E5D-4F7B-42D1-8AAA-91605C4FB538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" y="5962650"/>
            <ns1:ext cx="7515225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4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24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rPr>
              <ns1:t>Показатель </ns1:t>
            </ns1:r>
            <ns1:r>
              <ns1:rPr sz="2400" b="1">
                <ns1:solidFill>
                  <ns1:srgbClr val="000000"/>
                </ns1:solidFill>
                <ns1:latin typeface="Golos Text"/>
                <ns1:ea typeface="Golos Text"/>
                <ns1:cs typeface="Golos Text"/>
              </ns1:rPr>
              <ns1:t>3</ns1:t>
            </ns1:r>
          </ns1:p>
        </ns0:txBody>
      </ns0:sp>
      <ns0:sp>
        <ns0:nvSpPr>
          <ns0:cNvPr id="61" name="block-body-2">
            <ns1:extLst>
              <ns1:ext uri="{FF2B5EF4-FFF2-40B4-BE49-F238E27FC236}">
                <ns2:creationId id="{F251E13A-B128-4128-9734-847EA915AD70}"/>
              </ns1:ext>
            </ns1:extLst>
          </ns0:cNvPr>
          <ns0:cNvSpPr>
            <ns1:spLocks noGrp="1"/>
          </ns0:cNvSpPr>
          <ns0:nvPr/>
        </ns0:nvSpPr>
        <ns0:spPr>
          <ns1:xfrm>
            <ns1:off x="1219200" y="6457950"/>
            <ns1:ext cx="7515225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8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18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Условные данные для примера</ns1:t>
            </ns1:r>
          </ns1:p>
        </ns0:txBody>
      </ns0:sp>
      <ns0:sp>
        <ns0:nvSpPr>
          <ns0:cNvPr id="62" name="block-panel-3">
            <ns1:extLst>
              <ns1:ext uri="{FF2B5EF4-FFF2-40B4-BE49-F238E27FC236}">
                <ns2:creationId id="{CC4F6513-E13D-4A0D-BA9F-FFCF4A743AE3}"/>
              </ns1:ext>
            </ns1:extLst>
          </ns0:cNvPr>
          <ns0:cNvSpPr>
            <ns1:spLocks noGrp="1"/>
          </ns0:cNvSpPr>
          <ns0:nvPr/>
        </ns0:nvSpPr>
        <ns0:spPr>
          <ns1:xfrm>
            <ns1:off x="9286875" y="5000625"/>
            <ns1:ext cx="8048625" cy="1905000"/>
          </ns1:xfrm>
          <ns1:prstGeom prst="roundRect">
            <ns1:avLst>
              <ns1:gd name="adj" fmla="val 12000"/>
            </ns1:avLst>
          </ns1:prstGeom>
          <ns1:solidFill>
            <ns1:srgbClr val="F3F2F2"/>
          </ns1:solidFill>
          <ns1:ln w="0">
            <ns1:noFill/>
          </ns1:ln>
        </ns0:spPr>
      </ns0:sp>
      <ns0:sp>
        <ns0:nvSpPr>
          <ns0:cNvPr id="63" name="block-value-3">
            <ns1:extLst>
              <ns1:ext uri="{FF2B5EF4-FFF2-40B4-BE49-F238E27FC236}">
                <ns2:creationId id="{CE1AD21E-E607-4277-ABA6-FCD8BE21A54A}"/>
              </ns1:ext>
            </ns1:extLst>
          </ns0:cNvPr>
          <ns0:cNvSpPr>
            <ns1:spLocks noGrp="1"/>
          </ns0:cNvSpPr>
          <ns0:nvPr/>
        </ns0:nvSpPr>
        <ns0:spPr>
          <ns1:xfrm>
            <ns1:off x="9553575" y="5191125"/>
            <ns1:ext cx="7515225" cy="7239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4400" b="0">
                <ns1:solidFill>
                  <ns1:srgbClr val="FF254A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4400" b="1">
                <ns1:solidFill>
                  <ns1:srgbClr val="FF254A"/>
                </ns1:solidFill>
                <ns1:latin typeface="Golos Text"/>
                <ns1:ea typeface="Golos Text"/>
                <ns1:cs typeface="Golos Text"/>
              </ns1:rPr>
              <ns1:t>+20%</ns1:t>
            </ns1:r>
          </ns1:p>
        </ns0:txBody>
      </ns0:sp>
      <ns0:sp>
        <ns0:nvSpPr>
          <ns0:cNvPr id="64" name="block-title-3">
            <ns1:extLst>
              <ns1:ext uri="{FF2B5EF4-FFF2-40B4-BE49-F238E27FC236}">
                <ns2:creationId id="{3D63F218-A910-442C-80F3-EFD288F98A57}"/>
              </ns1:ext>
            </ns1:extLst>
          </ns0:cNvPr>
          <ns0:cNvSpPr>
            <ns1:spLocks noGrp="1"/>
          </ns0:cNvSpPr>
          <ns0:nvPr/>
        </ns0:nvSpPr>
        <ns0:spPr>
          <ns1:xfrm>
            <ns1:off x="9553575" y="5962650"/>
            <ns1:ext cx="7515225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4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24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rPr>
              <ns1:t>Показатель </ns1:t>
            </ns1:r>
            <ns1:r>
              <ns1:rPr sz="2400" b="1">
                <ns1:solidFill>
                  <ns1:srgbClr val="000000"/>
                </ns1:solidFill>
                <ns1:latin typeface="Golos Text"/>
                <ns1:ea typeface="Golos Text"/>
                <ns1:cs typeface="Golos Text"/>
              </ns1:rPr>
              <ns1:t>4</ns1:t>
            </ns1:r>
          </ns1:p>
        </ns0:txBody>
      </ns0:sp>
      <ns0:sp>
        <ns0:nvSpPr>
          <ns0:cNvPr id="65" name="block-body-3">
            <ns1:extLst>
              <ns1:ext uri="{FF2B5EF4-FFF2-40B4-BE49-F238E27FC236}">
                <ns2:creationId id="{0FCA9829-297F-46A3-91CD-2F830E6190D0}"/>
              </ns1:ext>
            </ns1:extLst>
          </ns0:cNvPr>
          <ns0:cNvSpPr>
            <ns1:spLocks noGrp="1"/>
          </ns0:cNvSpPr>
          <ns0:nvPr/>
        </ns0:nvSpPr>
        <ns0:spPr>
          <ns1:xfrm>
            <ns1:off x="9553575" y="6457950"/>
            <ns1:ext cx="7515225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8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18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Условные данные для примера</ns1:t>
            </ns1:r>
          </ns1:p>
        </ns0:txBody>
      </ns0:sp>
      <ns0:sp>
        <ns0:nvSpPr>
          <ns0:cNvPr id="66" name="block-callout-panel">
            <ns1:extLst>
              <ns1:ext uri="{FF2B5EF4-FFF2-40B4-BE49-F238E27FC236}">
                <ns2:creationId id="{64FCBDC8-3BAC-42DF-857C-A31B3A7D9657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7477125"/>
            <ns1:ext cx="16383000" cy="1190625"/>
          </ns1:xfrm>
          <ns1:prstGeom prst="roundRect">
            <ns1:avLst>
              <ns1:gd name="adj" fmla="val 19200"/>
            </ns1:avLst>
          </ns1:prstGeom>
          <ns1:solidFill>
            <ns1:srgbClr val="FF254A"/>
          </ns1:solidFill>
          <ns1:ln w="0">
            <ns1:noFill/>
          </ns1:ln>
        </ns0:spPr>
      </ns0:sp>
      <ns0:sp>
        <ns0:nvSpPr>
          <ns0:cNvPr id="67" name="block-callout">
            <ns1:extLst>
              <ns1:ext uri="{FF2B5EF4-FFF2-40B4-BE49-F238E27FC236}">
                <ns2:creationId id="{EC4F323D-2F4E-442D-8B11-9385A9C507BC}"/>
              </ns1:ext>
            </ns1:extLst>
          </ns0:cNvPr>
          <ns0:cNvSpPr>
            <ns1:spLocks noGrp="1"/>
          </ns0:cNvSpPr>
          <ns0:nvPr/>
        </ns0:nvSpPr>
        <ns0:spPr>
          <ns1:xfrm>
            <ns1:off x="1295400" y="7781925"/>
            <ns1:ext cx="1569720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600" b="0">
                <ns1:solidFill>
                  <ns1:srgbClr val="FFFFFF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2600" b="0">
                <ns1:solidFill>
                  <ns1:srgbClr val="FFFFFF"/>
                </ns1:solidFill>
                <ns1:latin typeface="Golos Text SemiBold"/>
                <ns1:ea typeface="Golos Text SemiBold"/>
                <ns1:cs typeface="Golos Text SemiBold"/>
              </ns1:rPr>
              <ns1:t>Здесь размещается вывод по показателям. Все значения вымышлены.</ns1:t>
            </ns1:r>
          </ns1:p>
        </ns0:txBody>
      </ns0:sp>
      <ns0:sp>
        <ns0:nvSpPr>
          <ns0:cNvPr id="68" name="footer">
            <ns1:extLst>
              <ns1:ext uri="{FF2B5EF4-FFF2-40B4-BE49-F238E27FC236}">
                <ns2:creationId id="{5B07E7EA-CA8A-40B8-AB7E-9CBFCDBCDB3F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9467850"/>
            <ns1:ext cx="15240000" cy="3619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1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ДЕМОНСТРАЦИОННЫЕ ДАННЫЕ</ns1:t>
            </ns1:r>
          </ns1:p>
        </ns0:txBody>
      </ns0:sp>
      <ns0:sp>
        <ns0:nvSpPr>
          <ns0:cNvPr id="69" name="page-number">
            <ns1:extLst>
              <ns1:ext uri="{FF2B5EF4-FFF2-40B4-BE49-F238E27FC236}">
                <ns2:creationId id="{6BF1DB61-3384-4B41-9CBC-4A0D0E47C195}"/>
              </ns1:ext>
            </ns1:extLst>
          </ns0:cNvPr>
          <ns0:cNvSpPr>
            <ns1:spLocks noGrp="1"/>
          </ns0:cNvSpPr>
          <ns0:nvPr/>
        </ns0:nvSpPr>
        <ns0:spPr>
          <ns1:xfrm>
            <ns1:off x="16573500" y="9467850"/>
            <ns1:ext cx="762000" cy="3619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1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1200" b="1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5</ns1:t>
            </ns1:r>
          </ns1:p>
        </ns0:txBody>
      </ns0:sp>
    </ns0:spTree>
    <ns0:extLst>
      <ns0:ext uri="{BB962C8B-B14F-4D97-AF65-F5344CB8AC3E}">
        <ns5:creationId val="2356068081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6/SVG/main" xmlns:ns5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33" name="Заголовок 32">
            <ns1:extLst>
              <ns1:ext uri="{FF2B5EF4-FFF2-40B4-BE49-F238E27FC236}">
                <ns2:creationId id="{4C880861-29C1-1BAE-1BF1-A672637EDB25}"/>
              </ns1:ext>
            </ns1:extLst>
          </ns0:cNvPr>
          <ns0:cNvSpPr>
            <ns1:spLocks noGrp="1"/>
          </ns0:cNvSpPr>
          <ns0:nvPr>
            <ns0:ph type="title" idx="0" hasCustomPrompt="1"/>
          </ns0:nvPr>
        </ns0:nvSpPr>
        <ns0:spPr>
          <ns1:xfrm>
            <ns1:off x="952500" y="762000"/>
            <ns1:ext cx="12001500" cy="1381125"/>
          </ns1:xfrm>
        </ns0:spPr>
        <ns0:txBody>
          <ns1:bodyPr wrap="square" lIns="0" tIns="0" rIns="0" bIns="0" anchor="t">
            <ns1:noAutofit/>
          </ns1:bodyPr>
          <ns1:lstStyle>
            <ns1:lvl1pPr algn="l">
              <ns1:buNone/>
              <ns1:defRPr sz="4400"/>
            </ns1:lvl1pPr>
          </ns1:lstStyle>
          <ns1:p>
            <ns1:pPr algn="l">
              <ns1:defRPr sz="44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44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rPr>
              <ns1:t>Три колонки для развёрнутого текста</ns1:t>
            </ns1:r>
          </ns1:p>
        </ns0:txBody>
      </ns0:sp>
      <ns0:sp>
        <ns0:nvSpPr>
          <ns0:cNvPr id="48" name="Текст 16">
            <ns1:extLst>
              <ns1:ext uri="{FF2B5EF4-FFF2-40B4-BE49-F238E27FC236}">
                <ns2:creationId id="{10955D0A-A4CF-7EF9-1EEE-58F49B460E47}"/>
              </ns1:ext>
            </ns1:extLst>
          </ns0:cNvPr>
          <ns0:cNvSpPr>
            <ns1:spLocks noGrp="1"/>
          </ns0:cNvSpPr>
          <ns0:nvPr/>
        </ns0:nvSpPr>
        <ns0:spPr>
          <ns1:xfrm>
            <ns1:off x="15849600" y="741768"/>
            <ns1:ext cx="1501775" cy="577606"/>
          </ns1:xfrm>
          <ns1:prstGeom prst="rect">
            <ns1:avLst/>
          </ns1:prstGeom>
          <ns1:blipFill>
            <ns1:blip ns3:embed="Rcf54959fb10148d8">
              <ns1:extLst>
                <ns1:ext uri="{96DAC541-7B7A-43D3-8B79-37D633B846F1}">
                  <ns4:svgBlip ns3:embed="Rb7f84f6eed104014"/>
                </ns1:ext>
              </ns1:extLst>
            </ns1:blip>
            <ns1:stretch>
              <ns1:fillRect l="0" t="0" r="0" b="0"/>
            </ns1:stretch>
          </ns1:blipFill>
        </ns0:spPr>
        <ns0:txBody>
          <ns1:bodyPr vert="horz" lIns="91440" tIns="45720" rIns="91440" bIns="45720">
            <ns1:normAutofit/>
          </ns1:bodyPr>
          <ns1:lstStyle>
            <ns1:lvl1pPr marL="0" indent="0" algn="l" defTabSz="914400">
              <ns1:spcBef>
                <ns1:spcPct val="20000"/>
              </ns1:spcBef>
              <ns1:buFont typeface="Golos Text"/>
              <ns1:buNone/>
              <ns1:defRPr sz="14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 marL="742950" indent="-285750" algn="l" defTabSz="914400">
              <ns1:spcBef>
                <ns1:spcPct val="20000"/>
              </ns1:spcBef>
              <ns1:buFont typeface="Golos Text"/>
              <ns1:buChar char="–"/>
              <ns1:defRPr sz="28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2pPr>
            <ns1:lvl3pPr marL="1143000" indent="-228600" algn="l" defTabSz="914400">
              <ns1:spcBef>
                <ns1:spcPct val="20000"/>
              </ns1:spcBef>
              <ns1:buFont typeface="Golos Text"/>
              <ns1:buChar char="•"/>
              <ns1:defRPr sz="24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3pPr>
            <ns1:lvl4pPr marL="1600200" indent="-228600" algn="l" defTabSz="914400">
              <ns1:spcBef>
                <ns1:spcPct val="20000"/>
              </ns1:spcBef>
              <ns1:buFont typeface="Golos Text"/>
              <ns1:buChar char="–"/>
              <ns1:defRPr sz="20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4pPr>
            <ns1:lvl5pPr marL="2057400" indent="-228600" algn="l" defTabSz="914400">
              <ns1:spcBef>
                <ns1:spcPct val="20000"/>
              </ns1:spcBef>
              <ns1:buFont typeface="Golos Text"/>
              <ns1:buChar char="»"/>
              <ns1:defRPr sz="20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5pPr>
            <ns1:lvl6pPr marL="25146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6pPr>
            <ns1:lvl7pPr marL="29718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7pPr>
            <ns1:lvl8pPr marL="34290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8pPr>
            <ns1:lvl9pPr marL="38862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9pPr>
          </ns1:lstStyle>
          <ns1:p>
            <ns1:r>
              <ns1:t> </ns1:t>
            </ns1:r>
            <ns1:endParaRPr/>
          </ns1:p>
        </ns0:txBody>
      </ns0:sp>
      <ns0:sp>
        <ns0:nvSpPr>
          <ns0:cNvPr id="49" name="Текст 16">
            <ns1:extLst>
              <ns1:ext uri="{FF2B5EF4-FFF2-40B4-BE49-F238E27FC236}">
                <ns2:creationId id="{955F22DB-5BFC-CB54-35BE-E495AB99C3F9}"/>
              </ns1:ext>
            </ns1:extLst>
          </ns0:cNvPr>
          <ns0:cNvSpPr>
            <ns1:spLocks noGrp="1"/>
          </ns0:cNvSpPr>
          <ns0:nvPr/>
        </ns0:nvSpPr>
        <ns0:spPr>
          <ns1:xfrm>
            <ns1:off x="13752519" y="741767"/>
            <ns1:ext cx="1867231" cy="581679"/>
          </ns1:xfrm>
          <ns1:prstGeom prst="rect">
            <ns1:avLst/>
          </ns1:prstGeom>
          <ns1:blipFill>
            <ns1:blip ns3:embed="Rc2317c72b8e34cc3">
              <ns1:extLst>
                <ns1:ext uri="{96DAC541-7B7A-43D3-8B79-37D633B846F1}">
                  <ns4:svgBlip ns3:embed="Ra427cbc39d534624"/>
                </ns1:ext>
              </ns1:extLst>
            </ns1:blip>
            <ns1:stretch>
              <ns1:fillRect l="0" t="0" r="0" b="0"/>
            </ns1:stretch>
          </ns1:blipFill>
        </ns0:spPr>
        <ns0:txBody>
          <ns1:bodyPr vert="horz" lIns="91440" tIns="45720" rIns="91440" bIns="45720">
            <ns1:normAutofit/>
          </ns1:bodyPr>
          <ns1:lstStyle>
            <ns1:lvl1pPr marL="0" indent="0" algn="l" defTabSz="914400">
              <ns1:spcBef>
                <ns1:spcPct val="20000"/>
              </ns1:spcBef>
              <ns1:buFont typeface="Golos Text"/>
              <ns1:buNone/>
              <ns1:defRPr sz="14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1pPr>
            <ns1:lvl2pPr marL="742950" indent="-285750" algn="l" defTabSz="914400">
              <ns1:spcBef>
                <ns1:spcPct val="20000"/>
              </ns1:spcBef>
              <ns1:buFont typeface="Golos Text"/>
              <ns1:buChar char="–"/>
              <ns1:defRPr sz="28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2pPr>
            <ns1:lvl3pPr marL="1143000" indent="-228600" algn="l" defTabSz="914400">
              <ns1:spcBef>
                <ns1:spcPct val="20000"/>
              </ns1:spcBef>
              <ns1:buFont typeface="Golos Text"/>
              <ns1:buChar char="•"/>
              <ns1:defRPr sz="24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3pPr>
            <ns1:lvl4pPr marL="1600200" indent="-228600" algn="l" defTabSz="914400">
              <ns1:spcBef>
                <ns1:spcPct val="20000"/>
              </ns1:spcBef>
              <ns1:buFont typeface="Golos Text"/>
              <ns1:buChar char="–"/>
              <ns1:defRPr sz="20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4pPr>
            <ns1:lvl5pPr marL="2057400" indent="-228600" algn="l" defTabSz="914400">
              <ns1:spcBef>
                <ns1:spcPct val="20000"/>
              </ns1:spcBef>
              <ns1:buFont typeface="Golos Text"/>
              <ns1:buChar char="»"/>
              <ns1:defRPr sz="2000" b="0" i="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5pPr>
            <ns1:lvl6pPr marL="25146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6pPr>
            <ns1:lvl7pPr marL="29718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7pPr>
            <ns1:lvl8pPr marL="34290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8pPr>
            <ns1:lvl9pPr marL="3886200" indent="-228600" algn="l" defTabSz="914400">
              <ns1:spcBef>
                <ns1:spcPct val="20000"/>
              </ns1:spcBef>
              <ns1:buFont typeface="Golos Text"/>
              <ns1:buChar char="•"/>
              <ns1:defRPr sz="2000" kern="1200">
                <ns1:solidFill>
                  <ns1:schemeClr val="tx1"/>
                </ns1:solidFill>
                <ns1:latin typeface="Golos Text"/>
                <ns1:ea typeface="Golos Text"/>
                <ns1:cs typeface="Golos Text"/>
              </ns1:defRPr>
            </ns1:lvl9pPr>
          </ns1:lstStyle>
          <ns1:p>
            <ns1:r>
              <ns1:t> </ns1:t>
            </ns1:r>
            <ns1:endParaRPr/>
          </ns1:p>
        </ns0:txBody>
      </ns0:sp>
      <ns0:sp>
        <ns0:nvSpPr>
          <ns0:cNvPr id="50" name="block-panel-0">
            <ns1:extLst>
              <ns1:ext uri="{FF2B5EF4-FFF2-40B4-BE49-F238E27FC236}">
                <ns2:creationId id="{1312620C-3BD6-4E72-B44D-E9FD0FD9883A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2857500"/>
            <ns1:ext cx="5270497" cy="5715000"/>
          </ns1:xfrm>
          <ns1:prstGeom prst="roundRect">
            <ns1:avLst>
              <ns1:gd name="adj" fmla="val 4337"/>
            </ns1:avLst>
          </ns1:prstGeom>
          <ns1:solidFill>
            <ns1:srgbClr val="F3F2F2"/>
          </ns1:solidFill>
          <ns1:ln w="0">
            <ns1:noFill/>
          </ns1:ln>
        </ns0:spPr>
      </ns0:sp>
      <ns0:sp>
        <ns0:nvSpPr>
          <ns0:cNvPr id="51" name="block-title-0">
            <ns1:extLst>
              <ns1:ext uri="{FF2B5EF4-FFF2-40B4-BE49-F238E27FC236}">
                <ns2:creationId id="{23E48A81-F6F7-461E-9251-6ADE979EB56C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3333750"/>
            <ns1:ext cx="4698997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rPr>
              <ns1:t>Название раздела </ns1:t>
            </ns1:r>
            <ns1:r>
              <ns1:rPr sz="2600" b="1">
                <ns1:solidFill>
                  <ns1:srgbClr val="000000"/>
                </ns1:solidFill>
                <ns1:latin typeface="Golos Text"/>
                <ns1:ea typeface="Golos Text"/>
                <ns1:cs typeface="Golos Text"/>
              </ns1:rPr>
              <ns1:t>1</ns1:t>
            </ns1:r>
          </ns1:p>
        </ns0:txBody>
      </ns0:sp>
      <ns0:sp>
        <ns0:nvSpPr>
          <ns0:cNvPr id="52" name="block-body-0">
            <ns1:extLst>
              <ns1:ext uri="{FF2B5EF4-FFF2-40B4-BE49-F238E27FC236}">
                <ns2:creationId id="{FF39C694-0D28-4A99-930D-4676AEE5ABA3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4171950"/>
            <ns1:ext cx="4698997" cy="3714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Первый абзац раскрывает содержание раздела.</ns1:t>
            </ns1:r>
          </ns1:p>
          <ns1:p>
            <ns1:r>
              <ns1:t/>
            </ns1:r>
          </ns1:p>
          <ns1:p>
            <ns1:pPr algn="l">
              <ns1:def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Второй абзац добавляет пояснение или условие.</ns1:t>
            </ns1:r>
          </ns1:p>
          <ns1:p>
            <ns1:r>
              <ns1:t/>
            </ns1:r>
          </ns1:p>
          <ns1:p>
            <ns1:pPr algn="l">
              <ns1:def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Третий фиксирует важную деталь.</ns1:t>
            </ns1:r>
          </ns1:p>
        </ns0:txBody>
      </ns0:sp>
      <ns0:sp>
        <ns0:nvSpPr>
          <ns0:cNvPr id="53" name="block-panel-1">
            <ns1:extLst>
              <ns1:ext uri="{FF2B5EF4-FFF2-40B4-BE49-F238E27FC236}">
                <ns2:creationId id="{2D308C40-98FB-4A42-85E5-024DD037CAA8}"/>
              </ns1:ext>
            </ns1:extLst>
          </ns0:cNvPr>
          <ns0:cNvSpPr>
            <ns1:spLocks noGrp="1"/>
          </ns0:cNvSpPr>
          <ns0:nvPr/>
        </ns0:nvSpPr>
        <ns0:spPr>
          <ns1:xfrm>
            <ns1:off x="6508747" y="2857500"/>
            <ns1:ext cx="5270497" cy="5715000"/>
          </ns1:xfrm>
          <ns1:prstGeom prst="roundRect">
            <ns1:avLst>
              <ns1:gd name="adj" fmla="val 4337"/>
            </ns1:avLst>
          </ns1:prstGeom>
          <ns1:solidFill>
            <ns1:srgbClr val="F3F2F2"/>
          </ns1:solidFill>
          <ns1:ln w="0">
            <ns1:noFill/>
          </ns1:ln>
        </ns0:spPr>
      </ns0:sp>
      <ns0:sp>
        <ns0:nvSpPr>
          <ns0:cNvPr id="54" name="block-title-1">
            <ns1:extLst>
              <ns1:ext uri="{FF2B5EF4-FFF2-40B4-BE49-F238E27FC236}">
                <ns2:creationId id="{C5B289A6-E5A2-4FB6-8488-CA9634E97B1B}"/>
              </ns1:ext>
            </ns1:extLst>
          </ns0:cNvPr>
          <ns0:cNvSpPr>
            <ns1:spLocks noGrp="1"/>
          </ns0:cNvSpPr>
          <ns0:nvPr/>
        </ns0:nvSpPr>
        <ns0:spPr>
          <ns1:xfrm>
            <ns1:off x="6794497" y="3333750"/>
            <ns1:ext cx="4698997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rPr>
              <ns1:t>Название раздела </ns1:t>
            </ns1:r>
            <ns1:r>
              <ns1:rPr sz="2600" b="1">
                <ns1:solidFill>
                  <ns1:srgbClr val="000000"/>
                </ns1:solidFill>
                <ns1:latin typeface="Golos Text"/>
                <ns1:ea typeface="Golos Text"/>
                <ns1:cs typeface="Golos Text"/>
              </ns1:rPr>
              <ns1:t>2</ns1:t>
            </ns1:r>
          </ns1:p>
        </ns0:txBody>
      </ns0:sp>
      <ns0:sp>
        <ns0:nvSpPr>
          <ns0:cNvPr id="55" name="block-body-1">
            <ns1:extLst>
              <ns1:ext uri="{FF2B5EF4-FFF2-40B4-BE49-F238E27FC236}">
                <ns2:creationId id="{4ABDDCBE-BD95-4139-93F0-C371B1170D1E}"/>
              </ns1:ext>
            </ns1:extLst>
          </ns0:cNvPr>
          <ns0:cNvSpPr>
            <ns1:spLocks noGrp="1"/>
          </ns0:cNvSpPr>
          <ns0:nvPr/>
        </ns0:nvSpPr>
        <ns0:spPr>
          <ns1:xfrm>
            <ns1:off x="6794497" y="4171950"/>
            <ns1:ext cx="4698997" cy="3714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Первый абзац раскрывает содержание раздела.</ns1:t>
            </ns1:r>
          </ns1:p>
          <ns1:p>
            <ns1:r>
              <ns1:t/>
            </ns1:r>
          </ns1:p>
          <ns1:p>
            <ns1:pPr algn="l">
              <ns1:def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Второй абзац добавляет пояснение или условие.</ns1:t>
            </ns1:r>
          </ns1:p>
          <ns1:p>
            <ns1:r>
              <ns1:t/>
            </ns1:r>
          </ns1:p>
          <ns1:p>
            <ns1:pPr algn="l">
              <ns1:def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Третий фиксирует важную деталь.</ns1:t>
            </ns1:r>
          </ns1:p>
        </ns0:txBody>
      </ns0:sp>
      <ns0:sp>
        <ns0:nvSpPr>
          <ns0:cNvPr id="56" name="block-panel-2">
            <ns1:extLst>
              <ns1:ext uri="{FF2B5EF4-FFF2-40B4-BE49-F238E27FC236}">
                <ns2:creationId id="{33F0CD7D-14D8-4F2D-B3D7-BB0AD1FED1F0}"/>
              </ns1:ext>
            </ns1:extLst>
          </ns0:cNvPr>
          <ns0:cNvSpPr>
            <ns1:spLocks noGrp="1"/>
          </ns0:cNvSpPr>
          <ns0:nvPr/>
        </ns0:nvSpPr>
        <ns0:spPr>
          <ns1:xfrm>
            <ns1:off x="12064994" y="2857500"/>
            <ns1:ext cx="5270497" cy="5715000"/>
          </ns1:xfrm>
          <ns1:prstGeom prst="roundRect">
            <ns1:avLst>
              <ns1:gd name="adj" fmla="val 4337"/>
            </ns1:avLst>
          </ns1:prstGeom>
          <ns1:solidFill>
            <ns1:srgbClr val="F3F2F2"/>
          </ns1:solidFill>
          <ns1:ln w="0">
            <ns1:noFill/>
          </ns1:ln>
        </ns0:spPr>
      </ns0:sp>
      <ns0:sp>
        <ns0:nvSpPr>
          <ns0:cNvPr id="57" name="block-title-2">
            <ns1:extLst>
              <ns1:ext uri="{FF2B5EF4-FFF2-40B4-BE49-F238E27FC236}">
                <ns2:creationId id="{526C98D6-93B4-444C-96B9-D76353AF53E9}"/>
              </ns1:ext>
            </ns1:extLst>
          </ns0:cNvPr>
          <ns0:cNvSpPr>
            <ns1:spLocks noGrp="1"/>
          </ns0:cNvSpPr>
          <ns0:nvPr/>
        </ns0:nvSpPr>
        <ns0:spPr>
          <ns1:xfrm>
            <ns1:off x="12350744" y="3333750"/>
            <ns1:ext cx="4698997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defRPr>
            </ns1:pPr>
            <ns1:r>
              <ns1:rPr sz="2600" b="0">
                <ns1:solidFill>
                  <ns1:srgbClr val="000000"/>
                </ns1:solidFill>
                <ns1:latin typeface="Golos Text SemiBold"/>
                <ns1:ea typeface="Golos Text SemiBold"/>
                <ns1:cs typeface="Golos Text SemiBold"/>
              </ns1:rPr>
              <ns1:t>Название раздела </ns1:t>
            </ns1:r>
            <ns1:r>
              <ns1:rPr sz="2600" b="1">
                <ns1:solidFill>
                  <ns1:srgbClr val="000000"/>
                </ns1:solidFill>
                <ns1:latin typeface="Golos Text"/>
                <ns1:ea typeface="Golos Text"/>
                <ns1:cs typeface="Golos Text"/>
              </ns1:rPr>
              <ns1:t>3</ns1:t>
            </ns1:r>
          </ns1:p>
        </ns0:txBody>
      </ns0:sp>
      <ns0:sp>
        <ns0:nvSpPr>
          <ns0:cNvPr id="58" name="block-body-2">
            <ns1:extLst>
              <ns1:ext uri="{FF2B5EF4-FFF2-40B4-BE49-F238E27FC236}">
                <ns2:creationId id="{3376F86F-2071-4E3B-AF40-5FC674C8A102}"/>
              </ns1:ext>
            </ns1:extLst>
          </ns0:cNvPr>
          <ns0:cNvSpPr>
            <ns1:spLocks noGrp="1"/>
          </ns0:cNvSpPr>
          <ns0:nvPr/>
        </ns0:nvSpPr>
        <ns0:spPr>
          <ns1:xfrm>
            <ns1:off x="12350744" y="4171950"/>
            <ns1:ext cx="4698997" cy="3714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Первый абзац раскрывает содержание раздела.</ns1:t>
            </ns1:r>
          </ns1:p>
          <ns1:p>
            <ns1:r>
              <ns1:t/>
            </ns1:r>
          </ns1:p>
          <ns1:p>
            <ns1:pPr algn="l">
              <ns1:def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Второй абзац добавляет пояснение или условие.</ns1:t>
            </ns1:r>
          </ns1:p>
          <ns1:p>
            <ns1:r>
              <ns1:t/>
            </ns1:r>
          </ns1:p>
          <ns1:p>
            <ns1:pPr algn="l">
              <ns1:def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2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Третий фиксирует важную деталь.</ns1:t>
            </ns1:r>
          </ns1:p>
        </ns0:txBody>
      </ns0:sp>
      <ns0:sp>
        <ns0:nvSpPr>
          <ns0:cNvPr id="59" name="footer">
            <ns1:extLst>
              <ns1:ext uri="{FF2B5EF4-FFF2-40B4-BE49-F238E27FC236}">
                <ns2:creationId id="{AB009ADE-CDFA-48ED-A50A-DDF35F3CAF51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9467850"/>
            <ns1:ext cx="15240000" cy="3619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1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ДЕМОНСТРАЦИОННЫЕ ДАННЫЕ</ns1:t>
            </ns1:r>
          </ns1:p>
        </ns0:txBody>
      </ns0:sp>
      <ns0:sp>
        <ns0:nvSpPr>
          <ns0:cNvPr id="60" name="page-number">
            <ns1:extLst>
              <ns1:ext uri="{FF2B5EF4-FFF2-40B4-BE49-F238E27FC236}">
                <ns2:creationId id="{168C2351-47BC-4A4F-A732-668BB6BC9E69}"/>
              </ns1:ext>
            </ns1:extLst>
          </ns0:cNvPr>
          <ns0:cNvSpPr>
            <ns1:spLocks noGrp="1"/>
          </ns0:cNvSpPr>
          <ns0:nvPr/>
        </ns0:nvSpPr>
        <ns0:spPr>
          <ns1:xfrm>
            <ns1:off x="16573500" y="9467850"/>
            <ns1:ext cx="762000" cy="3619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1200" b="0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defRPr>
            </ns1:pPr>
            <ns1:r>
              <ns1:rPr sz="1200" b="1">
                <ns1:solidFill>
                  <ns1:srgbClr val="5B5B5B"/>
                </ns1:solidFill>
                <ns1:latin typeface="Golos Text"/>
                <ns1:ea typeface="Golos Text"/>
                <ns1:cs typeface="Golos Text"/>
              </ns1:rPr>
              <ns1:t>6</ns1:t>
            </ns1:r>
          </ns1:p>
        </ns0:txBody>
      </ns0:sp>
    </ns0:spTree>
    <ns0:extLst>
      <ns0:ext uri="{BB962C8B-B14F-4D97-AF65-F5344CB8AC3E}">
        <ns5:creationId val="2356068081"/>
      </ns0:ext>
    </ns0:extLst>
  </ns0:cSld>
</ns0:sld>
</file>

<file path=ppt/theme/theme1.xml><?xml version="1.0" encoding="utf-8"?>
<ns0:theme xmlns:ns0="http://schemas.openxmlformats.org/drawingml/2006/main" name="Обложки">
  <ns0:themeElements>
    <ns0:clrScheme name="ЦГУ">
      <ns0:dk1>
        <ns0:srgbClr val="000000"/>
      </ns0:dk1>
      <ns0:lt1>
        <ns0:srgbClr val="FFFFFF"/>
      </ns0:lt1>
      <ns0:dk2>
        <ns0:srgbClr val="85868A"/>
      </ns0:dk2>
      <ns0:lt2>
        <ns0:srgbClr val="F1F1F1"/>
      </ns0:lt2>
      <ns0:accent1>
        <ns0:srgbClr val="FB2548"/>
      </ns0:accent1>
      <ns0:accent2>
        <ns0:srgbClr val="FE2C48"/>
      </ns0:accent2>
      <ns0:accent3>
        <ns0:srgbClr val="EB0A4A"/>
      </ns0:accent3>
      <ns0:accent4>
        <ns0:srgbClr val="E50E59"/>
      </ns0:accent4>
      <ns0:accent5>
        <ns0:srgbClr val="FEE9E8"/>
      </ns0:accent5>
      <ns0:accent6>
        <ns0:srgbClr val="E5CCD2"/>
      </ns0:accent6>
      <ns0:hlink>
        <ns0:srgbClr val="EC0944"/>
      </ns0:hlink>
      <ns0:folHlink>
        <ns0:srgbClr val="85868A"/>
      </ns0:folHlink>
    </ns0:clrScheme>
    <ns0:fontScheme name="Office">
      <ns0:majorFont>
        <ns0:latin typeface="Golos Text"/>
        <ns0:ea typeface="Golos Text"/>
        <ns0:cs typeface="Golos Text"/>
        <ns0:font script="Jpan" typeface="Golos Text"/>
        <ns0:font script="Hang" typeface="Golos Text"/>
        <ns0:font script="Hans" typeface="Golos Text"/>
        <ns0:font script="Hant" typeface="Golos Text"/>
        <ns0:font script="Arab" typeface="Golos Text"/>
        <ns0:font script="Hebr" typeface="Golos Text"/>
        <ns0:font script="Thai" typeface="Golos Text"/>
        <ns0:font script="Ethi" typeface="Golos Text"/>
        <ns0:font script="Beng" typeface="Golos Text"/>
        <ns0:font script="Gujr" typeface="Golos Text"/>
        <ns0:font script="Khmr" typeface="Golos Text"/>
        <ns0:font script="Knda" typeface="Golos Text"/>
        <ns0:font script="Guru" typeface="Golos Text"/>
        <ns0:font script="Cans" typeface="Golos Text"/>
        <ns0:font script="Cher" typeface="Golos Text"/>
        <ns0:font script="Yiii" typeface="Golos Text"/>
        <ns0:font script="Tibt" typeface="Golos Text"/>
        <ns0:font script="Thaa" typeface="Golos Text"/>
        <ns0:font script="Deva" typeface="Golos Text"/>
        <ns0:font script="Telu" typeface="Golos Text"/>
        <ns0:font script="Taml" typeface="Golos Text"/>
        <ns0:font script="Syrc" typeface="Golos Text"/>
        <ns0:font script="Orya" typeface="Golos Text"/>
        <ns0:font script="Mlym" typeface="Golos Text"/>
        <ns0:font script="Laoo" typeface="Golos Text"/>
        <ns0:font script="Sinh" typeface="Golos Text"/>
        <ns0:font script="Mong" typeface="Golos Text"/>
        <ns0:font script="Viet" typeface="Golos Text"/>
        <ns0:font script="Uigh" typeface="Golos Text"/>
        <ns0:font script="Geor" typeface="Golos Text"/>
        <ns0:font script="Armn" typeface="Golos Text"/>
        <ns0:font script="Bugi" typeface="Golos Text"/>
        <ns0:font script="Bopo" typeface="Golos Text"/>
        <ns0:font script="Java" typeface="Golos Text"/>
        <ns0:font script="Lisu" typeface="Golos Text"/>
        <ns0:font script="Mymr" typeface="Golos Text"/>
        <ns0:font script="Nkoo" typeface="Golos Text"/>
        <ns0:font script="Olck" typeface="Golos Text"/>
        <ns0:font script="Osma" typeface="Golos Text"/>
        <ns0:font script="Phag" typeface="Golos Text"/>
        <ns0:font script="Syrn" typeface="Golos Text"/>
        <ns0:font script="Syrj" typeface="Golos Text"/>
        <ns0:font script="Syre" typeface="Golos Text"/>
        <ns0:font script="Sora" typeface="Golos Text"/>
        <ns0:font script="Tale" typeface="Golos Text"/>
        <ns0:font script="Talu" typeface="Golos Text"/>
        <ns0:font script="Tfng" typeface="Golos Text"/>
      </ns0:majorFont>
      <ns0:minorFont>
        <ns0:latin typeface="Golos Text"/>
        <ns0:ea typeface="Golos Text"/>
        <ns0:cs typeface="Golos Text"/>
        <ns0:font script="Jpan" typeface="Golos Text"/>
        <ns0:font script="Hang" typeface="Golos Text"/>
        <ns0:font script="Hans" typeface="Golos Text"/>
        <ns0:font script="Hant" typeface="Golos Text"/>
        <ns0:font script="Arab" typeface="Golos Text"/>
        <ns0:font script="Hebr" typeface="Golos Text"/>
        <ns0:font script="Thai" typeface="Golos Text"/>
        <ns0:font script="Ethi" typeface="Golos Text"/>
        <ns0:font script="Beng" typeface="Golos Text"/>
        <ns0:font script="Gujr" typeface="Golos Text"/>
        <ns0:font script="Khmr" typeface="Golos Text"/>
        <ns0:font script="Knda" typeface="Golos Text"/>
        <ns0:font script="Guru" typeface="Golos Text"/>
        <ns0:font script="Cans" typeface="Golos Text"/>
        <ns0:font script="Cher" typeface="Golos Text"/>
        <ns0:font script="Yiii" typeface="Golos Text"/>
        <ns0:font script="Tibt" typeface="Golos Text"/>
        <ns0:font script="Thaa" typeface="Golos Text"/>
        <ns0:font script="Deva" typeface="Golos Text"/>
        <ns0:font script="Telu" typeface="Golos Text"/>
        <ns0:font script="Taml" typeface="Golos Text"/>
        <ns0:font script="Syrc" typeface="Golos Text"/>
        <ns0:font script="Orya" typeface="Golos Text"/>
        <ns0:font script="Mlym" typeface="Golos Text"/>
        <ns0:font script="Laoo" typeface="Golos Text"/>
        <ns0:font script="Sinh" typeface="Golos Text"/>
        <ns0:font script="Mong" typeface="Golos Text"/>
        <ns0:font script="Viet" typeface="Golos Text"/>
        <ns0:font script="Uigh" typeface="Golos Text"/>
        <ns0:font script="Geor" typeface="Golos Text"/>
        <ns0:font script="Armn" typeface="Golos Text"/>
        <ns0:font script="Bugi" typeface="Golos Text"/>
        <ns0:font script="Bopo" typeface="Golos Text"/>
        <ns0:font script="Java" typeface="Golos Text"/>
        <ns0:font script="Lisu" typeface="Golos Text"/>
        <ns0:font script="Mymr" typeface="Golos Text"/>
        <ns0:font script="Nkoo" typeface="Golos Text"/>
        <ns0:font script="Olck" typeface="Golos Text"/>
        <ns0:font script="Osma" typeface="Golos Text"/>
        <ns0:font script="Phag" typeface="Golos Text"/>
        <ns0:font script="Syrn" typeface="Golos Text"/>
        <ns0:font script="Syrj" typeface="Golos Text"/>
        <ns0:font script="Syre" typeface="Golos Text"/>
        <ns0:font script="Sora" typeface="Golos Text"/>
        <ns0:font script="Tale" typeface="Golos Text"/>
        <ns0:font script="Talu" typeface="Golos Text"/>
        <ns0:font script="Tfng" typeface="Golos Text"/>
      </ns0:minorFont>
    </ns0:fontScheme>
    <ns0:fmtScheme name="ЦГУ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67000"/>
                <ns0:lumMod val="110000"/>
                <ns0:satMod val="105000"/>
              </ns0:schemeClr>
            </ns0:gs>
            <ns0:gs pos="50000">
              <ns0:schemeClr val="phClr">
                <ns0:tint val="73000"/>
                <ns0:lumMod val="105000"/>
                <ns0:satMod val="103000"/>
              </ns0:schemeClr>
            </ns0:gs>
            <ns0:gs pos="100000">
              <ns0:schemeClr val="phClr">
                <ns0:tint val="81000"/>
                <ns0:lumMod val="105000"/>
                <ns0:satMod val="109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tint val="94000"/>
                <ns0:lumMod val="102000"/>
                <ns0:satMod val="103000"/>
              </ns0:schemeClr>
            </ns0:gs>
            <ns0:gs pos="50000">
              <ns0:schemeClr val="phClr">
                <ns0:shade val="100000"/>
                <ns0:lumMod val="100000"/>
                <ns0:satMod val="110000"/>
              </ns0:schemeClr>
            </ns0:gs>
            <ns0:gs pos="100000">
              <ns0:schemeClr val="phClr">
                <ns0:shade val="78000"/>
                <ns0:lumMod val="99000"/>
                <ns0:satMod val="120000"/>
              </ns0:schemeClr>
            </ns0:gs>
          </ns0:gsLst>
          <ns0:lin ang="5400000" scaled="0"/>
        </ns0:gradFill>
      </ns0:fillStyleLst>
      <ns0:lnStyleLst>
        <ns0:ln w="6350">
          <ns0:solidFill>
            <ns0:schemeClr val="phClr"/>
          </ns0:solidFill>
          <ns0:prstDash val="solid"/>
        </ns0:ln>
        <ns0:ln w="12700">
          <ns0:solidFill>
            <ns0:schemeClr val="phClr"/>
          </ns0:solidFill>
          <ns0:prstDash val="solid"/>
        </ns0:ln>
        <ns0:ln w="19050">
          <ns0:solidFill>
            <ns0:schemeClr val="phClr"/>
          </ns0:solidFill>
          <ns0:prstDash val="solid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hade val="98000"/>
                <ns0:lumMod val="102000"/>
                <ns0:satMod val="150000"/>
              </ns0:schemeClr>
            </ns0:gs>
            <ns0:gs pos="50000">
              <ns0:schemeClr val="phClr">
                <ns0:tint val="98000"/>
                <ns0:shade val="90000"/>
                <ns0:lumMod val="103000"/>
                <ns0:satMod val="130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</ns0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2026-09-24T10:36:16.5810000Z</dcterms:created>
  <dcterms:modified xsi:type="dcterms:W3CDTF">2026-09-24T10:36:16.5810000Z</dcterms:modified>
</coreProperties>
</file>